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65" r:id="rId2"/>
    <p:sldId id="266" r:id="rId3"/>
    <p:sldId id="268" r:id="rId4"/>
    <p:sldId id="271" r:id="rId5"/>
    <p:sldId id="273" r:id="rId6"/>
    <p:sldId id="274" r:id="rId7"/>
    <p:sldId id="269" r:id="rId8"/>
    <p:sldId id="275" r:id="rId9"/>
    <p:sldId id="276" r:id="rId10"/>
    <p:sldId id="270" r:id="rId11"/>
    <p:sldId id="283" r:id="rId12"/>
    <p:sldId id="277" r:id="rId13"/>
    <p:sldId id="278" r:id="rId14"/>
    <p:sldId id="279" r:id="rId15"/>
    <p:sldId id="280" r:id="rId16"/>
    <p:sldId id="281" r:id="rId17"/>
    <p:sldId id="286" r:id="rId18"/>
    <p:sldId id="282" r:id="rId19"/>
    <p:sldId id="284" r:id="rId20"/>
    <p:sldId id="285" r:id="rId21"/>
    <p:sldId id="287" r:id="rId22"/>
    <p:sldId id="288" r:id="rId23"/>
    <p:sldId id="289" r:id="rId24"/>
    <p:sldId id="292" r:id="rId25"/>
    <p:sldId id="293" r:id="rId26"/>
    <p:sldId id="290" r:id="rId27"/>
    <p:sldId id="29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A57A"/>
    <a:srgbClr val="AB852F"/>
    <a:srgbClr val="FAFAFA"/>
    <a:srgbClr val="6E7F80"/>
    <a:srgbClr val="A44A3F"/>
    <a:srgbClr val="6B8E23"/>
    <a:srgbClr val="C2785A"/>
    <a:srgbClr val="9B5343"/>
    <a:srgbClr val="B35C3E"/>
    <a:srgbClr val="4F7A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76A772-0880-4206-A8FC-850878786F26}" v="695" dt="2025-11-03T19:41:09.605"/>
    <p1510:client id="{BAAF5FCC-2E16-4216-BBCB-DCFAFA0D714D}" v="922" dt="2025-11-04T02:33:50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a, Aryan Ritwajeet" userId="2aad577e-539b-449b-83a6-8d411f484b4d" providerId="ADAL" clId="{668F3AC5-37B3-4971-8FAF-596261E67C9E}"/>
    <pc:docChg chg="undo redo custSel addSld delSld modSld sldOrd modMainMaster">
      <pc:chgData name="Jha, Aryan Ritwajeet" userId="2aad577e-539b-449b-83a6-8d411f484b4d" providerId="ADAL" clId="{668F3AC5-37B3-4971-8FAF-596261E67C9E}" dt="2025-11-03T19:41:13.302" v="6892" actId="20577"/>
      <pc:docMkLst>
        <pc:docMk/>
      </pc:docMkLst>
      <pc:sldChg chg="addSp delSp modSp del mod setBg modClrScheme chgLayout">
        <pc:chgData name="Jha, Aryan Ritwajeet" userId="2aad577e-539b-449b-83a6-8d411f484b4d" providerId="ADAL" clId="{668F3AC5-37B3-4971-8FAF-596261E67C9E}" dt="2025-11-03T09:19:08.452" v="300" actId="47"/>
        <pc:sldMkLst>
          <pc:docMk/>
          <pc:sldMk cId="3211284466" sldId="257"/>
        </pc:sldMkLst>
        <pc:spChg chg="mod ord">
          <ac:chgData name="Jha, Aryan Ritwajeet" userId="2aad577e-539b-449b-83a6-8d411f484b4d" providerId="ADAL" clId="{668F3AC5-37B3-4971-8FAF-596261E67C9E}" dt="2025-11-03T09:18:26.758" v="296"/>
          <ac:spMkLst>
            <pc:docMk/>
            <pc:sldMk cId="3211284466" sldId="257"/>
            <ac:spMk id="2" creationId="{7E8EB730-B0DA-4A8F-A335-22B9758D3046}"/>
          </ac:spMkLst>
        </pc:spChg>
        <pc:spChg chg="mod ord">
          <ac:chgData name="Jha, Aryan Ritwajeet" userId="2aad577e-539b-449b-83a6-8d411f484b4d" providerId="ADAL" clId="{668F3AC5-37B3-4971-8FAF-596261E67C9E}" dt="2025-11-03T09:18:26.758" v="296"/>
          <ac:spMkLst>
            <pc:docMk/>
            <pc:sldMk cId="3211284466" sldId="257"/>
            <ac:spMk id="3" creationId="{2BE68964-B8D8-4EBC-B9D3-CCA6FA2AC332}"/>
          </ac:spMkLst>
        </pc:spChg>
        <pc:spChg chg="add del mod">
          <ac:chgData name="Jha, Aryan Ritwajeet" userId="2aad577e-539b-449b-83a6-8d411f484b4d" providerId="ADAL" clId="{668F3AC5-37B3-4971-8FAF-596261E67C9E}" dt="2025-11-03T09:17:49.311" v="294" actId="6264"/>
          <ac:spMkLst>
            <pc:docMk/>
            <pc:sldMk cId="3211284466" sldId="257"/>
            <ac:spMk id="4" creationId="{5A2D40A2-4BA5-A2DE-0BCC-4173D8E6007A}"/>
          </ac:spMkLst>
        </pc:spChg>
        <pc:spChg chg="add del mod">
          <ac:chgData name="Jha, Aryan Ritwajeet" userId="2aad577e-539b-449b-83a6-8d411f484b4d" providerId="ADAL" clId="{668F3AC5-37B3-4971-8FAF-596261E67C9E}" dt="2025-11-03T09:17:49.311" v="294" actId="6264"/>
          <ac:spMkLst>
            <pc:docMk/>
            <pc:sldMk cId="3211284466" sldId="257"/>
            <ac:spMk id="5" creationId="{6B06F74B-2380-7717-FE19-8031D2DCB524}"/>
          </ac:spMkLst>
        </pc:spChg>
        <pc:spChg chg="add del mod">
          <ac:chgData name="Jha, Aryan Ritwajeet" userId="2aad577e-539b-449b-83a6-8d411f484b4d" providerId="ADAL" clId="{668F3AC5-37B3-4971-8FAF-596261E67C9E}" dt="2025-11-03T09:17:52.003" v="295" actId="6264"/>
          <ac:spMkLst>
            <pc:docMk/>
            <pc:sldMk cId="3211284466" sldId="257"/>
            <ac:spMk id="6" creationId="{92035CEF-9C1A-4B89-C0DB-46F714B6D379}"/>
          </ac:spMkLst>
        </pc:spChg>
        <pc:spChg chg="add del mod">
          <ac:chgData name="Jha, Aryan Ritwajeet" userId="2aad577e-539b-449b-83a6-8d411f484b4d" providerId="ADAL" clId="{668F3AC5-37B3-4971-8FAF-596261E67C9E}" dt="2025-11-03T09:17:52.003" v="295" actId="6264"/>
          <ac:spMkLst>
            <pc:docMk/>
            <pc:sldMk cId="3211284466" sldId="257"/>
            <ac:spMk id="7" creationId="{FBDCF657-A461-B323-D950-9E24504B9AA3}"/>
          </ac:spMkLst>
        </pc:spChg>
      </pc:sldChg>
      <pc:sldChg chg="addSp delSp modSp del mod modClrScheme delDesignElem chgLayout">
        <pc:chgData name="Jha, Aryan Ritwajeet" userId="2aad577e-539b-449b-83a6-8d411f484b4d" providerId="ADAL" clId="{668F3AC5-37B3-4971-8FAF-596261E67C9E}" dt="2025-11-03T09:19:13.548" v="303" actId="47"/>
        <pc:sldMkLst>
          <pc:docMk/>
          <pc:sldMk cId="1250088654" sldId="263"/>
        </pc:sldMkLst>
        <pc:spChg chg="mod ord">
          <ac:chgData name="Jha, Aryan Ritwajeet" userId="2aad577e-539b-449b-83a6-8d411f484b4d" providerId="ADAL" clId="{668F3AC5-37B3-4971-8FAF-596261E67C9E}" dt="2025-11-03T09:18:26.758" v="296"/>
          <ac:spMkLst>
            <pc:docMk/>
            <pc:sldMk cId="1250088654" sldId="263"/>
            <ac:spMk id="2" creationId="{786EFD78-9464-2D37-C53B-28E5A1A2A48E}"/>
          </ac:spMkLst>
        </pc:spChg>
        <pc:spChg chg="add del mod ord">
          <ac:chgData name="Jha, Aryan Ritwajeet" userId="2aad577e-539b-449b-83a6-8d411f484b4d" providerId="ADAL" clId="{668F3AC5-37B3-4971-8FAF-596261E67C9E}" dt="2025-11-03T09:17:24.554" v="286" actId="700"/>
          <ac:spMkLst>
            <pc:docMk/>
            <pc:sldMk cId="1250088654" sldId="263"/>
            <ac:spMk id="3" creationId="{B557FB95-7183-52B5-E782-511B11203F6E}"/>
          </ac:spMkLst>
        </pc:spChg>
        <pc:spChg chg="add del mod ord">
          <ac:chgData name="Jha, Aryan Ritwajeet" userId="2aad577e-539b-449b-83a6-8d411f484b4d" providerId="ADAL" clId="{668F3AC5-37B3-4971-8FAF-596261E67C9E}" dt="2025-11-03T09:17:27.794" v="287" actId="700"/>
          <ac:spMkLst>
            <pc:docMk/>
            <pc:sldMk cId="1250088654" sldId="263"/>
            <ac:spMk id="4" creationId="{A447E42D-5377-A4DB-6D85-E1C855D17353}"/>
          </ac:spMkLst>
        </pc:spChg>
        <pc:spChg chg="add del mod ord">
          <ac:chgData name="Jha, Aryan Ritwajeet" userId="2aad577e-539b-449b-83a6-8d411f484b4d" providerId="ADAL" clId="{668F3AC5-37B3-4971-8FAF-596261E67C9E}" dt="2025-11-03T09:17:29.649" v="288" actId="700"/>
          <ac:spMkLst>
            <pc:docMk/>
            <pc:sldMk cId="1250088654" sldId="263"/>
            <ac:spMk id="5" creationId="{37C7609A-C57C-F327-28A6-EC23142850A7}"/>
          </ac:spMkLst>
        </pc:spChg>
        <pc:spChg chg="add del mod ord">
          <ac:chgData name="Jha, Aryan Ritwajeet" userId="2aad577e-539b-449b-83a6-8d411f484b4d" providerId="ADAL" clId="{668F3AC5-37B3-4971-8FAF-596261E67C9E}" dt="2025-11-03T09:17:32.039" v="289" actId="700"/>
          <ac:spMkLst>
            <pc:docMk/>
            <pc:sldMk cId="1250088654" sldId="263"/>
            <ac:spMk id="6" creationId="{7EB95905-521E-C9B9-B986-7DC08020EBAC}"/>
          </ac:spMkLst>
        </pc:spChg>
        <pc:spChg chg="add del mod ord">
          <ac:chgData name="Jha, Aryan Ritwajeet" userId="2aad577e-539b-449b-83a6-8d411f484b4d" providerId="ADAL" clId="{668F3AC5-37B3-4971-8FAF-596261E67C9E}" dt="2025-11-03T09:17:34.451" v="290" actId="700"/>
          <ac:spMkLst>
            <pc:docMk/>
            <pc:sldMk cId="1250088654" sldId="263"/>
            <ac:spMk id="7" creationId="{CDDC5533-66C2-E64F-7EA5-D32B39795FE2}"/>
          </ac:spMkLst>
        </pc:spChg>
        <pc:spChg chg="add del mod ord">
          <ac:chgData name="Jha, Aryan Ritwajeet" userId="2aad577e-539b-449b-83a6-8d411f484b4d" providerId="ADAL" clId="{668F3AC5-37B3-4971-8FAF-596261E67C9E}" dt="2025-11-03T09:17:35.783" v="291" actId="700"/>
          <ac:spMkLst>
            <pc:docMk/>
            <pc:sldMk cId="1250088654" sldId="263"/>
            <ac:spMk id="8" creationId="{2F350C89-B195-1C85-0E5F-22500BC31E51}"/>
          </ac:spMkLst>
        </pc:spChg>
        <pc:spChg chg="add del mod ord">
          <ac:chgData name="Jha, Aryan Ritwajeet" userId="2aad577e-539b-449b-83a6-8d411f484b4d" providerId="ADAL" clId="{668F3AC5-37B3-4971-8FAF-596261E67C9E}" dt="2025-11-03T09:17:36.829" v="292" actId="700"/>
          <ac:spMkLst>
            <pc:docMk/>
            <pc:sldMk cId="1250088654" sldId="263"/>
            <ac:spMk id="9" creationId="{9332BE6E-5431-4C1A-5B20-165BE71C702D}"/>
          </ac:spMkLst>
        </pc:spChg>
        <pc:spChg chg="add del mod ord">
          <ac:chgData name="Jha, Aryan Ritwajeet" userId="2aad577e-539b-449b-83a6-8d411f484b4d" providerId="ADAL" clId="{668F3AC5-37B3-4971-8FAF-596261E67C9E}" dt="2025-11-03T09:17:38.624" v="293" actId="700"/>
          <ac:spMkLst>
            <pc:docMk/>
            <pc:sldMk cId="1250088654" sldId="263"/>
            <ac:spMk id="10" creationId="{F691E5AC-003F-CB57-893E-C649F279C748}"/>
          </ac:spMkLst>
        </pc:spChg>
        <pc:spChg chg="add del mod ord">
          <ac:chgData name="Jha, Aryan Ritwajeet" userId="2aad577e-539b-449b-83a6-8d411f484b4d" providerId="ADAL" clId="{668F3AC5-37B3-4971-8FAF-596261E67C9E}" dt="2025-11-03T09:17:49.311" v="294" actId="6264"/>
          <ac:spMkLst>
            <pc:docMk/>
            <pc:sldMk cId="1250088654" sldId="263"/>
            <ac:spMk id="11" creationId="{63DC4BA5-DBC3-3F0B-2892-FB54CA74B9D5}"/>
          </ac:spMkLst>
        </pc:spChg>
        <pc:spChg chg="add del mod">
          <ac:chgData name="Jha, Aryan Ritwajeet" userId="2aad577e-539b-449b-83a6-8d411f484b4d" providerId="ADAL" clId="{668F3AC5-37B3-4971-8FAF-596261E67C9E}" dt="2025-11-03T09:17:49.311" v="294" actId="6264"/>
          <ac:spMkLst>
            <pc:docMk/>
            <pc:sldMk cId="1250088654" sldId="263"/>
            <ac:spMk id="12" creationId="{040F0F56-3EDC-6946-F14C-AB212137FFBD}"/>
          </ac:spMkLst>
        </pc:spChg>
        <pc:spChg chg="add del mod ord">
          <ac:chgData name="Jha, Aryan Ritwajeet" userId="2aad577e-539b-449b-83a6-8d411f484b4d" providerId="ADAL" clId="{668F3AC5-37B3-4971-8FAF-596261E67C9E}" dt="2025-11-03T09:17:52.003" v="295" actId="6264"/>
          <ac:spMkLst>
            <pc:docMk/>
            <pc:sldMk cId="1250088654" sldId="263"/>
            <ac:spMk id="13" creationId="{218B0748-678E-D74F-85FC-4253AB7657C0}"/>
          </ac:spMkLst>
        </pc:spChg>
        <pc:spChg chg="add del mod">
          <ac:chgData name="Jha, Aryan Ritwajeet" userId="2aad577e-539b-449b-83a6-8d411f484b4d" providerId="ADAL" clId="{668F3AC5-37B3-4971-8FAF-596261E67C9E}" dt="2025-11-03T09:17:52.003" v="295" actId="6264"/>
          <ac:spMkLst>
            <pc:docMk/>
            <pc:sldMk cId="1250088654" sldId="263"/>
            <ac:spMk id="14" creationId="{77088511-B360-C218-A5D0-EC94898CA14E}"/>
          </ac:spMkLst>
        </pc:spChg>
        <pc:spChg chg="add mod ord">
          <ac:chgData name="Jha, Aryan Ritwajeet" userId="2aad577e-539b-449b-83a6-8d411f484b4d" providerId="ADAL" clId="{668F3AC5-37B3-4971-8FAF-596261E67C9E}" dt="2025-11-03T09:18:26.758" v="296"/>
          <ac:spMkLst>
            <pc:docMk/>
            <pc:sldMk cId="1250088654" sldId="263"/>
            <ac:spMk id="15" creationId="{BAC973B0-1F2A-431B-CDE6-DA991D47A10B}"/>
          </ac:spMkLst>
        </pc:spChg>
        <pc:spChg chg="add del">
          <ac:chgData name="Jha, Aryan Ritwajeet" userId="2aad577e-539b-449b-83a6-8d411f484b4d" providerId="ADAL" clId="{668F3AC5-37B3-4971-8FAF-596261E67C9E}" dt="2025-11-03T09:04:45.186" v="267"/>
          <ac:spMkLst>
            <pc:docMk/>
            <pc:sldMk cId="1250088654" sldId="263"/>
            <ac:spMk id="41" creationId="{65219498-D544-41AC-98FE-8F956EF66A62}"/>
          </ac:spMkLst>
        </pc:spChg>
        <pc:spChg chg="add del">
          <ac:chgData name="Jha, Aryan Ritwajeet" userId="2aad577e-539b-449b-83a6-8d411f484b4d" providerId="ADAL" clId="{668F3AC5-37B3-4971-8FAF-596261E67C9E}" dt="2025-11-03T09:04:45.186" v="267"/>
          <ac:spMkLst>
            <pc:docMk/>
            <pc:sldMk cId="1250088654" sldId="263"/>
            <ac:spMk id="42" creationId="{F500DBFC-17A9-4E0A-AEE2-A49F9AEEF0FD}"/>
          </ac:spMkLst>
        </pc:spChg>
        <pc:grpChg chg="add del">
          <ac:chgData name="Jha, Aryan Ritwajeet" userId="2aad577e-539b-449b-83a6-8d411f484b4d" providerId="ADAL" clId="{668F3AC5-37B3-4971-8FAF-596261E67C9E}" dt="2025-11-03T09:04:45.186" v="267"/>
          <ac:grpSpMkLst>
            <pc:docMk/>
            <pc:sldMk cId="1250088654" sldId="263"/>
            <ac:grpSpMk id="43" creationId="{D74613BB-817C-4C4F-8A24-4936F2F064C0}"/>
          </ac:grpSpMkLst>
        </pc:grpChg>
      </pc:sldChg>
      <pc:sldChg chg="addSp delSp modSp new del mod modClrScheme chgLayout">
        <pc:chgData name="Jha, Aryan Ritwajeet" userId="2aad577e-539b-449b-83a6-8d411f484b4d" providerId="ADAL" clId="{668F3AC5-37B3-4971-8FAF-596261E67C9E}" dt="2025-11-03T09:19:10.248" v="301" actId="47"/>
        <pc:sldMkLst>
          <pc:docMk/>
          <pc:sldMk cId="2335304693" sldId="264"/>
        </pc:sldMkLst>
        <pc:spChg chg="del">
          <ac:chgData name="Jha, Aryan Ritwajeet" userId="2aad577e-539b-449b-83a6-8d411f484b4d" providerId="ADAL" clId="{668F3AC5-37B3-4971-8FAF-596261E67C9E}" dt="2025-11-03T09:17:20.686" v="284" actId="700"/>
          <ac:spMkLst>
            <pc:docMk/>
            <pc:sldMk cId="2335304693" sldId="264"/>
            <ac:spMk id="2" creationId="{B6141736-DA2C-3C00-ADEB-E712A8CF9601}"/>
          </ac:spMkLst>
        </pc:spChg>
        <pc:spChg chg="del">
          <ac:chgData name="Jha, Aryan Ritwajeet" userId="2aad577e-539b-449b-83a6-8d411f484b4d" providerId="ADAL" clId="{668F3AC5-37B3-4971-8FAF-596261E67C9E}" dt="2025-11-03T09:17:20.686" v="284" actId="700"/>
          <ac:spMkLst>
            <pc:docMk/>
            <pc:sldMk cId="2335304693" sldId="264"/>
            <ac:spMk id="3" creationId="{83819050-9A03-1554-3B44-0EF63BECC89C}"/>
          </ac:spMkLst>
        </pc:spChg>
        <pc:spChg chg="add del mod ord">
          <ac:chgData name="Jha, Aryan Ritwajeet" userId="2aad577e-539b-449b-83a6-8d411f484b4d" providerId="ADAL" clId="{668F3AC5-37B3-4971-8FAF-596261E67C9E}" dt="2025-11-03T09:17:24.554" v="286" actId="700"/>
          <ac:spMkLst>
            <pc:docMk/>
            <pc:sldMk cId="2335304693" sldId="264"/>
            <ac:spMk id="4" creationId="{71797A39-4A4B-F34E-2A4D-4F3977BD03D6}"/>
          </ac:spMkLst>
        </pc:spChg>
        <pc:spChg chg="add del mod ord">
          <ac:chgData name="Jha, Aryan Ritwajeet" userId="2aad577e-539b-449b-83a6-8d411f484b4d" providerId="ADAL" clId="{668F3AC5-37B3-4971-8FAF-596261E67C9E}" dt="2025-11-03T09:17:24.554" v="286" actId="700"/>
          <ac:spMkLst>
            <pc:docMk/>
            <pc:sldMk cId="2335304693" sldId="264"/>
            <ac:spMk id="5" creationId="{98519286-D0F6-15EC-C289-CCB060494B47}"/>
          </ac:spMkLst>
        </pc:spChg>
        <pc:spChg chg="add del mod ord">
          <ac:chgData name="Jha, Aryan Ritwajeet" userId="2aad577e-539b-449b-83a6-8d411f484b4d" providerId="ADAL" clId="{668F3AC5-37B3-4971-8FAF-596261E67C9E}" dt="2025-11-03T09:17:27.794" v="287" actId="700"/>
          <ac:spMkLst>
            <pc:docMk/>
            <pc:sldMk cId="2335304693" sldId="264"/>
            <ac:spMk id="6" creationId="{98BE3A33-C56B-1922-E286-6E05BDD35383}"/>
          </ac:spMkLst>
        </pc:spChg>
        <pc:spChg chg="add del mod ord">
          <ac:chgData name="Jha, Aryan Ritwajeet" userId="2aad577e-539b-449b-83a6-8d411f484b4d" providerId="ADAL" clId="{668F3AC5-37B3-4971-8FAF-596261E67C9E}" dt="2025-11-03T09:17:27.794" v="287" actId="700"/>
          <ac:spMkLst>
            <pc:docMk/>
            <pc:sldMk cId="2335304693" sldId="264"/>
            <ac:spMk id="7" creationId="{E0AF66E4-C42F-C161-7AAE-F7210D91C401}"/>
          </ac:spMkLst>
        </pc:spChg>
        <pc:spChg chg="add del mod ord">
          <ac:chgData name="Jha, Aryan Ritwajeet" userId="2aad577e-539b-449b-83a6-8d411f484b4d" providerId="ADAL" clId="{668F3AC5-37B3-4971-8FAF-596261E67C9E}" dt="2025-11-03T09:17:29.649" v="288" actId="700"/>
          <ac:spMkLst>
            <pc:docMk/>
            <pc:sldMk cId="2335304693" sldId="264"/>
            <ac:spMk id="8" creationId="{7E21956F-AF1A-364F-415A-2D82AE39ABAE}"/>
          </ac:spMkLst>
        </pc:spChg>
        <pc:spChg chg="add del mod ord">
          <ac:chgData name="Jha, Aryan Ritwajeet" userId="2aad577e-539b-449b-83a6-8d411f484b4d" providerId="ADAL" clId="{668F3AC5-37B3-4971-8FAF-596261E67C9E}" dt="2025-11-03T09:17:29.649" v="288" actId="700"/>
          <ac:spMkLst>
            <pc:docMk/>
            <pc:sldMk cId="2335304693" sldId="264"/>
            <ac:spMk id="9" creationId="{3752E65E-740D-8492-C0B8-A38D915107D7}"/>
          </ac:spMkLst>
        </pc:spChg>
        <pc:spChg chg="add del mod ord">
          <ac:chgData name="Jha, Aryan Ritwajeet" userId="2aad577e-539b-449b-83a6-8d411f484b4d" providerId="ADAL" clId="{668F3AC5-37B3-4971-8FAF-596261E67C9E}" dt="2025-11-03T09:17:32.039" v="289" actId="700"/>
          <ac:spMkLst>
            <pc:docMk/>
            <pc:sldMk cId="2335304693" sldId="264"/>
            <ac:spMk id="10" creationId="{D3A04193-2A90-4D30-56BC-B45F687B85E4}"/>
          </ac:spMkLst>
        </pc:spChg>
        <pc:spChg chg="add del mod ord">
          <ac:chgData name="Jha, Aryan Ritwajeet" userId="2aad577e-539b-449b-83a6-8d411f484b4d" providerId="ADAL" clId="{668F3AC5-37B3-4971-8FAF-596261E67C9E}" dt="2025-11-03T09:17:32.039" v="289" actId="700"/>
          <ac:spMkLst>
            <pc:docMk/>
            <pc:sldMk cId="2335304693" sldId="264"/>
            <ac:spMk id="11" creationId="{A0B52964-F3F9-761B-C934-D36BD761DC28}"/>
          </ac:spMkLst>
        </pc:spChg>
        <pc:spChg chg="add del mod ord">
          <ac:chgData name="Jha, Aryan Ritwajeet" userId="2aad577e-539b-449b-83a6-8d411f484b4d" providerId="ADAL" clId="{668F3AC5-37B3-4971-8FAF-596261E67C9E}" dt="2025-11-03T09:17:34.451" v="290" actId="700"/>
          <ac:spMkLst>
            <pc:docMk/>
            <pc:sldMk cId="2335304693" sldId="264"/>
            <ac:spMk id="12" creationId="{15946619-4B8B-34BA-A77F-CD5643E5C5D3}"/>
          </ac:spMkLst>
        </pc:spChg>
        <pc:spChg chg="add del mod ord">
          <ac:chgData name="Jha, Aryan Ritwajeet" userId="2aad577e-539b-449b-83a6-8d411f484b4d" providerId="ADAL" clId="{668F3AC5-37B3-4971-8FAF-596261E67C9E}" dt="2025-11-03T09:17:34.451" v="290" actId="700"/>
          <ac:spMkLst>
            <pc:docMk/>
            <pc:sldMk cId="2335304693" sldId="264"/>
            <ac:spMk id="13" creationId="{86290078-DFEF-6283-8232-D8D044E589F0}"/>
          </ac:spMkLst>
        </pc:spChg>
        <pc:spChg chg="add del mod ord">
          <ac:chgData name="Jha, Aryan Ritwajeet" userId="2aad577e-539b-449b-83a6-8d411f484b4d" providerId="ADAL" clId="{668F3AC5-37B3-4971-8FAF-596261E67C9E}" dt="2025-11-03T09:17:35.783" v="291" actId="700"/>
          <ac:spMkLst>
            <pc:docMk/>
            <pc:sldMk cId="2335304693" sldId="264"/>
            <ac:spMk id="14" creationId="{C3EBA0B3-0B84-A24A-FFD7-8FCB3240D56C}"/>
          </ac:spMkLst>
        </pc:spChg>
        <pc:spChg chg="add del mod ord">
          <ac:chgData name="Jha, Aryan Ritwajeet" userId="2aad577e-539b-449b-83a6-8d411f484b4d" providerId="ADAL" clId="{668F3AC5-37B3-4971-8FAF-596261E67C9E}" dt="2025-11-03T09:17:35.783" v="291" actId="700"/>
          <ac:spMkLst>
            <pc:docMk/>
            <pc:sldMk cId="2335304693" sldId="264"/>
            <ac:spMk id="15" creationId="{EDD87508-2CE9-D926-A916-A868C792AB58}"/>
          </ac:spMkLst>
        </pc:spChg>
        <pc:spChg chg="add del mod ord">
          <ac:chgData name="Jha, Aryan Ritwajeet" userId="2aad577e-539b-449b-83a6-8d411f484b4d" providerId="ADAL" clId="{668F3AC5-37B3-4971-8FAF-596261E67C9E}" dt="2025-11-03T09:17:36.829" v="292" actId="700"/>
          <ac:spMkLst>
            <pc:docMk/>
            <pc:sldMk cId="2335304693" sldId="264"/>
            <ac:spMk id="16" creationId="{D309A769-D023-EB02-A1C7-B4E261A57256}"/>
          </ac:spMkLst>
        </pc:spChg>
        <pc:spChg chg="add del mod ord">
          <ac:chgData name="Jha, Aryan Ritwajeet" userId="2aad577e-539b-449b-83a6-8d411f484b4d" providerId="ADAL" clId="{668F3AC5-37B3-4971-8FAF-596261E67C9E}" dt="2025-11-03T09:17:36.829" v="292" actId="700"/>
          <ac:spMkLst>
            <pc:docMk/>
            <pc:sldMk cId="2335304693" sldId="264"/>
            <ac:spMk id="17" creationId="{11FB2003-7023-EBBE-DBC4-8C167AAF3A6F}"/>
          </ac:spMkLst>
        </pc:spChg>
        <pc:spChg chg="add del mod ord">
          <ac:chgData name="Jha, Aryan Ritwajeet" userId="2aad577e-539b-449b-83a6-8d411f484b4d" providerId="ADAL" clId="{668F3AC5-37B3-4971-8FAF-596261E67C9E}" dt="2025-11-03T09:17:38.624" v="293" actId="700"/>
          <ac:spMkLst>
            <pc:docMk/>
            <pc:sldMk cId="2335304693" sldId="264"/>
            <ac:spMk id="18" creationId="{5D80D840-74CD-0683-22BD-0698CB25DFEF}"/>
          </ac:spMkLst>
        </pc:spChg>
        <pc:spChg chg="add del mod ord">
          <ac:chgData name="Jha, Aryan Ritwajeet" userId="2aad577e-539b-449b-83a6-8d411f484b4d" providerId="ADAL" clId="{668F3AC5-37B3-4971-8FAF-596261E67C9E}" dt="2025-11-03T09:17:38.624" v="293" actId="700"/>
          <ac:spMkLst>
            <pc:docMk/>
            <pc:sldMk cId="2335304693" sldId="264"/>
            <ac:spMk id="19" creationId="{88C540A2-DC10-D635-5E62-AFF78605EB51}"/>
          </ac:spMkLst>
        </pc:spChg>
        <pc:spChg chg="add del mod ord">
          <ac:chgData name="Jha, Aryan Ritwajeet" userId="2aad577e-539b-449b-83a6-8d411f484b4d" providerId="ADAL" clId="{668F3AC5-37B3-4971-8FAF-596261E67C9E}" dt="2025-11-03T09:17:49.311" v="294" actId="6264"/>
          <ac:spMkLst>
            <pc:docMk/>
            <pc:sldMk cId="2335304693" sldId="264"/>
            <ac:spMk id="20" creationId="{89BFD762-0549-769C-EAC2-B7FCE8958079}"/>
          </ac:spMkLst>
        </pc:spChg>
        <pc:spChg chg="add del mod ord">
          <ac:chgData name="Jha, Aryan Ritwajeet" userId="2aad577e-539b-449b-83a6-8d411f484b4d" providerId="ADAL" clId="{668F3AC5-37B3-4971-8FAF-596261E67C9E}" dt="2025-11-03T09:17:49.311" v="294" actId="6264"/>
          <ac:spMkLst>
            <pc:docMk/>
            <pc:sldMk cId="2335304693" sldId="264"/>
            <ac:spMk id="21" creationId="{1CC1194F-624C-9E0F-3DBB-1E7B756CD529}"/>
          </ac:spMkLst>
        </pc:spChg>
        <pc:spChg chg="add del mod ord">
          <ac:chgData name="Jha, Aryan Ritwajeet" userId="2aad577e-539b-449b-83a6-8d411f484b4d" providerId="ADAL" clId="{668F3AC5-37B3-4971-8FAF-596261E67C9E}" dt="2025-11-03T09:17:52.003" v="295" actId="6264"/>
          <ac:spMkLst>
            <pc:docMk/>
            <pc:sldMk cId="2335304693" sldId="264"/>
            <ac:spMk id="22" creationId="{C97B5283-1A28-75DF-0098-614DB20C5008}"/>
          </ac:spMkLst>
        </pc:spChg>
        <pc:spChg chg="add del mod ord">
          <ac:chgData name="Jha, Aryan Ritwajeet" userId="2aad577e-539b-449b-83a6-8d411f484b4d" providerId="ADAL" clId="{668F3AC5-37B3-4971-8FAF-596261E67C9E}" dt="2025-11-03T09:17:52.003" v="295" actId="6264"/>
          <ac:spMkLst>
            <pc:docMk/>
            <pc:sldMk cId="2335304693" sldId="264"/>
            <ac:spMk id="23" creationId="{987A10B0-4D89-7641-B748-67D5DDB79460}"/>
          </ac:spMkLst>
        </pc:spChg>
        <pc:spChg chg="add mod ord">
          <ac:chgData name="Jha, Aryan Ritwajeet" userId="2aad577e-539b-449b-83a6-8d411f484b4d" providerId="ADAL" clId="{668F3AC5-37B3-4971-8FAF-596261E67C9E}" dt="2025-11-03T09:18:26.758" v="296"/>
          <ac:spMkLst>
            <pc:docMk/>
            <pc:sldMk cId="2335304693" sldId="264"/>
            <ac:spMk id="24" creationId="{D50BFD73-8432-E78A-D1BC-1E85352C1580}"/>
          </ac:spMkLst>
        </pc:spChg>
        <pc:spChg chg="add mod ord">
          <ac:chgData name="Jha, Aryan Ritwajeet" userId="2aad577e-539b-449b-83a6-8d411f484b4d" providerId="ADAL" clId="{668F3AC5-37B3-4971-8FAF-596261E67C9E}" dt="2025-11-03T09:18:26.758" v="296"/>
          <ac:spMkLst>
            <pc:docMk/>
            <pc:sldMk cId="2335304693" sldId="264"/>
            <ac:spMk id="25" creationId="{754C9110-5258-70B9-5C97-C69235790298}"/>
          </ac:spMkLst>
        </pc:spChg>
      </pc:sldChg>
      <pc:sldChg chg="modSp new mod">
        <pc:chgData name="Jha, Aryan Ritwajeet" userId="2aad577e-539b-449b-83a6-8d411f484b4d" providerId="ADAL" clId="{668F3AC5-37B3-4971-8FAF-596261E67C9E}" dt="2025-11-03T18:54:06.250" v="4556" actId="114"/>
        <pc:sldMkLst>
          <pc:docMk/>
          <pc:sldMk cId="346375874" sldId="265"/>
        </pc:sldMkLst>
        <pc:spChg chg="mod">
          <ac:chgData name="Jha, Aryan Ritwajeet" userId="2aad577e-539b-449b-83a6-8d411f484b4d" providerId="ADAL" clId="{668F3AC5-37B3-4971-8FAF-596261E67C9E}" dt="2025-11-03T09:20:23.153" v="410" actId="20577"/>
          <ac:spMkLst>
            <pc:docMk/>
            <pc:sldMk cId="346375874" sldId="265"/>
            <ac:spMk id="2" creationId="{E893B4A4-FE97-6A41-AB26-DC82C4BBCF08}"/>
          </ac:spMkLst>
        </pc:spChg>
        <pc:spChg chg="mod">
          <ac:chgData name="Jha, Aryan Ritwajeet" userId="2aad577e-539b-449b-83a6-8d411f484b4d" providerId="ADAL" clId="{668F3AC5-37B3-4971-8FAF-596261E67C9E}" dt="2025-11-03T18:54:06.250" v="4556" actId="114"/>
          <ac:spMkLst>
            <pc:docMk/>
            <pc:sldMk cId="346375874" sldId="265"/>
            <ac:spMk id="3" creationId="{D007896E-81FD-8E40-C29A-89F0F6F4F3CE}"/>
          </ac:spMkLst>
        </pc:spChg>
      </pc:sldChg>
      <pc:sldChg chg="modSp new mod">
        <pc:chgData name="Jha, Aryan Ritwajeet" userId="2aad577e-539b-449b-83a6-8d411f484b4d" providerId="ADAL" clId="{668F3AC5-37B3-4971-8FAF-596261E67C9E}" dt="2025-11-03T11:02:31.617" v="1056" actId="20577"/>
        <pc:sldMkLst>
          <pc:docMk/>
          <pc:sldMk cId="2967862668" sldId="266"/>
        </pc:sldMkLst>
        <pc:spChg chg="mod">
          <ac:chgData name="Jha, Aryan Ritwajeet" userId="2aad577e-539b-449b-83a6-8d411f484b4d" providerId="ADAL" clId="{668F3AC5-37B3-4971-8FAF-596261E67C9E}" dt="2025-11-03T09:44:12.923" v="506" actId="122"/>
          <ac:spMkLst>
            <pc:docMk/>
            <pc:sldMk cId="2967862668" sldId="266"/>
            <ac:spMk id="2" creationId="{94F01146-8AD3-CB7F-56A3-6AFAAE533FDC}"/>
          </ac:spMkLst>
        </pc:spChg>
        <pc:spChg chg="mod">
          <ac:chgData name="Jha, Aryan Ritwajeet" userId="2aad577e-539b-449b-83a6-8d411f484b4d" providerId="ADAL" clId="{668F3AC5-37B3-4971-8FAF-596261E67C9E}" dt="2025-11-03T11:02:31.617" v="1056" actId="20577"/>
          <ac:spMkLst>
            <pc:docMk/>
            <pc:sldMk cId="2967862668" sldId="266"/>
            <ac:spMk id="3" creationId="{86D3C253-147B-B7E8-A853-54828CF7FFA5}"/>
          </ac:spMkLst>
        </pc:spChg>
      </pc:sldChg>
      <pc:sldChg chg="new del">
        <pc:chgData name="Jha, Aryan Ritwajeet" userId="2aad577e-539b-449b-83a6-8d411f484b4d" providerId="ADAL" clId="{668F3AC5-37B3-4971-8FAF-596261E67C9E}" dt="2025-11-03T09:19:11.978" v="302" actId="47"/>
        <pc:sldMkLst>
          <pc:docMk/>
          <pc:sldMk cId="3161166719" sldId="266"/>
        </pc:sldMkLst>
      </pc:sldChg>
      <pc:sldChg chg="modSp new del mod">
        <pc:chgData name="Jha, Aryan Ritwajeet" userId="2aad577e-539b-449b-83a6-8d411f484b4d" providerId="ADAL" clId="{668F3AC5-37B3-4971-8FAF-596261E67C9E}" dt="2025-11-03T10:49:52.881" v="737" actId="47"/>
        <pc:sldMkLst>
          <pc:docMk/>
          <pc:sldMk cId="2367540333" sldId="267"/>
        </pc:sldMkLst>
        <pc:spChg chg="mod">
          <ac:chgData name="Jha, Aryan Ritwajeet" userId="2aad577e-539b-449b-83a6-8d411f484b4d" providerId="ADAL" clId="{668F3AC5-37B3-4971-8FAF-596261E67C9E}" dt="2025-11-03T10:43:01.993" v="679"/>
          <ac:spMkLst>
            <pc:docMk/>
            <pc:sldMk cId="2367540333" sldId="267"/>
            <ac:spMk id="2" creationId="{BA0516CE-A108-158E-E6D3-D0402A0EC763}"/>
          </ac:spMkLst>
        </pc:spChg>
      </pc:sldChg>
      <pc:sldChg chg="addSp delSp modSp new mod">
        <pc:chgData name="Jha, Aryan Ritwajeet" userId="2aad577e-539b-449b-83a6-8d411f484b4d" providerId="ADAL" clId="{668F3AC5-37B3-4971-8FAF-596261E67C9E}" dt="2025-11-03T18:55:10.990" v="4558" actId="207"/>
        <pc:sldMkLst>
          <pc:docMk/>
          <pc:sldMk cId="1899154506" sldId="268"/>
        </pc:sldMkLst>
        <pc:spChg chg="mod">
          <ac:chgData name="Jha, Aryan Ritwajeet" userId="2aad577e-539b-449b-83a6-8d411f484b4d" providerId="ADAL" clId="{668F3AC5-37B3-4971-8FAF-596261E67C9E}" dt="2025-11-03T10:52:46.309" v="970" actId="20577"/>
          <ac:spMkLst>
            <pc:docMk/>
            <pc:sldMk cId="1899154506" sldId="268"/>
            <ac:spMk id="2" creationId="{73632913-2E6C-A0C8-871C-1FE158E71B11}"/>
          </ac:spMkLst>
        </pc:spChg>
        <pc:spChg chg="del">
          <ac:chgData name="Jha, Aryan Ritwajeet" userId="2aad577e-539b-449b-83a6-8d411f484b4d" providerId="ADAL" clId="{668F3AC5-37B3-4971-8FAF-596261E67C9E}" dt="2025-11-03T18:39:14.786" v="2721" actId="478"/>
          <ac:spMkLst>
            <pc:docMk/>
            <pc:sldMk cId="1899154506" sldId="268"/>
            <ac:spMk id="3" creationId="{7912041E-7778-83CA-D5BC-A03D97D41402}"/>
          </ac:spMkLst>
        </pc:spChg>
        <pc:spChg chg="mod">
          <ac:chgData name="Jha, Aryan Ritwajeet" userId="2aad577e-539b-449b-83a6-8d411f484b4d" providerId="ADAL" clId="{668F3AC5-37B3-4971-8FAF-596261E67C9E}" dt="2025-11-03T18:39:45.874" v="2762" actId="20577"/>
          <ac:spMkLst>
            <pc:docMk/>
            <pc:sldMk cId="1899154506" sldId="268"/>
            <ac:spMk id="4" creationId="{E60CC5AA-6BAE-1E5D-75F9-BC45CEF29067}"/>
          </ac:spMkLst>
        </pc:spChg>
        <pc:spChg chg="mod">
          <ac:chgData name="Jha, Aryan Ritwajeet" userId="2aad577e-539b-449b-83a6-8d411f484b4d" providerId="ADAL" clId="{668F3AC5-37B3-4971-8FAF-596261E67C9E}" dt="2025-11-03T18:39:08.185" v="2720" actId="207"/>
          <ac:spMkLst>
            <pc:docMk/>
            <pc:sldMk cId="1899154506" sldId="268"/>
            <ac:spMk id="6" creationId="{9C4ED044-0710-8EB9-F676-3FBBBA149991}"/>
          </ac:spMkLst>
        </pc:spChg>
        <pc:spChg chg="mod">
          <ac:chgData name="Jha, Aryan Ritwajeet" userId="2aad577e-539b-449b-83a6-8d411f484b4d" providerId="ADAL" clId="{668F3AC5-37B3-4971-8FAF-596261E67C9E}" dt="2025-11-03T18:39:08.185" v="2720" actId="207"/>
          <ac:spMkLst>
            <pc:docMk/>
            <pc:sldMk cId="1899154506" sldId="268"/>
            <ac:spMk id="8" creationId="{63E45096-8D74-B1D5-872E-FF4298F8BF60}"/>
          </ac:spMkLst>
        </pc:spChg>
        <pc:spChg chg="add mod">
          <ac:chgData name="Jha, Aryan Ritwajeet" userId="2aad577e-539b-449b-83a6-8d411f484b4d" providerId="ADAL" clId="{668F3AC5-37B3-4971-8FAF-596261E67C9E}" dt="2025-11-03T18:39:08.185" v="2720" actId="207"/>
          <ac:spMkLst>
            <pc:docMk/>
            <pc:sldMk cId="1899154506" sldId="268"/>
            <ac:spMk id="10" creationId="{FC9EBA31-DEF2-E3CD-91B0-29B7B74BF091}"/>
          </ac:spMkLst>
        </pc:spChg>
        <pc:spChg chg="mod">
          <ac:chgData name="Jha, Aryan Ritwajeet" userId="2aad577e-539b-449b-83a6-8d411f484b4d" providerId="ADAL" clId="{668F3AC5-37B3-4971-8FAF-596261E67C9E}" dt="2025-11-03T18:55:10.990" v="4558" actId="207"/>
          <ac:spMkLst>
            <pc:docMk/>
            <pc:sldMk cId="1899154506" sldId="268"/>
            <ac:spMk id="12" creationId="{DAD73743-AD35-A591-A156-AF77CAFD4E92}"/>
          </ac:spMkLst>
        </pc:spChg>
        <pc:spChg chg="add mod">
          <ac:chgData name="Jha, Aryan Ritwajeet" userId="2aad577e-539b-449b-83a6-8d411f484b4d" providerId="ADAL" clId="{668F3AC5-37B3-4971-8FAF-596261E67C9E}" dt="2025-11-03T18:40:39.727" v="2832" actId="207"/>
          <ac:spMkLst>
            <pc:docMk/>
            <pc:sldMk cId="1899154506" sldId="268"/>
            <ac:spMk id="15" creationId="{576DC05A-9719-4AEE-0B05-2DB427F1EF72}"/>
          </ac:spMkLst>
        </pc:spChg>
        <pc:spChg chg="add mod">
          <ac:chgData name="Jha, Aryan Ritwajeet" userId="2aad577e-539b-449b-83a6-8d411f484b4d" providerId="ADAL" clId="{668F3AC5-37B3-4971-8FAF-596261E67C9E}" dt="2025-11-03T18:37:41.104" v="2706" actId="14100"/>
          <ac:spMkLst>
            <pc:docMk/>
            <pc:sldMk cId="1899154506" sldId="268"/>
            <ac:spMk id="16" creationId="{DCDD437D-0F64-F155-5DD3-2E6F38481AA6}"/>
          </ac:spMkLst>
        </pc:spChg>
        <pc:spChg chg="mod">
          <ac:chgData name="Jha, Aryan Ritwajeet" userId="2aad577e-539b-449b-83a6-8d411f484b4d" providerId="ADAL" clId="{668F3AC5-37B3-4971-8FAF-596261E67C9E}" dt="2025-11-03T18:38:29.761" v="2717" actId="207"/>
          <ac:spMkLst>
            <pc:docMk/>
            <pc:sldMk cId="1899154506" sldId="268"/>
            <ac:spMk id="18" creationId="{CDC67FF6-ECCF-A387-9976-9C9C3B0265F8}"/>
          </ac:spMkLst>
        </pc:spChg>
        <pc:spChg chg="mod">
          <ac:chgData name="Jha, Aryan Ritwajeet" userId="2aad577e-539b-449b-83a6-8d411f484b4d" providerId="ADAL" clId="{668F3AC5-37B3-4971-8FAF-596261E67C9E}" dt="2025-11-03T18:38:29.761" v="2717" actId="207"/>
          <ac:spMkLst>
            <pc:docMk/>
            <pc:sldMk cId="1899154506" sldId="268"/>
            <ac:spMk id="19" creationId="{3744985B-255E-27F5-D15C-842C45773AD1}"/>
          </ac:spMkLst>
        </pc:spChg>
        <pc:spChg chg="mod">
          <ac:chgData name="Jha, Aryan Ritwajeet" userId="2aad577e-539b-449b-83a6-8d411f484b4d" providerId="ADAL" clId="{668F3AC5-37B3-4971-8FAF-596261E67C9E}" dt="2025-11-03T18:38:29.761" v="2717" actId="207"/>
          <ac:spMkLst>
            <pc:docMk/>
            <pc:sldMk cId="1899154506" sldId="268"/>
            <ac:spMk id="20" creationId="{DF7DDD79-5911-5017-1651-DB8E8ADA2153}"/>
          </ac:spMkLst>
        </pc:spChg>
        <pc:spChg chg="mod">
          <ac:chgData name="Jha, Aryan Ritwajeet" userId="2aad577e-539b-449b-83a6-8d411f484b4d" providerId="ADAL" clId="{668F3AC5-37B3-4971-8FAF-596261E67C9E}" dt="2025-11-03T18:38:29.761" v="2717" actId="207"/>
          <ac:spMkLst>
            <pc:docMk/>
            <pc:sldMk cId="1899154506" sldId="268"/>
            <ac:spMk id="21" creationId="{6BD5636D-5CE1-E5FB-4803-C346A87A4659}"/>
          </ac:spMkLst>
        </pc:spChg>
        <pc:spChg chg="mod">
          <ac:chgData name="Jha, Aryan Ritwajeet" userId="2aad577e-539b-449b-83a6-8d411f484b4d" providerId="ADAL" clId="{668F3AC5-37B3-4971-8FAF-596261E67C9E}" dt="2025-11-03T18:38:29.761" v="2717" actId="207"/>
          <ac:spMkLst>
            <pc:docMk/>
            <pc:sldMk cId="1899154506" sldId="268"/>
            <ac:spMk id="22" creationId="{C70DE9FE-8D02-9439-EF10-8B54B58A0A42}"/>
          </ac:spMkLst>
        </pc:spChg>
        <pc:spChg chg="add del mod">
          <ac:chgData name="Jha, Aryan Ritwajeet" userId="2aad577e-539b-449b-83a6-8d411f484b4d" providerId="ADAL" clId="{668F3AC5-37B3-4971-8FAF-596261E67C9E}" dt="2025-11-03T18:36:35.433" v="2690" actId="478"/>
          <ac:spMkLst>
            <pc:docMk/>
            <pc:sldMk cId="1899154506" sldId="268"/>
            <ac:spMk id="23" creationId="{485BB815-7DD7-9E01-D8DB-78E5BE09B6AB}"/>
          </ac:spMkLst>
        </pc:spChg>
        <pc:spChg chg="add mod">
          <ac:chgData name="Jha, Aryan Ritwajeet" userId="2aad577e-539b-449b-83a6-8d411f484b4d" providerId="ADAL" clId="{668F3AC5-37B3-4971-8FAF-596261E67C9E}" dt="2025-11-03T18:39:08.185" v="2720" actId="207"/>
          <ac:spMkLst>
            <pc:docMk/>
            <pc:sldMk cId="1899154506" sldId="268"/>
            <ac:spMk id="25" creationId="{DBA0849A-9F15-E3E6-E4D3-6777B3A9D837}"/>
          </ac:spMkLst>
        </pc:spChg>
        <pc:spChg chg="add mod">
          <ac:chgData name="Jha, Aryan Ritwajeet" userId="2aad577e-539b-449b-83a6-8d411f484b4d" providerId="ADAL" clId="{668F3AC5-37B3-4971-8FAF-596261E67C9E}" dt="2025-11-03T18:39:08.185" v="2720" actId="207"/>
          <ac:spMkLst>
            <pc:docMk/>
            <pc:sldMk cId="1899154506" sldId="268"/>
            <ac:spMk id="27" creationId="{7DA70D93-2B39-BBE2-B8CE-7958C3455F1C}"/>
          </ac:spMkLst>
        </pc:spChg>
        <pc:spChg chg="add mod">
          <ac:chgData name="Jha, Aryan Ritwajeet" userId="2aad577e-539b-449b-83a6-8d411f484b4d" providerId="ADAL" clId="{668F3AC5-37B3-4971-8FAF-596261E67C9E}" dt="2025-11-03T18:39:08.185" v="2720" actId="207"/>
          <ac:spMkLst>
            <pc:docMk/>
            <pc:sldMk cId="1899154506" sldId="268"/>
            <ac:spMk id="28" creationId="{9435F83B-83B5-E95F-817F-15D6EA7553B3}"/>
          </ac:spMkLst>
        </pc:spChg>
        <pc:spChg chg="del">
          <ac:chgData name="Jha, Aryan Ritwajeet" userId="2aad577e-539b-449b-83a6-8d411f484b4d" providerId="ADAL" clId="{668F3AC5-37B3-4971-8FAF-596261E67C9E}" dt="2025-11-03T18:37:46.578" v="2707" actId="478"/>
          <ac:spMkLst>
            <pc:docMk/>
            <pc:sldMk cId="1899154506" sldId="268"/>
            <ac:spMk id="29" creationId="{B8CC5EEC-1D3C-FB98-993F-6D007CA5E650}"/>
          </ac:spMkLst>
        </pc:spChg>
        <pc:spChg chg="add del mod">
          <ac:chgData name="Jha, Aryan Ritwajeet" userId="2aad577e-539b-449b-83a6-8d411f484b4d" providerId="ADAL" clId="{668F3AC5-37B3-4971-8FAF-596261E67C9E}" dt="2025-11-03T18:37:48.388" v="2708" actId="478"/>
          <ac:spMkLst>
            <pc:docMk/>
            <pc:sldMk cId="1899154506" sldId="268"/>
            <ac:spMk id="30" creationId="{DC4E9DAA-9231-0641-5807-9907D2A86633}"/>
          </ac:spMkLst>
        </pc:spChg>
        <pc:grpChg chg="mod">
          <ac:chgData name="Jha, Aryan Ritwajeet" userId="2aad577e-539b-449b-83a6-8d411f484b4d" providerId="ADAL" clId="{668F3AC5-37B3-4971-8FAF-596261E67C9E}" dt="2025-11-03T18:36:57.350" v="2697" actId="1076"/>
          <ac:grpSpMkLst>
            <pc:docMk/>
            <pc:sldMk cId="1899154506" sldId="268"/>
            <ac:grpSpMk id="17" creationId="{5CF5D4D1-2EFD-6646-F454-C94A3821882B}"/>
          </ac:grpSpMkLst>
        </pc:grpChg>
        <pc:picChg chg="mod">
          <ac:chgData name="Jha, Aryan Ritwajeet" userId="2aad577e-539b-449b-83a6-8d411f484b4d" providerId="ADAL" clId="{668F3AC5-37B3-4971-8FAF-596261E67C9E}" dt="2025-11-03T18:37:36.481" v="2705" actId="14100"/>
          <ac:picMkLst>
            <pc:docMk/>
            <pc:sldMk cId="1899154506" sldId="268"/>
            <ac:picMk id="9" creationId="{138CDAC9-1C8A-E512-0546-34A345B43A00}"/>
          </ac:picMkLst>
        </pc:picChg>
        <pc:picChg chg="mod">
          <ac:chgData name="Jha, Aryan Ritwajeet" userId="2aad577e-539b-449b-83a6-8d411f484b4d" providerId="ADAL" clId="{668F3AC5-37B3-4971-8FAF-596261E67C9E}" dt="2025-11-03T18:37:53.541" v="2709" actId="1076"/>
          <ac:picMkLst>
            <pc:docMk/>
            <pc:sldMk cId="1899154506" sldId="268"/>
            <ac:picMk id="11" creationId="{78B5653A-AB14-05BC-C0DC-73BEAAE15181}"/>
          </ac:picMkLst>
        </pc:picChg>
        <pc:picChg chg="mod">
          <ac:chgData name="Jha, Aryan Ritwajeet" userId="2aad577e-539b-449b-83a6-8d411f484b4d" providerId="ADAL" clId="{668F3AC5-37B3-4971-8FAF-596261E67C9E}" dt="2025-11-03T18:37:22.999" v="2703" actId="1076"/>
          <ac:picMkLst>
            <pc:docMk/>
            <pc:sldMk cId="1899154506" sldId="268"/>
            <ac:picMk id="24" creationId="{6CB6920B-7FF0-B2FE-16C0-CFD31D204FD6}"/>
          </ac:picMkLst>
        </pc:picChg>
        <pc:cxnChg chg="mod">
          <ac:chgData name="Jha, Aryan Ritwajeet" userId="2aad577e-539b-449b-83a6-8d411f484b4d" providerId="ADAL" clId="{668F3AC5-37B3-4971-8FAF-596261E67C9E}" dt="2025-11-03T18:37:53.541" v="2709" actId="1076"/>
          <ac:cxnSpMkLst>
            <pc:docMk/>
            <pc:sldMk cId="1899154506" sldId="268"/>
            <ac:cxnSpMk id="26" creationId="{508CEBBD-F206-5554-F7EA-125A235C8C9A}"/>
          </ac:cxnSpMkLst>
        </pc:cxnChg>
      </pc:sldChg>
      <pc:sldChg chg="modSp add mod ord">
        <pc:chgData name="Jha, Aryan Ritwajeet" userId="2aad577e-539b-449b-83a6-8d411f484b4d" providerId="ADAL" clId="{668F3AC5-37B3-4971-8FAF-596261E67C9E}" dt="2025-11-03T19:08:52.185" v="5790" actId="20577"/>
        <pc:sldMkLst>
          <pc:docMk/>
          <pc:sldMk cId="1991280987" sldId="269"/>
        </pc:sldMkLst>
        <pc:spChg chg="mod">
          <ac:chgData name="Jha, Aryan Ritwajeet" userId="2aad577e-539b-449b-83a6-8d411f484b4d" providerId="ADAL" clId="{668F3AC5-37B3-4971-8FAF-596261E67C9E}" dt="2025-11-03T11:14:17.189" v="1328" actId="20577"/>
          <ac:spMkLst>
            <pc:docMk/>
            <pc:sldMk cId="1991280987" sldId="269"/>
            <ac:spMk id="2" creationId="{D7AB711E-11A9-B115-9B45-D4969C177B69}"/>
          </ac:spMkLst>
        </pc:spChg>
        <pc:spChg chg="mod">
          <ac:chgData name="Jha, Aryan Ritwajeet" userId="2aad577e-539b-449b-83a6-8d411f484b4d" providerId="ADAL" clId="{668F3AC5-37B3-4971-8FAF-596261E67C9E}" dt="2025-11-03T19:08:52.185" v="5790" actId="20577"/>
          <ac:spMkLst>
            <pc:docMk/>
            <pc:sldMk cId="1991280987" sldId="269"/>
            <ac:spMk id="3" creationId="{D51D3EAA-CFA8-7B73-5D4C-BB0DBD88FCD8}"/>
          </ac:spMkLst>
        </pc:spChg>
      </pc:sldChg>
      <pc:sldChg chg="addSp delSp modSp add mod">
        <pc:chgData name="Jha, Aryan Ritwajeet" userId="2aad577e-539b-449b-83a6-8d411f484b4d" providerId="ADAL" clId="{668F3AC5-37B3-4971-8FAF-596261E67C9E}" dt="2025-11-03T11:46:36.627" v="2688" actId="20577"/>
        <pc:sldMkLst>
          <pc:docMk/>
          <pc:sldMk cId="2769015473" sldId="270"/>
        </pc:sldMkLst>
        <pc:spChg chg="mod">
          <ac:chgData name="Jha, Aryan Ritwajeet" userId="2aad577e-539b-449b-83a6-8d411f484b4d" providerId="ADAL" clId="{668F3AC5-37B3-4971-8FAF-596261E67C9E}" dt="2025-11-03T11:46:36.627" v="2688" actId="20577"/>
          <ac:spMkLst>
            <pc:docMk/>
            <pc:sldMk cId="2769015473" sldId="270"/>
            <ac:spMk id="2" creationId="{EEB93C9D-80F7-8CE3-64F8-D914AC75463F}"/>
          </ac:spMkLst>
        </pc:spChg>
        <pc:spChg chg="mod">
          <ac:chgData name="Jha, Aryan Ritwajeet" userId="2aad577e-539b-449b-83a6-8d411f484b4d" providerId="ADAL" clId="{668F3AC5-37B3-4971-8FAF-596261E67C9E}" dt="2025-11-03T11:45:02.673" v="2687" actId="179"/>
          <ac:spMkLst>
            <pc:docMk/>
            <pc:sldMk cId="2769015473" sldId="270"/>
            <ac:spMk id="3" creationId="{8A6DC8E5-36EA-0DCA-625A-C98D1493817D}"/>
          </ac:spMkLst>
        </pc:spChg>
        <pc:picChg chg="add del">
          <ac:chgData name="Jha, Aryan Ritwajeet" userId="2aad577e-539b-449b-83a6-8d411f484b4d" providerId="ADAL" clId="{668F3AC5-37B3-4971-8FAF-596261E67C9E}" dt="2025-11-03T11:33:55.713" v="2430" actId="22"/>
          <ac:picMkLst>
            <pc:docMk/>
            <pc:sldMk cId="2769015473" sldId="270"/>
            <ac:picMk id="5" creationId="{52738A1B-8383-8648-DA85-726A925BD8F0}"/>
          </ac:picMkLst>
        </pc:picChg>
      </pc:sldChg>
      <pc:sldChg chg="addSp delSp modSp add mod">
        <pc:chgData name="Jha, Aryan Ritwajeet" userId="2aad577e-539b-449b-83a6-8d411f484b4d" providerId="ADAL" clId="{668F3AC5-37B3-4971-8FAF-596261E67C9E}" dt="2025-11-03T18:49:38.019" v="3842" actId="113"/>
        <pc:sldMkLst>
          <pc:docMk/>
          <pc:sldMk cId="922881303" sldId="271"/>
        </pc:sldMkLst>
        <pc:spChg chg="add mod">
          <ac:chgData name="Jha, Aryan Ritwajeet" userId="2aad577e-539b-449b-83a6-8d411f484b4d" providerId="ADAL" clId="{668F3AC5-37B3-4971-8FAF-596261E67C9E}" dt="2025-11-03T18:49:38.019" v="3842" actId="113"/>
          <ac:spMkLst>
            <pc:docMk/>
            <pc:sldMk cId="922881303" sldId="271"/>
            <ac:spMk id="3" creationId="{145F52D6-C8EB-E720-50E5-86CB12ED7A8D}"/>
          </ac:spMkLst>
        </pc:spChg>
        <pc:spChg chg="mod">
          <ac:chgData name="Jha, Aryan Ritwajeet" userId="2aad577e-539b-449b-83a6-8d411f484b4d" providerId="ADAL" clId="{668F3AC5-37B3-4971-8FAF-596261E67C9E}" dt="2025-11-03T18:40:19.949" v="2824" actId="20577"/>
          <ac:spMkLst>
            <pc:docMk/>
            <pc:sldMk cId="922881303" sldId="271"/>
            <ac:spMk id="4" creationId="{DCBEF7F0-175E-7829-B225-A7217D4E492A}"/>
          </ac:spMkLst>
        </pc:spChg>
        <pc:spChg chg="del">
          <ac:chgData name="Jha, Aryan Ritwajeet" userId="2aad577e-539b-449b-83a6-8d411f484b4d" providerId="ADAL" clId="{668F3AC5-37B3-4971-8FAF-596261E67C9E}" dt="2025-11-03T18:40:24.297" v="2825" actId="478"/>
          <ac:spMkLst>
            <pc:docMk/>
            <pc:sldMk cId="922881303" sldId="271"/>
            <ac:spMk id="6" creationId="{28354683-751A-05CC-A180-75E960B05B2E}"/>
          </ac:spMkLst>
        </pc:spChg>
        <pc:spChg chg="del">
          <ac:chgData name="Jha, Aryan Ritwajeet" userId="2aad577e-539b-449b-83a6-8d411f484b4d" providerId="ADAL" clId="{668F3AC5-37B3-4971-8FAF-596261E67C9E}" dt="2025-11-03T18:40:24.297" v="2825" actId="478"/>
          <ac:spMkLst>
            <pc:docMk/>
            <pc:sldMk cId="922881303" sldId="271"/>
            <ac:spMk id="8" creationId="{5D3315B5-AAFB-57FF-F5FD-21C00AB7992F}"/>
          </ac:spMkLst>
        </pc:spChg>
        <pc:spChg chg="del">
          <ac:chgData name="Jha, Aryan Ritwajeet" userId="2aad577e-539b-449b-83a6-8d411f484b4d" providerId="ADAL" clId="{668F3AC5-37B3-4971-8FAF-596261E67C9E}" dt="2025-11-03T18:40:24.297" v="2825" actId="478"/>
          <ac:spMkLst>
            <pc:docMk/>
            <pc:sldMk cId="922881303" sldId="271"/>
            <ac:spMk id="10" creationId="{D4C6A0FF-386A-B89D-2958-CAF1ABF87C0A}"/>
          </ac:spMkLst>
        </pc:spChg>
        <pc:spChg chg="del">
          <ac:chgData name="Jha, Aryan Ritwajeet" userId="2aad577e-539b-449b-83a6-8d411f484b4d" providerId="ADAL" clId="{668F3AC5-37B3-4971-8FAF-596261E67C9E}" dt="2025-11-03T18:40:24.297" v="2825" actId="478"/>
          <ac:spMkLst>
            <pc:docMk/>
            <pc:sldMk cId="922881303" sldId="271"/>
            <ac:spMk id="12" creationId="{4952014B-AD53-3EF7-8C04-D2810DB9A89D}"/>
          </ac:spMkLst>
        </pc:spChg>
        <pc:spChg chg="del">
          <ac:chgData name="Jha, Aryan Ritwajeet" userId="2aad577e-539b-449b-83a6-8d411f484b4d" providerId="ADAL" clId="{668F3AC5-37B3-4971-8FAF-596261E67C9E}" dt="2025-11-03T18:40:24.297" v="2825" actId="478"/>
          <ac:spMkLst>
            <pc:docMk/>
            <pc:sldMk cId="922881303" sldId="271"/>
            <ac:spMk id="14" creationId="{FB5264FC-FA7A-BA92-5B52-D8E80E3BBAF3}"/>
          </ac:spMkLst>
        </pc:spChg>
        <pc:spChg chg="del">
          <ac:chgData name="Jha, Aryan Ritwajeet" userId="2aad577e-539b-449b-83a6-8d411f484b4d" providerId="ADAL" clId="{668F3AC5-37B3-4971-8FAF-596261E67C9E}" dt="2025-11-03T18:40:24.297" v="2825" actId="478"/>
          <ac:spMkLst>
            <pc:docMk/>
            <pc:sldMk cId="922881303" sldId="271"/>
            <ac:spMk id="15" creationId="{96E5EBDA-DCCB-C17F-A5B1-CE84D3F2001C}"/>
          </ac:spMkLst>
        </pc:spChg>
        <pc:spChg chg="del">
          <ac:chgData name="Jha, Aryan Ritwajeet" userId="2aad577e-539b-449b-83a6-8d411f484b4d" providerId="ADAL" clId="{668F3AC5-37B3-4971-8FAF-596261E67C9E}" dt="2025-11-03T18:40:24.297" v="2825" actId="478"/>
          <ac:spMkLst>
            <pc:docMk/>
            <pc:sldMk cId="922881303" sldId="271"/>
            <ac:spMk id="16" creationId="{5999B8C9-5F10-0BF7-375A-6668BE20F0CD}"/>
          </ac:spMkLst>
        </pc:spChg>
        <pc:spChg chg="del mod">
          <ac:chgData name="Jha, Aryan Ritwajeet" userId="2aad577e-539b-449b-83a6-8d411f484b4d" providerId="ADAL" clId="{668F3AC5-37B3-4971-8FAF-596261E67C9E}" dt="2025-11-03T18:40:28.137" v="2829" actId="478"/>
          <ac:spMkLst>
            <pc:docMk/>
            <pc:sldMk cId="922881303" sldId="271"/>
            <ac:spMk id="25" creationId="{97B96684-668D-8B42-5612-5E78EB197B1C}"/>
          </ac:spMkLst>
        </pc:spChg>
        <pc:spChg chg="del">
          <ac:chgData name="Jha, Aryan Ritwajeet" userId="2aad577e-539b-449b-83a6-8d411f484b4d" providerId="ADAL" clId="{668F3AC5-37B3-4971-8FAF-596261E67C9E}" dt="2025-11-03T18:40:24.297" v="2825" actId="478"/>
          <ac:spMkLst>
            <pc:docMk/>
            <pc:sldMk cId="922881303" sldId="271"/>
            <ac:spMk id="27" creationId="{502FA720-17D7-63D9-C21A-C9D7B4F5A9BC}"/>
          </ac:spMkLst>
        </pc:spChg>
        <pc:spChg chg="del">
          <ac:chgData name="Jha, Aryan Ritwajeet" userId="2aad577e-539b-449b-83a6-8d411f484b4d" providerId="ADAL" clId="{668F3AC5-37B3-4971-8FAF-596261E67C9E}" dt="2025-11-03T18:40:29.065" v="2830" actId="478"/>
          <ac:spMkLst>
            <pc:docMk/>
            <pc:sldMk cId="922881303" sldId="271"/>
            <ac:spMk id="28" creationId="{A735D0F0-B823-F35C-FACF-ABB45DDB5433}"/>
          </ac:spMkLst>
        </pc:spChg>
        <pc:grpChg chg="del">
          <ac:chgData name="Jha, Aryan Ritwajeet" userId="2aad577e-539b-449b-83a6-8d411f484b4d" providerId="ADAL" clId="{668F3AC5-37B3-4971-8FAF-596261E67C9E}" dt="2025-11-03T18:40:25.542" v="2826" actId="478"/>
          <ac:grpSpMkLst>
            <pc:docMk/>
            <pc:sldMk cId="922881303" sldId="271"/>
            <ac:grpSpMk id="17" creationId="{041AB4E4-9456-0473-37DD-89C4070A9AB1}"/>
          </ac:grpSpMkLst>
        </pc:grpChg>
        <pc:picChg chg="del">
          <ac:chgData name="Jha, Aryan Ritwajeet" userId="2aad577e-539b-449b-83a6-8d411f484b4d" providerId="ADAL" clId="{668F3AC5-37B3-4971-8FAF-596261E67C9E}" dt="2025-11-03T18:40:24.297" v="2825" actId="478"/>
          <ac:picMkLst>
            <pc:docMk/>
            <pc:sldMk cId="922881303" sldId="271"/>
            <ac:picMk id="5" creationId="{823E84B2-8096-5584-F34A-F344A404EAC6}"/>
          </ac:picMkLst>
        </pc:picChg>
        <pc:picChg chg="del">
          <ac:chgData name="Jha, Aryan Ritwajeet" userId="2aad577e-539b-449b-83a6-8d411f484b4d" providerId="ADAL" clId="{668F3AC5-37B3-4971-8FAF-596261E67C9E}" dt="2025-11-03T18:40:24.297" v="2825" actId="478"/>
          <ac:picMkLst>
            <pc:docMk/>
            <pc:sldMk cId="922881303" sldId="271"/>
            <ac:picMk id="9" creationId="{41B8AFAA-1415-C54C-3A41-FEE23CB8FD8E}"/>
          </ac:picMkLst>
        </pc:picChg>
        <pc:picChg chg="del">
          <ac:chgData name="Jha, Aryan Ritwajeet" userId="2aad577e-539b-449b-83a6-8d411f484b4d" providerId="ADAL" clId="{668F3AC5-37B3-4971-8FAF-596261E67C9E}" dt="2025-11-03T18:40:26.017" v="2827" actId="478"/>
          <ac:picMkLst>
            <pc:docMk/>
            <pc:sldMk cId="922881303" sldId="271"/>
            <ac:picMk id="24" creationId="{D971E474-602C-08DE-B267-3F90CBD7EE77}"/>
          </ac:picMkLst>
        </pc:picChg>
      </pc:sldChg>
      <pc:sldChg chg="new del">
        <pc:chgData name="Jha, Aryan Ritwajeet" userId="2aad577e-539b-449b-83a6-8d411f484b4d" providerId="ADAL" clId="{668F3AC5-37B3-4971-8FAF-596261E67C9E}" dt="2025-11-03T18:40:00.947" v="2764" actId="47"/>
        <pc:sldMkLst>
          <pc:docMk/>
          <pc:sldMk cId="2716617720" sldId="271"/>
        </pc:sldMkLst>
      </pc:sldChg>
      <pc:sldChg chg="new del">
        <pc:chgData name="Jha, Aryan Ritwajeet" userId="2aad577e-539b-449b-83a6-8d411f484b4d" providerId="ADAL" clId="{668F3AC5-37B3-4971-8FAF-596261E67C9E}" dt="2025-11-03T19:01:54.800" v="5056" actId="47"/>
        <pc:sldMkLst>
          <pc:docMk/>
          <pc:sldMk cId="1612701881" sldId="272"/>
        </pc:sldMkLst>
      </pc:sldChg>
      <pc:sldChg chg="modSp add mod">
        <pc:chgData name="Jha, Aryan Ritwajeet" userId="2aad577e-539b-449b-83a6-8d411f484b4d" providerId="ADAL" clId="{668F3AC5-37B3-4971-8FAF-596261E67C9E}" dt="2025-11-03T19:01:28.296" v="5054" actId="20577"/>
        <pc:sldMkLst>
          <pc:docMk/>
          <pc:sldMk cId="842242191" sldId="273"/>
        </pc:sldMkLst>
        <pc:spChg chg="mod">
          <ac:chgData name="Jha, Aryan Ritwajeet" userId="2aad577e-539b-449b-83a6-8d411f484b4d" providerId="ADAL" clId="{668F3AC5-37B3-4971-8FAF-596261E67C9E}" dt="2025-11-03T19:01:28.296" v="5054" actId="20577"/>
          <ac:spMkLst>
            <pc:docMk/>
            <pc:sldMk cId="842242191" sldId="273"/>
            <ac:spMk id="3" creationId="{D8273286-B566-0D81-33B8-2B759406F2B0}"/>
          </ac:spMkLst>
        </pc:spChg>
        <pc:spChg chg="mod">
          <ac:chgData name="Jha, Aryan Ritwajeet" userId="2aad577e-539b-449b-83a6-8d411f484b4d" providerId="ADAL" clId="{668F3AC5-37B3-4971-8FAF-596261E67C9E}" dt="2025-11-03T18:50:38.262" v="3912" actId="20577"/>
          <ac:spMkLst>
            <pc:docMk/>
            <pc:sldMk cId="842242191" sldId="273"/>
            <ac:spMk id="4" creationId="{0C51CA68-037A-52E3-0351-E834A8CDDF11}"/>
          </ac:spMkLst>
        </pc:spChg>
      </pc:sldChg>
      <pc:sldChg chg="modSp add mod">
        <pc:chgData name="Jha, Aryan Ritwajeet" userId="2aad577e-539b-449b-83a6-8d411f484b4d" providerId="ADAL" clId="{668F3AC5-37B3-4971-8FAF-596261E67C9E}" dt="2025-11-03T19:05:58.309" v="5704" actId="5793"/>
        <pc:sldMkLst>
          <pc:docMk/>
          <pc:sldMk cId="3657618561" sldId="274"/>
        </pc:sldMkLst>
        <pc:spChg chg="mod">
          <ac:chgData name="Jha, Aryan Ritwajeet" userId="2aad577e-539b-449b-83a6-8d411f484b4d" providerId="ADAL" clId="{668F3AC5-37B3-4971-8FAF-596261E67C9E}" dt="2025-11-03T19:05:58.309" v="5704" actId="5793"/>
          <ac:spMkLst>
            <pc:docMk/>
            <pc:sldMk cId="3657618561" sldId="274"/>
            <ac:spMk id="3" creationId="{DF287A1B-B4B9-2B60-C437-ABACC19ACC72}"/>
          </ac:spMkLst>
        </pc:spChg>
        <pc:spChg chg="mod">
          <ac:chgData name="Jha, Aryan Ritwajeet" userId="2aad577e-539b-449b-83a6-8d411f484b4d" providerId="ADAL" clId="{668F3AC5-37B3-4971-8FAF-596261E67C9E}" dt="2025-11-03T19:02:09.845" v="5118" actId="20577"/>
          <ac:spMkLst>
            <pc:docMk/>
            <pc:sldMk cId="3657618561" sldId="274"/>
            <ac:spMk id="4" creationId="{9E7DF521-7230-F721-2E77-CBA168C9BDDB}"/>
          </ac:spMkLst>
        </pc:spChg>
      </pc:sldChg>
      <pc:sldChg chg="addSp delSp modSp new mod">
        <pc:chgData name="Jha, Aryan Ritwajeet" userId="2aad577e-539b-449b-83a6-8d411f484b4d" providerId="ADAL" clId="{668F3AC5-37B3-4971-8FAF-596261E67C9E}" dt="2025-11-03T19:10:23.729" v="5800" actId="1076"/>
        <pc:sldMkLst>
          <pc:docMk/>
          <pc:sldMk cId="176846637" sldId="275"/>
        </pc:sldMkLst>
        <pc:spChg chg="mod">
          <ac:chgData name="Jha, Aryan Ritwajeet" userId="2aad577e-539b-449b-83a6-8d411f484b4d" providerId="ADAL" clId="{668F3AC5-37B3-4971-8FAF-596261E67C9E}" dt="2025-11-03T19:07:01.115" v="5759" actId="20577"/>
          <ac:spMkLst>
            <pc:docMk/>
            <pc:sldMk cId="176846637" sldId="275"/>
            <ac:spMk id="2" creationId="{02A1386A-2F0B-22DF-D45B-DB3B514753C5}"/>
          </ac:spMkLst>
        </pc:spChg>
        <pc:spChg chg="del">
          <ac:chgData name="Jha, Aryan Ritwajeet" userId="2aad577e-539b-449b-83a6-8d411f484b4d" providerId="ADAL" clId="{668F3AC5-37B3-4971-8FAF-596261E67C9E}" dt="2025-11-03T19:09:35.441" v="5791" actId="478"/>
          <ac:spMkLst>
            <pc:docMk/>
            <pc:sldMk cId="176846637" sldId="275"/>
            <ac:spMk id="3" creationId="{1C1935C1-35DC-869B-E5FF-8931670BBB2E}"/>
          </ac:spMkLst>
        </pc:spChg>
        <pc:spChg chg="mod">
          <ac:chgData name="Jha, Aryan Ritwajeet" userId="2aad577e-539b-449b-83a6-8d411f484b4d" providerId="ADAL" clId="{668F3AC5-37B3-4971-8FAF-596261E67C9E}" dt="2025-11-03T19:08:48.602" v="5785" actId="20577"/>
          <ac:spMkLst>
            <pc:docMk/>
            <pc:sldMk cId="176846637" sldId="275"/>
            <ac:spMk id="4" creationId="{C5D976B6-CAC3-C5E7-D8F7-9B732A4520FF}"/>
          </ac:spMkLst>
        </pc:spChg>
        <pc:picChg chg="add mod">
          <ac:chgData name="Jha, Aryan Ritwajeet" userId="2aad577e-539b-449b-83a6-8d411f484b4d" providerId="ADAL" clId="{668F3AC5-37B3-4971-8FAF-596261E67C9E}" dt="2025-11-03T19:10:21.599" v="5799" actId="1076"/>
          <ac:picMkLst>
            <pc:docMk/>
            <pc:sldMk cId="176846637" sldId="275"/>
            <ac:picMk id="6" creationId="{97AFB696-338E-B555-439A-CA685E07815F}"/>
          </ac:picMkLst>
        </pc:picChg>
        <pc:picChg chg="add mod">
          <ac:chgData name="Jha, Aryan Ritwajeet" userId="2aad577e-539b-449b-83a6-8d411f484b4d" providerId="ADAL" clId="{668F3AC5-37B3-4971-8FAF-596261E67C9E}" dt="2025-11-03T19:10:23.729" v="5800" actId="1076"/>
          <ac:picMkLst>
            <pc:docMk/>
            <pc:sldMk cId="176846637" sldId="275"/>
            <ac:picMk id="8" creationId="{1A89298C-3AA5-BAF1-E860-F17E0F017DA1}"/>
          </ac:picMkLst>
        </pc:picChg>
      </pc:sldChg>
      <pc:sldChg chg="new del">
        <pc:chgData name="Jha, Aryan Ritwajeet" userId="2aad577e-539b-449b-83a6-8d411f484b4d" providerId="ADAL" clId="{668F3AC5-37B3-4971-8FAF-596261E67C9E}" dt="2025-11-03T19:06:34.201" v="5706" actId="680"/>
        <pc:sldMkLst>
          <pc:docMk/>
          <pc:sldMk cId="1686322931" sldId="275"/>
        </pc:sldMkLst>
      </pc:sldChg>
      <pc:sldChg chg="new del">
        <pc:chgData name="Jha, Aryan Ritwajeet" userId="2aad577e-539b-449b-83a6-8d411f484b4d" providerId="ADAL" clId="{668F3AC5-37B3-4971-8FAF-596261E67C9E}" dt="2025-11-03T19:06:37.464" v="5708" actId="680"/>
        <pc:sldMkLst>
          <pc:docMk/>
          <pc:sldMk cId="1832636859" sldId="275"/>
        </pc:sldMkLst>
      </pc:sldChg>
      <pc:sldChg chg="addSp modSp new mod">
        <pc:chgData name="Jha, Aryan Ritwajeet" userId="2aad577e-539b-449b-83a6-8d411f484b4d" providerId="ADAL" clId="{668F3AC5-37B3-4971-8FAF-596261E67C9E}" dt="2025-11-03T19:14:52.527" v="6131" actId="20577"/>
        <pc:sldMkLst>
          <pc:docMk/>
          <pc:sldMk cId="1552255956" sldId="276"/>
        </pc:sldMkLst>
        <pc:spChg chg="mod">
          <ac:chgData name="Jha, Aryan Ritwajeet" userId="2aad577e-539b-449b-83a6-8d411f484b4d" providerId="ADAL" clId="{668F3AC5-37B3-4971-8FAF-596261E67C9E}" dt="2025-11-03T19:10:38.287" v="5802"/>
          <ac:spMkLst>
            <pc:docMk/>
            <pc:sldMk cId="1552255956" sldId="276"/>
            <ac:spMk id="2" creationId="{CE86A57B-41DB-4645-5708-80D96BEDFDB6}"/>
          </ac:spMkLst>
        </pc:spChg>
        <pc:spChg chg="mod">
          <ac:chgData name="Jha, Aryan Ritwajeet" userId="2aad577e-539b-449b-83a6-8d411f484b4d" providerId="ADAL" clId="{668F3AC5-37B3-4971-8FAF-596261E67C9E}" dt="2025-11-03T19:14:52.527" v="6131" actId="20577"/>
          <ac:spMkLst>
            <pc:docMk/>
            <pc:sldMk cId="1552255956" sldId="276"/>
            <ac:spMk id="3" creationId="{ED317036-7147-A9E6-EA6A-D0C76FCB947B}"/>
          </ac:spMkLst>
        </pc:spChg>
        <pc:spChg chg="mod">
          <ac:chgData name="Jha, Aryan Ritwajeet" userId="2aad577e-539b-449b-83a6-8d411f484b4d" providerId="ADAL" clId="{668F3AC5-37B3-4971-8FAF-596261E67C9E}" dt="2025-11-03T19:10:45.168" v="5803"/>
          <ac:spMkLst>
            <pc:docMk/>
            <pc:sldMk cId="1552255956" sldId="276"/>
            <ac:spMk id="4" creationId="{6A60684B-40AC-528D-006B-D783ABB30707}"/>
          </ac:spMkLst>
        </pc:spChg>
        <pc:spChg chg="add mod">
          <ac:chgData name="Jha, Aryan Ritwajeet" userId="2aad577e-539b-449b-83a6-8d411f484b4d" providerId="ADAL" clId="{668F3AC5-37B3-4971-8FAF-596261E67C9E}" dt="2025-11-03T19:14:32.536" v="6069" actId="20577"/>
          <ac:spMkLst>
            <pc:docMk/>
            <pc:sldMk cId="1552255956" sldId="276"/>
            <ac:spMk id="7" creationId="{753D5748-5522-3D9E-99AF-03DB594ACDBB}"/>
          </ac:spMkLst>
        </pc:spChg>
        <pc:spChg chg="add mod">
          <ac:chgData name="Jha, Aryan Ritwajeet" userId="2aad577e-539b-449b-83a6-8d411f484b4d" providerId="ADAL" clId="{668F3AC5-37B3-4971-8FAF-596261E67C9E}" dt="2025-11-03T19:14:25.107" v="6061" actId="1076"/>
          <ac:spMkLst>
            <pc:docMk/>
            <pc:sldMk cId="1552255956" sldId="276"/>
            <ac:spMk id="8" creationId="{1B0BF445-B1F8-944F-1016-A69E937CB935}"/>
          </ac:spMkLst>
        </pc:spChg>
        <pc:picChg chg="add mod">
          <ac:chgData name="Jha, Aryan Ritwajeet" userId="2aad577e-539b-449b-83a6-8d411f484b4d" providerId="ADAL" clId="{668F3AC5-37B3-4971-8FAF-596261E67C9E}" dt="2025-11-03T19:12:17.962" v="5810" actId="1076"/>
          <ac:picMkLst>
            <pc:docMk/>
            <pc:sldMk cId="1552255956" sldId="276"/>
            <ac:picMk id="6" creationId="{171E4179-B6CA-6054-3C12-1C1AABCED977}"/>
          </ac:picMkLst>
        </pc:picChg>
      </pc:sldChg>
      <pc:sldChg chg="modSp new mod">
        <pc:chgData name="Jha, Aryan Ritwajeet" userId="2aad577e-539b-449b-83a6-8d411f484b4d" providerId="ADAL" clId="{668F3AC5-37B3-4971-8FAF-596261E67C9E}" dt="2025-11-03T19:23:04.482" v="6358" actId="20577"/>
        <pc:sldMkLst>
          <pc:docMk/>
          <pc:sldMk cId="275407780" sldId="277"/>
        </pc:sldMkLst>
        <pc:spChg chg="mod">
          <ac:chgData name="Jha, Aryan Ritwajeet" userId="2aad577e-539b-449b-83a6-8d411f484b4d" providerId="ADAL" clId="{668F3AC5-37B3-4971-8FAF-596261E67C9E}" dt="2025-11-03T19:18:07.254" v="6209" actId="20577"/>
          <ac:spMkLst>
            <pc:docMk/>
            <pc:sldMk cId="275407780" sldId="277"/>
            <ac:spMk id="2" creationId="{878CF45B-104D-D06E-05D7-F3F9D555C757}"/>
          </ac:spMkLst>
        </pc:spChg>
        <pc:spChg chg="mod">
          <ac:chgData name="Jha, Aryan Ritwajeet" userId="2aad577e-539b-449b-83a6-8d411f484b4d" providerId="ADAL" clId="{668F3AC5-37B3-4971-8FAF-596261E67C9E}" dt="2025-11-03T19:23:04.482" v="6358" actId="20577"/>
          <ac:spMkLst>
            <pc:docMk/>
            <pc:sldMk cId="275407780" sldId="277"/>
            <ac:spMk id="3" creationId="{B2E2FFAC-354E-865F-2A2B-5FE87776B42F}"/>
          </ac:spMkLst>
        </pc:spChg>
      </pc:sldChg>
      <pc:sldChg chg="new del">
        <pc:chgData name="Jha, Aryan Ritwajeet" userId="2aad577e-539b-449b-83a6-8d411f484b4d" providerId="ADAL" clId="{668F3AC5-37B3-4971-8FAF-596261E67C9E}" dt="2025-11-03T19:19:08.564" v="6211" actId="680"/>
        <pc:sldMkLst>
          <pc:docMk/>
          <pc:sldMk cId="1424078895" sldId="278"/>
        </pc:sldMkLst>
      </pc:sldChg>
      <pc:sldChg chg="addSp delSp modSp new mod">
        <pc:chgData name="Jha, Aryan Ritwajeet" userId="2aad577e-539b-449b-83a6-8d411f484b4d" providerId="ADAL" clId="{668F3AC5-37B3-4971-8FAF-596261E67C9E}" dt="2025-11-03T19:21:51.323" v="6312" actId="20577"/>
        <pc:sldMkLst>
          <pc:docMk/>
          <pc:sldMk cId="3196363797" sldId="278"/>
        </pc:sldMkLst>
        <pc:spChg chg="mod">
          <ac:chgData name="Jha, Aryan Ritwajeet" userId="2aad577e-539b-449b-83a6-8d411f484b4d" providerId="ADAL" clId="{668F3AC5-37B3-4971-8FAF-596261E67C9E}" dt="2025-11-03T19:20:44.972" v="6259" actId="20577"/>
          <ac:spMkLst>
            <pc:docMk/>
            <pc:sldMk cId="3196363797" sldId="278"/>
            <ac:spMk id="2" creationId="{19D2AB32-9D82-CBE4-A8D8-0CB310BC08A2}"/>
          </ac:spMkLst>
        </pc:spChg>
        <pc:spChg chg="del">
          <ac:chgData name="Jha, Aryan Ritwajeet" userId="2aad577e-539b-449b-83a6-8d411f484b4d" providerId="ADAL" clId="{668F3AC5-37B3-4971-8FAF-596261E67C9E}" dt="2025-11-03T19:21:00.447" v="6260" actId="478"/>
          <ac:spMkLst>
            <pc:docMk/>
            <pc:sldMk cId="3196363797" sldId="278"/>
            <ac:spMk id="3" creationId="{DE389545-452E-4C18-459F-F9FB80D3AE9F}"/>
          </ac:spMkLst>
        </pc:spChg>
        <pc:spChg chg="mod">
          <ac:chgData name="Jha, Aryan Ritwajeet" userId="2aad577e-539b-449b-83a6-8d411f484b4d" providerId="ADAL" clId="{668F3AC5-37B3-4971-8FAF-596261E67C9E}" dt="2025-11-03T19:21:21.154" v="6303" actId="20577"/>
          <ac:spMkLst>
            <pc:docMk/>
            <pc:sldMk cId="3196363797" sldId="278"/>
            <ac:spMk id="4" creationId="{E3925E20-7922-CED2-932C-5FBD0F9BC525}"/>
          </ac:spMkLst>
        </pc:spChg>
        <pc:spChg chg="add mod">
          <ac:chgData name="Jha, Aryan Ritwajeet" userId="2aad577e-539b-449b-83a6-8d411f484b4d" providerId="ADAL" clId="{668F3AC5-37B3-4971-8FAF-596261E67C9E}" dt="2025-11-03T19:21:51.323" v="6312" actId="20577"/>
          <ac:spMkLst>
            <pc:docMk/>
            <pc:sldMk cId="3196363797" sldId="278"/>
            <ac:spMk id="6" creationId="{3A8446C6-E2AF-8577-AF22-C504C98B93B1}"/>
          </ac:spMkLst>
        </pc:spChg>
        <pc:inkChg chg="add mod">
          <ac:chgData name="Jha, Aryan Ritwajeet" userId="2aad577e-539b-449b-83a6-8d411f484b4d" providerId="ADAL" clId="{668F3AC5-37B3-4971-8FAF-596261E67C9E}" dt="2025-11-03T19:21:07.710" v="6264" actId="1076"/>
          <ac:inkMkLst>
            <pc:docMk/>
            <pc:sldMk cId="3196363797" sldId="278"/>
            <ac:inkMk id="5" creationId="{2FCB44EC-5C52-B35F-0860-CCEDFF09E8AE}"/>
          </ac:inkMkLst>
        </pc:inkChg>
      </pc:sldChg>
      <pc:sldChg chg="addSp delSp modSp add mod">
        <pc:chgData name="Jha, Aryan Ritwajeet" userId="2aad577e-539b-449b-83a6-8d411f484b4d" providerId="ADAL" clId="{668F3AC5-37B3-4971-8FAF-596261E67C9E}" dt="2025-11-03T19:23:24.718" v="6361" actId="14100"/>
        <pc:sldMkLst>
          <pc:docMk/>
          <pc:sldMk cId="3670077552" sldId="279"/>
        </pc:sldMkLst>
        <pc:spChg chg="del">
          <ac:chgData name="Jha, Aryan Ritwajeet" userId="2aad577e-539b-449b-83a6-8d411f484b4d" providerId="ADAL" clId="{668F3AC5-37B3-4971-8FAF-596261E67C9E}" dt="2025-11-03T19:22:11.434" v="6314" actId="478"/>
          <ac:spMkLst>
            <pc:docMk/>
            <pc:sldMk cId="3670077552" sldId="279"/>
            <ac:spMk id="6" creationId="{8B9222F2-F05D-FB03-B652-B9D3AE35F0B3}"/>
          </ac:spMkLst>
        </pc:spChg>
        <pc:spChg chg="add mod">
          <ac:chgData name="Jha, Aryan Ritwajeet" userId="2aad577e-539b-449b-83a6-8d411f484b4d" providerId="ADAL" clId="{668F3AC5-37B3-4971-8FAF-596261E67C9E}" dt="2025-11-03T19:23:24.718" v="6361" actId="14100"/>
          <ac:spMkLst>
            <pc:docMk/>
            <pc:sldMk cId="3670077552" sldId="279"/>
            <ac:spMk id="7" creationId="{904F604D-A503-BB23-AE6E-DEC4DDC185C1}"/>
          </ac:spMkLst>
        </pc:spChg>
        <pc:spChg chg="add mod">
          <ac:chgData name="Jha, Aryan Ritwajeet" userId="2aad577e-539b-449b-83a6-8d411f484b4d" providerId="ADAL" clId="{668F3AC5-37B3-4971-8FAF-596261E67C9E}" dt="2025-11-03T19:22:39.683" v="6325" actId="1076"/>
          <ac:spMkLst>
            <pc:docMk/>
            <pc:sldMk cId="3670077552" sldId="279"/>
            <ac:spMk id="9" creationId="{C5A02113-6356-1A07-1109-F8080AE9089F}"/>
          </ac:spMkLst>
        </pc:spChg>
        <pc:inkChg chg="add mod">
          <ac:chgData name="Jha, Aryan Ritwajeet" userId="2aad577e-539b-449b-83a6-8d411f484b4d" providerId="ADAL" clId="{668F3AC5-37B3-4971-8FAF-596261E67C9E}" dt="2025-11-03T19:22:18.869" v="6317" actId="1076"/>
          <ac:inkMkLst>
            <pc:docMk/>
            <pc:sldMk cId="3670077552" sldId="279"/>
            <ac:inkMk id="3" creationId="{3ECC4E8B-3922-7E57-3DD3-9C668C145626}"/>
          </ac:inkMkLst>
        </pc:inkChg>
        <pc:inkChg chg="del">
          <ac:chgData name="Jha, Aryan Ritwajeet" userId="2aad577e-539b-449b-83a6-8d411f484b4d" providerId="ADAL" clId="{668F3AC5-37B3-4971-8FAF-596261E67C9E}" dt="2025-11-03T19:22:11.434" v="6314" actId="478"/>
          <ac:inkMkLst>
            <pc:docMk/>
            <pc:sldMk cId="3670077552" sldId="279"/>
            <ac:inkMk id="5" creationId="{CFCAAC8E-4122-35DF-97D5-D4C319C11534}"/>
          </ac:inkMkLst>
        </pc:inkChg>
        <pc:inkChg chg="add mod">
          <ac:chgData name="Jha, Aryan Ritwajeet" userId="2aad577e-539b-449b-83a6-8d411f484b4d" providerId="ADAL" clId="{668F3AC5-37B3-4971-8FAF-596261E67C9E}" dt="2025-11-03T19:22:18.869" v="6317" actId="1076"/>
          <ac:inkMkLst>
            <pc:docMk/>
            <pc:sldMk cId="3670077552" sldId="279"/>
            <ac:inkMk id="8" creationId="{ADB51C7E-427B-A91F-39AC-F889853EFB53}"/>
          </ac:inkMkLst>
        </pc:inkChg>
      </pc:sldChg>
      <pc:sldChg chg="addSp delSp modSp add mod">
        <pc:chgData name="Jha, Aryan Ritwajeet" userId="2aad577e-539b-449b-83a6-8d411f484b4d" providerId="ADAL" clId="{668F3AC5-37B3-4971-8FAF-596261E67C9E}" dt="2025-11-03T19:24:54.814" v="6382" actId="207"/>
        <pc:sldMkLst>
          <pc:docMk/>
          <pc:sldMk cId="1976262550" sldId="280"/>
        </pc:sldMkLst>
        <pc:spChg chg="add mod">
          <ac:chgData name="Jha, Aryan Ritwajeet" userId="2aad577e-539b-449b-83a6-8d411f484b4d" providerId="ADAL" clId="{668F3AC5-37B3-4971-8FAF-596261E67C9E}" dt="2025-11-03T19:24:53.061" v="6381" actId="207"/>
          <ac:spMkLst>
            <pc:docMk/>
            <pc:sldMk cId="1976262550" sldId="280"/>
            <ac:spMk id="5" creationId="{C7873EBE-A985-1600-35A4-42B332DAD956}"/>
          </ac:spMkLst>
        </pc:spChg>
        <pc:spChg chg="add mod">
          <ac:chgData name="Jha, Aryan Ritwajeet" userId="2aad577e-539b-449b-83a6-8d411f484b4d" providerId="ADAL" clId="{668F3AC5-37B3-4971-8FAF-596261E67C9E}" dt="2025-11-03T19:23:54.481" v="6365" actId="14100"/>
          <ac:spMkLst>
            <pc:docMk/>
            <pc:sldMk cId="1976262550" sldId="280"/>
            <ac:spMk id="6" creationId="{D2AFFE94-18CE-B014-9E90-6349810BBA59}"/>
          </ac:spMkLst>
        </pc:spChg>
        <pc:spChg chg="del">
          <ac:chgData name="Jha, Aryan Ritwajeet" userId="2aad577e-539b-449b-83a6-8d411f484b4d" providerId="ADAL" clId="{668F3AC5-37B3-4971-8FAF-596261E67C9E}" dt="2025-11-03T19:23:48.554" v="6363" actId="478"/>
          <ac:spMkLst>
            <pc:docMk/>
            <pc:sldMk cId="1976262550" sldId="280"/>
            <ac:spMk id="7" creationId="{6B42BB51-363F-A3EA-4832-130119947AAD}"/>
          </ac:spMkLst>
        </pc:spChg>
        <pc:spChg chg="del">
          <ac:chgData name="Jha, Aryan Ritwajeet" userId="2aad577e-539b-449b-83a6-8d411f484b4d" providerId="ADAL" clId="{668F3AC5-37B3-4971-8FAF-596261E67C9E}" dt="2025-11-03T19:23:48.554" v="6363" actId="478"/>
          <ac:spMkLst>
            <pc:docMk/>
            <pc:sldMk cId="1976262550" sldId="280"/>
            <ac:spMk id="9" creationId="{8165E6BA-4085-9B45-2D58-751DCE465A66}"/>
          </ac:spMkLst>
        </pc:spChg>
        <pc:spChg chg="add mod">
          <ac:chgData name="Jha, Aryan Ritwajeet" userId="2aad577e-539b-449b-83a6-8d411f484b4d" providerId="ADAL" clId="{668F3AC5-37B3-4971-8FAF-596261E67C9E}" dt="2025-11-03T19:24:54.814" v="6382" actId="207"/>
          <ac:spMkLst>
            <pc:docMk/>
            <pc:sldMk cId="1976262550" sldId="280"/>
            <ac:spMk id="12" creationId="{A26CEED3-2765-B0EA-3C9E-EEDF96387EB0}"/>
          </ac:spMkLst>
        </pc:spChg>
        <pc:inkChg chg="del">
          <ac:chgData name="Jha, Aryan Ritwajeet" userId="2aad577e-539b-449b-83a6-8d411f484b4d" providerId="ADAL" clId="{668F3AC5-37B3-4971-8FAF-596261E67C9E}" dt="2025-11-03T19:23:48.554" v="6363" actId="478"/>
          <ac:inkMkLst>
            <pc:docMk/>
            <pc:sldMk cId="1976262550" sldId="280"/>
            <ac:inkMk id="3" creationId="{8911289C-CB45-8FF6-D120-6C3DC6B21485}"/>
          </ac:inkMkLst>
        </pc:inkChg>
        <pc:inkChg chg="del">
          <ac:chgData name="Jha, Aryan Ritwajeet" userId="2aad577e-539b-449b-83a6-8d411f484b4d" providerId="ADAL" clId="{668F3AC5-37B3-4971-8FAF-596261E67C9E}" dt="2025-11-03T19:23:48.554" v="6363" actId="478"/>
          <ac:inkMkLst>
            <pc:docMk/>
            <pc:sldMk cId="1976262550" sldId="280"/>
            <ac:inkMk id="8" creationId="{0B57637B-623F-EBE1-198D-F4BAE88EBDE6}"/>
          </ac:inkMkLst>
        </pc:inkChg>
        <pc:inkChg chg="add mod">
          <ac:chgData name="Jha, Aryan Ritwajeet" userId="2aad577e-539b-449b-83a6-8d411f484b4d" providerId="ADAL" clId="{668F3AC5-37B3-4971-8FAF-596261E67C9E}" dt="2025-11-03T19:23:59.261" v="6368" actId="1076"/>
          <ac:inkMkLst>
            <pc:docMk/>
            <pc:sldMk cId="1976262550" sldId="280"/>
            <ac:inkMk id="10" creationId="{88F9CB39-E2CF-09B5-6DEE-B277C46370BB}"/>
          </ac:inkMkLst>
        </pc:inkChg>
        <pc:inkChg chg="add mod">
          <ac:chgData name="Jha, Aryan Ritwajeet" userId="2aad577e-539b-449b-83a6-8d411f484b4d" providerId="ADAL" clId="{668F3AC5-37B3-4971-8FAF-596261E67C9E}" dt="2025-11-03T19:23:58.031" v="6367" actId="1076"/>
          <ac:inkMkLst>
            <pc:docMk/>
            <pc:sldMk cId="1976262550" sldId="280"/>
            <ac:inkMk id="11" creationId="{6AF8B166-25A4-E86E-522E-2AC92D2240E0}"/>
          </ac:inkMkLst>
        </pc:inkChg>
        <pc:inkChg chg="add mod">
          <ac:chgData name="Jha, Aryan Ritwajeet" userId="2aad577e-539b-449b-83a6-8d411f484b4d" providerId="ADAL" clId="{668F3AC5-37B3-4971-8FAF-596261E67C9E}" dt="2025-11-03T19:23:56.501" v="6366" actId="1076"/>
          <ac:inkMkLst>
            <pc:docMk/>
            <pc:sldMk cId="1976262550" sldId="280"/>
            <ac:inkMk id="13" creationId="{721CBEA1-8A96-7386-A4AA-9A6CF56905FE}"/>
          </ac:inkMkLst>
        </pc:inkChg>
      </pc:sldChg>
      <pc:sldChg chg="addSp delSp modSp add mod">
        <pc:chgData name="Jha, Aryan Ritwajeet" userId="2aad577e-539b-449b-83a6-8d411f484b4d" providerId="ADAL" clId="{668F3AC5-37B3-4971-8FAF-596261E67C9E}" dt="2025-11-03T19:28:24.141" v="6453" actId="1076"/>
        <pc:sldMkLst>
          <pc:docMk/>
          <pc:sldMk cId="2492016142" sldId="281"/>
        </pc:sldMkLst>
        <pc:spChg chg="add 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3" creationId="{3B5E348E-15D4-A98A-D41F-8528F64CAE82}"/>
          </ac:spMkLst>
        </pc:spChg>
        <pc:spChg chg="del">
          <ac:chgData name="Jha, Aryan Ritwajeet" userId="2aad577e-539b-449b-83a6-8d411f484b4d" providerId="ADAL" clId="{668F3AC5-37B3-4971-8FAF-596261E67C9E}" dt="2025-11-03T19:25:25.701" v="6384" actId="478"/>
          <ac:spMkLst>
            <pc:docMk/>
            <pc:sldMk cId="2492016142" sldId="281"/>
            <ac:spMk id="5" creationId="{F129580A-52D0-C626-FEF2-CE43C03C35B6}"/>
          </ac:spMkLst>
        </pc:spChg>
        <pc:spChg chg="del">
          <ac:chgData name="Jha, Aryan Ritwajeet" userId="2aad577e-539b-449b-83a6-8d411f484b4d" providerId="ADAL" clId="{668F3AC5-37B3-4971-8FAF-596261E67C9E}" dt="2025-11-03T19:25:25.701" v="6384" actId="478"/>
          <ac:spMkLst>
            <pc:docMk/>
            <pc:sldMk cId="2492016142" sldId="281"/>
            <ac:spMk id="6" creationId="{E85F7CC3-511C-05FE-F188-E29CEBBD30FA}"/>
          </ac:spMkLst>
        </pc:spChg>
        <pc:spChg chg="del">
          <ac:chgData name="Jha, Aryan Ritwajeet" userId="2aad577e-539b-449b-83a6-8d411f484b4d" providerId="ADAL" clId="{668F3AC5-37B3-4971-8FAF-596261E67C9E}" dt="2025-11-03T19:25:25.701" v="6384" actId="478"/>
          <ac:spMkLst>
            <pc:docMk/>
            <pc:sldMk cId="2492016142" sldId="281"/>
            <ac:spMk id="12" creationId="{6436E9C2-DB00-59F2-7ED8-8D495A0E61A4}"/>
          </ac:spMkLst>
        </pc:spChg>
        <pc:spChg chg="mod">
          <ac:chgData name="Jha, Aryan Ritwajeet" userId="2aad577e-539b-449b-83a6-8d411f484b4d" providerId="ADAL" clId="{668F3AC5-37B3-4971-8FAF-596261E67C9E}" dt="2025-11-03T19:25:26.309" v="6385"/>
          <ac:spMkLst>
            <pc:docMk/>
            <pc:sldMk cId="2492016142" sldId="281"/>
            <ac:spMk id="18" creationId="{7FF5AA7C-3BFB-5CDF-9ED0-DDF83721A70F}"/>
          </ac:spMkLst>
        </pc:spChg>
        <pc:spChg chg="add 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20" creationId="{C07CAC96-B6B9-792E-545E-2E8D4D0A1194}"/>
          </ac:spMkLst>
        </pc:spChg>
        <pc:spChg chg="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21" creationId="{831D2F7A-84B2-5C89-695A-C7E6CAD7FB84}"/>
          </ac:spMkLst>
        </pc:spChg>
        <pc:spChg chg="add 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23" creationId="{F9BBD91C-E6A4-E9A8-7CCD-C82B08BC8881}"/>
          </ac:spMkLst>
        </pc:spChg>
        <pc:spChg chg="add mod">
          <ac:chgData name="Jha, Aryan Ritwajeet" userId="2aad577e-539b-449b-83a6-8d411f484b4d" providerId="ADAL" clId="{668F3AC5-37B3-4971-8FAF-596261E67C9E}" dt="2025-11-03T19:25:26.309" v="6385"/>
          <ac:spMkLst>
            <pc:docMk/>
            <pc:sldMk cId="2492016142" sldId="281"/>
            <ac:spMk id="24" creationId="{6FA4C603-D7DF-4118-17F8-FBCF9CB7864D}"/>
          </ac:spMkLst>
        </pc:spChg>
        <pc:spChg chg="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25" creationId="{05B9FA49-4D8D-975A-C928-5291BCB31909}"/>
          </ac:spMkLst>
        </pc:spChg>
        <pc:spChg chg="add 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26" creationId="{032AD3A9-2F6D-B317-9D44-46DE8392CA1C}"/>
          </ac:spMkLst>
        </pc:spChg>
        <pc:spChg chg="add 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27" creationId="{60092F41-4197-9F04-9CA6-6DB207668FEC}"/>
          </ac:spMkLst>
        </pc:spChg>
        <pc:spChg chg="add 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28" creationId="{704C14E7-B5C1-37FA-F7F4-E6B07511DBE0}"/>
          </ac:spMkLst>
        </pc:spChg>
        <pc:spChg chg="add 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33" creationId="{8199B261-422D-E79D-D2F2-7B706BC84B29}"/>
          </ac:spMkLst>
        </pc:spChg>
        <pc:spChg chg="add mod">
          <ac:chgData name="Jha, Aryan Ritwajeet" userId="2aad577e-539b-449b-83a6-8d411f484b4d" providerId="ADAL" clId="{668F3AC5-37B3-4971-8FAF-596261E67C9E}" dt="2025-11-03T19:25:31.572" v="6388" actId="14100"/>
          <ac:spMkLst>
            <pc:docMk/>
            <pc:sldMk cId="2492016142" sldId="281"/>
            <ac:spMk id="34" creationId="{70638CA7-3B35-31BC-6376-BCDCD1BF7C09}"/>
          </ac:spMkLst>
        </pc:spChg>
        <pc:spChg chg="del">
          <ac:chgData name="Jha, Aryan Ritwajeet" userId="2aad577e-539b-449b-83a6-8d411f484b4d" providerId="ADAL" clId="{668F3AC5-37B3-4971-8FAF-596261E67C9E}" dt="2025-11-03T19:28:16.645" v="6451" actId="478"/>
          <ac:spMkLst>
            <pc:docMk/>
            <pc:sldMk cId="2492016142" sldId="281"/>
            <ac:spMk id="38" creationId="{857F3A0A-4267-9C7C-01F0-1F59D28581B7}"/>
          </ac:spMkLst>
        </pc:spChg>
        <pc:spChg chg="mod">
          <ac:chgData name="Jha, Aryan Ritwajeet" userId="2aad577e-539b-449b-83a6-8d411f484b4d" providerId="ADAL" clId="{668F3AC5-37B3-4971-8FAF-596261E67C9E}" dt="2025-11-03T19:25:46.360" v="6389"/>
          <ac:spMkLst>
            <pc:docMk/>
            <pc:sldMk cId="2492016142" sldId="281"/>
            <ac:spMk id="44" creationId="{2D5FC466-826C-F653-39D2-D7D298CF2252}"/>
          </ac:spMkLst>
        </pc:spChg>
        <pc:spChg chg="add del mod">
          <ac:chgData name="Jha, Aryan Ritwajeet" userId="2aad577e-539b-449b-83a6-8d411f484b4d" providerId="ADAL" clId="{668F3AC5-37B3-4971-8FAF-596261E67C9E}" dt="2025-11-03T19:26:57.145" v="6407" actId="14100"/>
          <ac:spMkLst>
            <pc:docMk/>
            <pc:sldMk cId="2492016142" sldId="281"/>
            <ac:spMk id="48" creationId="{B736AFB0-BA23-018D-F44E-E95C4068EF26}"/>
          </ac:spMkLst>
        </pc:spChg>
        <pc:spChg chg="mod">
          <ac:chgData name="Jha, Aryan Ritwajeet" userId="2aad577e-539b-449b-83a6-8d411f484b4d" providerId="ADAL" clId="{668F3AC5-37B3-4971-8FAF-596261E67C9E}" dt="2025-11-03T19:26:47.564" v="6403" actId="1076"/>
          <ac:spMkLst>
            <pc:docMk/>
            <pc:sldMk cId="2492016142" sldId="281"/>
            <ac:spMk id="49" creationId="{9079E675-7A73-27AE-80BA-2B186EA9CCFC}"/>
          </ac:spMkLst>
        </pc:spChg>
        <pc:spChg chg="add mod">
          <ac:chgData name="Jha, Aryan Ritwajeet" userId="2aad577e-539b-449b-83a6-8d411f484b4d" providerId="ADAL" clId="{668F3AC5-37B3-4971-8FAF-596261E67C9E}" dt="2025-11-03T19:27:00.340" v="6408" actId="1076"/>
          <ac:spMkLst>
            <pc:docMk/>
            <pc:sldMk cId="2492016142" sldId="281"/>
            <ac:spMk id="50" creationId="{EC0B3D6E-BD5E-4B77-C570-4B60A5F243D9}"/>
          </ac:spMkLst>
        </pc:spChg>
        <pc:spChg chg="add mod">
          <ac:chgData name="Jha, Aryan Ritwajeet" userId="2aad577e-539b-449b-83a6-8d411f484b4d" providerId="ADAL" clId="{668F3AC5-37B3-4971-8FAF-596261E67C9E}" dt="2025-11-03T19:27:02.110" v="6409" actId="1076"/>
          <ac:spMkLst>
            <pc:docMk/>
            <pc:sldMk cId="2492016142" sldId="281"/>
            <ac:spMk id="51" creationId="{5F6FD7CF-8072-2F97-27A8-7B2ADEF93BFE}"/>
          </ac:spMkLst>
        </pc:spChg>
        <pc:spChg chg="add mod">
          <ac:chgData name="Jha, Aryan Ritwajeet" userId="2aad577e-539b-449b-83a6-8d411f484b4d" providerId="ADAL" clId="{668F3AC5-37B3-4971-8FAF-596261E67C9E}" dt="2025-11-03T19:28:24.141" v="6453" actId="1076"/>
          <ac:spMkLst>
            <pc:docMk/>
            <pc:sldMk cId="2492016142" sldId="281"/>
            <ac:spMk id="52" creationId="{E0CE3ED6-05E7-04B9-3365-8431414ED01D}"/>
          </ac:spMkLst>
        </pc:spChg>
        <pc:spChg chg="add mod">
          <ac:chgData name="Jha, Aryan Ritwajeet" userId="2aad577e-539b-449b-83a6-8d411f484b4d" providerId="ADAL" clId="{668F3AC5-37B3-4971-8FAF-596261E67C9E}" dt="2025-11-03T19:27:44.504" v="6434" actId="14100"/>
          <ac:spMkLst>
            <pc:docMk/>
            <pc:sldMk cId="2492016142" sldId="281"/>
            <ac:spMk id="53" creationId="{B3C874D2-5F35-8D6A-5F1C-A754FF852AB0}"/>
          </ac:spMkLst>
        </pc:spChg>
        <pc:spChg chg="mod">
          <ac:chgData name="Jha, Aryan Ritwajeet" userId="2aad577e-539b-449b-83a6-8d411f484b4d" providerId="ADAL" clId="{668F3AC5-37B3-4971-8FAF-596261E67C9E}" dt="2025-11-03T19:27:35.730" v="6430" actId="1076"/>
          <ac:spMkLst>
            <pc:docMk/>
            <pc:sldMk cId="2492016142" sldId="281"/>
            <ac:spMk id="54" creationId="{D0E4E265-2F9F-D686-E1C3-0F9C1698BB82}"/>
          </ac:spMkLst>
        </pc:spChg>
        <pc:spChg chg="mod">
          <ac:chgData name="Jha, Aryan Ritwajeet" userId="2aad577e-539b-449b-83a6-8d411f484b4d" providerId="ADAL" clId="{668F3AC5-37B3-4971-8FAF-596261E67C9E}" dt="2025-11-03T19:27:53.781" v="6441" actId="1076"/>
          <ac:spMkLst>
            <pc:docMk/>
            <pc:sldMk cId="2492016142" sldId="281"/>
            <ac:spMk id="55" creationId="{0BCCC635-B8D9-5A34-123B-6B703909AE2A}"/>
          </ac:spMkLst>
        </pc:spChg>
        <pc:spChg chg="mod">
          <ac:chgData name="Jha, Aryan Ritwajeet" userId="2aad577e-539b-449b-83a6-8d411f484b4d" providerId="ADAL" clId="{668F3AC5-37B3-4971-8FAF-596261E67C9E}" dt="2025-11-03T19:28:24.141" v="6453" actId="1076"/>
          <ac:spMkLst>
            <pc:docMk/>
            <pc:sldMk cId="2492016142" sldId="281"/>
            <ac:spMk id="56" creationId="{0CB3B60B-525A-2912-47EB-668F19861E95}"/>
          </ac:spMkLst>
        </pc:spChg>
        <pc:spChg chg="add mod">
          <ac:chgData name="Jha, Aryan Ritwajeet" userId="2aad577e-539b-449b-83a6-8d411f484b4d" providerId="ADAL" clId="{668F3AC5-37B3-4971-8FAF-596261E67C9E}" dt="2025-11-03T19:27:57.729" v="6442" actId="1076"/>
          <ac:spMkLst>
            <pc:docMk/>
            <pc:sldMk cId="2492016142" sldId="281"/>
            <ac:spMk id="60" creationId="{3E38534F-06FA-845F-2436-1D4A3382DBB1}"/>
          </ac:spMkLst>
        </pc:spChg>
        <pc:spChg chg="add mod">
          <ac:chgData name="Jha, Aryan Ritwajeet" userId="2aad577e-539b-449b-83a6-8d411f484b4d" providerId="ADAL" clId="{668F3AC5-37B3-4971-8FAF-596261E67C9E}" dt="2025-11-03T19:25:46.360" v="6389"/>
          <ac:spMkLst>
            <pc:docMk/>
            <pc:sldMk cId="2492016142" sldId="281"/>
            <ac:spMk id="61" creationId="{7DB3D16F-12F3-6883-305E-00EDDE15B5EC}"/>
          </ac:spMkLst>
        </pc:spChg>
        <pc:spChg chg="add mod">
          <ac:chgData name="Jha, Aryan Ritwajeet" userId="2aad577e-539b-449b-83a6-8d411f484b4d" providerId="ADAL" clId="{668F3AC5-37B3-4971-8FAF-596261E67C9E}" dt="2025-11-03T19:25:46.360" v="6389"/>
          <ac:spMkLst>
            <pc:docMk/>
            <pc:sldMk cId="2492016142" sldId="281"/>
            <ac:spMk id="62" creationId="{F4434787-1CB6-04C2-F939-E3EFF718E8B7}"/>
          </ac:spMkLst>
        </pc:spChg>
        <pc:spChg chg="mod">
          <ac:chgData name="Jha, Aryan Ritwajeet" userId="2aad577e-539b-449b-83a6-8d411f484b4d" providerId="ADAL" clId="{668F3AC5-37B3-4971-8FAF-596261E67C9E}" dt="2025-11-03T19:28:09.459" v="6448" actId="1076"/>
          <ac:spMkLst>
            <pc:docMk/>
            <pc:sldMk cId="2492016142" sldId="281"/>
            <ac:spMk id="63" creationId="{24119A0C-AFAD-86DA-AA9D-FE4742B76027}"/>
          </ac:spMkLst>
        </pc:spChg>
        <pc:spChg chg="del">
          <ac:chgData name="Jha, Aryan Ritwajeet" userId="2aad577e-539b-449b-83a6-8d411f484b4d" providerId="ADAL" clId="{668F3AC5-37B3-4971-8FAF-596261E67C9E}" dt="2025-11-03T19:28:13.009" v="6449" actId="478"/>
          <ac:spMkLst>
            <pc:docMk/>
            <pc:sldMk cId="2492016142" sldId="281"/>
            <ac:spMk id="64" creationId="{53A821BA-B62A-AEE9-450F-024549024CCC}"/>
          </ac:spMkLst>
        </pc:spChg>
        <pc:spChg chg="add del mod">
          <ac:chgData name="Jha, Aryan Ritwajeet" userId="2aad577e-539b-449b-83a6-8d411f484b4d" providerId="ADAL" clId="{668F3AC5-37B3-4971-8FAF-596261E67C9E}" dt="2025-11-03T19:28:14.969" v="6450" actId="478"/>
          <ac:spMkLst>
            <pc:docMk/>
            <pc:sldMk cId="2492016142" sldId="281"/>
            <ac:spMk id="65" creationId="{D2928E35-A343-6861-F89A-A90236F6FD9C}"/>
          </ac:spMkLst>
        </pc:spChg>
        <pc:grpChg chg="mod">
          <ac:chgData name="Jha, Aryan Ritwajeet" userId="2aad577e-539b-449b-83a6-8d411f484b4d" providerId="ADAL" clId="{668F3AC5-37B3-4971-8FAF-596261E67C9E}" dt="2025-11-03T19:28:19.899" v="6452" actId="1076"/>
          <ac:grpSpMkLst>
            <pc:docMk/>
            <pc:sldMk cId="2492016142" sldId="281"/>
            <ac:grpSpMk id="39" creationId="{D0CB316E-E021-A698-A8B6-105A7B716B51}"/>
          </ac:grpSpMkLst>
        </pc:grpChg>
        <pc:inkChg chg="del">
          <ac:chgData name="Jha, Aryan Ritwajeet" userId="2aad577e-539b-449b-83a6-8d411f484b4d" providerId="ADAL" clId="{668F3AC5-37B3-4971-8FAF-596261E67C9E}" dt="2025-11-03T19:25:25.701" v="6384" actId="478"/>
          <ac:inkMkLst>
            <pc:docMk/>
            <pc:sldMk cId="2492016142" sldId="281"/>
            <ac:inkMk id="10" creationId="{E033FDDC-D7A6-D374-1430-EB9A64711BF2}"/>
          </ac:inkMkLst>
        </pc:inkChg>
        <pc:inkChg chg="del">
          <ac:chgData name="Jha, Aryan Ritwajeet" userId="2aad577e-539b-449b-83a6-8d411f484b4d" providerId="ADAL" clId="{668F3AC5-37B3-4971-8FAF-596261E67C9E}" dt="2025-11-03T19:25:25.701" v="6384" actId="478"/>
          <ac:inkMkLst>
            <pc:docMk/>
            <pc:sldMk cId="2492016142" sldId="281"/>
            <ac:inkMk id="11" creationId="{C51868F7-3E46-95A4-3AFD-DC5974895382}"/>
          </ac:inkMkLst>
        </pc:inkChg>
        <pc:inkChg chg="del">
          <ac:chgData name="Jha, Aryan Ritwajeet" userId="2aad577e-539b-449b-83a6-8d411f484b4d" providerId="ADAL" clId="{668F3AC5-37B3-4971-8FAF-596261E67C9E}" dt="2025-11-03T19:25:25.701" v="6384" actId="478"/>
          <ac:inkMkLst>
            <pc:docMk/>
            <pc:sldMk cId="2492016142" sldId="281"/>
            <ac:inkMk id="13" creationId="{201B9FD3-65AB-C984-8DE6-7E213CF5EE3C}"/>
          </ac:inkMkLst>
        </pc:inkChg>
        <pc:cxnChg chg="mod">
          <ac:chgData name="Jha, Aryan Ritwajeet" userId="2aad577e-539b-449b-83a6-8d411f484b4d" providerId="ADAL" clId="{668F3AC5-37B3-4971-8FAF-596261E67C9E}" dt="2025-11-03T19:27:53.781" v="6441" actId="1076"/>
          <ac:cxnSpMkLst>
            <pc:docMk/>
            <pc:sldMk cId="2492016142" sldId="281"/>
            <ac:cxnSpMk id="57" creationId="{B2A69127-C906-5E38-42D3-1C3F3A4624B8}"/>
          </ac:cxnSpMkLst>
        </pc:cxnChg>
        <pc:cxnChg chg="mod">
          <ac:chgData name="Jha, Aryan Ritwajeet" userId="2aad577e-539b-449b-83a6-8d411f484b4d" providerId="ADAL" clId="{668F3AC5-37B3-4971-8FAF-596261E67C9E}" dt="2025-11-03T19:27:44.504" v="6434" actId="14100"/>
          <ac:cxnSpMkLst>
            <pc:docMk/>
            <pc:sldMk cId="2492016142" sldId="281"/>
            <ac:cxnSpMk id="58" creationId="{C7FA7AF6-B0AC-C541-EF34-4218AA7D73BF}"/>
          </ac:cxnSpMkLst>
        </pc:cxnChg>
        <pc:cxnChg chg="mod">
          <ac:chgData name="Jha, Aryan Ritwajeet" userId="2aad577e-539b-449b-83a6-8d411f484b4d" providerId="ADAL" clId="{668F3AC5-37B3-4971-8FAF-596261E67C9E}" dt="2025-11-03T19:28:24.141" v="6453" actId="1076"/>
          <ac:cxnSpMkLst>
            <pc:docMk/>
            <pc:sldMk cId="2492016142" sldId="281"/>
            <ac:cxnSpMk id="59" creationId="{25F45442-2619-49A5-3434-F219AEE243E7}"/>
          </ac:cxnSpMkLst>
        </pc:cxnChg>
      </pc:sldChg>
      <pc:sldChg chg="add del">
        <pc:chgData name="Jha, Aryan Ritwajeet" userId="2aad577e-539b-449b-83a6-8d411f484b4d" providerId="ADAL" clId="{668F3AC5-37B3-4971-8FAF-596261E67C9E}" dt="2025-11-03T19:35:09.705" v="6455" actId="47"/>
        <pc:sldMkLst>
          <pc:docMk/>
          <pc:sldMk cId="1398151061" sldId="282"/>
        </pc:sldMkLst>
      </pc:sldChg>
      <pc:sldChg chg="modSp add mod">
        <pc:chgData name="Jha, Aryan Ritwajeet" userId="2aad577e-539b-449b-83a6-8d411f484b4d" providerId="ADAL" clId="{668F3AC5-37B3-4971-8FAF-596261E67C9E}" dt="2025-11-03T19:36:14.485" v="6522" actId="20577"/>
        <pc:sldMkLst>
          <pc:docMk/>
          <pc:sldMk cId="2328011512" sldId="282"/>
        </pc:sldMkLst>
        <pc:spChg chg="mod">
          <ac:chgData name="Jha, Aryan Ritwajeet" userId="2aad577e-539b-449b-83a6-8d411f484b4d" providerId="ADAL" clId="{668F3AC5-37B3-4971-8FAF-596261E67C9E}" dt="2025-11-03T19:36:09.365" v="6521" actId="20577"/>
          <ac:spMkLst>
            <pc:docMk/>
            <pc:sldMk cId="2328011512" sldId="282"/>
            <ac:spMk id="2" creationId="{57CE4644-0EFD-D27D-7D80-26F6BA83AF87}"/>
          </ac:spMkLst>
        </pc:spChg>
        <pc:spChg chg="mod">
          <ac:chgData name="Jha, Aryan Ritwajeet" userId="2aad577e-539b-449b-83a6-8d411f484b4d" providerId="ADAL" clId="{668F3AC5-37B3-4971-8FAF-596261E67C9E}" dt="2025-11-03T19:36:14.485" v="6522" actId="20577"/>
          <ac:spMkLst>
            <pc:docMk/>
            <pc:sldMk cId="2328011512" sldId="282"/>
            <ac:spMk id="3" creationId="{60EA6160-58CD-344C-027C-ACF5198B8FAC}"/>
          </ac:spMkLst>
        </pc:spChg>
      </pc:sldChg>
      <pc:sldChg chg="modSp add mod">
        <pc:chgData name="Jha, Aryan Ritwajeet" userId="2aad577e-539b-449b-83a6-8d411f484b4d" providerId="ADAL" clId="{668F3AC5-37B3-4971-8FAF-596261E67C9E}" dt="2025-11-03T19:36:59.824" v="6590" actId="20577"/>
        <pc:sldMkLst>
          <pc:docMk/>
          <pc:sldMk cId="1788212458" sldId="283"/>
        </pc:sldMkLst>
        <pc:spChg chg="mod">
          <ac:chgData name="Jha, Aryan Ritwajeet" userId="2aad577e-539b-449b-83a6-8d411f484b4d" providerId="ADAL" clId="{668F3AC5-37B3-4971-8FAF-596261E67C9E}" dt="2025-11-03T19:36:55.296" v="6589" actId="20577"/>
          <ac:spMkLst>
            <pc:docMk/>
            <pc:sldMk cId="1788212458" sldId="283"/>
            <ac:spMk id="2" creationId="{A8378B95-7EEF-82D9-C0B7-A6AD4BDDFEA7}"/>
          </ac:spMkLst>
        </pc:spChg>
        <pc:spChg chg="mod">
          <ac:chgData name="Jha, Aryan Ritwajeet" userId="2aad577e-539b-449b-83a6-8d411f484b4d" providerId="ADAL" clId="{668F3AC5-37B3-4971-8FAF-596261E67C9E}" dt="2025-11-03T19:36:59.824" v="6590" actId="20577"/>
          <ac:spMkLst>
            <pc:docMk/>
            <pc:sldMk cId="1788212458" sldId="283"/>
            <ac:spMk id="3" creationId="{EC489D52-1242-DD21-4C8C-886978A2E7BA}"/>
          </ac:spMkLst>
        </pc:spChg>
      </pc:sldChg>
      <pc:sldChg chg="addSp delSp modSp new mod">
        <pc:chgData name="Jha, Aryan Ritwajeet" userId="2aad577e-539b-449b-83a6-8d411f484b4d" providerId="ADAL" clId="{668F3AC5-37B3-4971-8FAF-596261E67C9E}" dt="2025-11-03T19:40:30.339" v="6830" actId="22"/>
        <pc:sldMkLst>
          <pc:docMk/>
          <pc:sldMk cId="621842383" sldId="284"/>
        </pc:sldMkLst>
        <pc:spChg chg="mod">
          <ac:chgData name="Jha, Aryan Ritwajeet" userId="2aad577e-539b-449b-83a6-8d411f484b4d" providerId="ADAL" clId="{668F3AC5-37B3-4971-8FAF-596261E67C9E}" dt="2025-11-03T19:37:36.088" v="6592"/>
          <ac:spMkLst>
            <pc:docMk/>
            <pc:sldMk cId="621842383" sldId="284"/>
            <ac:spMk id="2" creationId="{2EC34D78-63AE-708E-7D06-037F54A81A10}"/>
          </ac:spMkLst>
        </pc:spChg>
        <pc:spChg chg="add del mod">
          <ac:chgData name="Jha, Aryan Ritwajeet" userId="2aad577e-539b-449b-83a6-8d411f484b4d" providerId="ADAL" clId="{668F3AC5-37B3-4971-8FAF-596261E67C9E}" dt="2025-11-03T19:38:48.605" v="6669"/>
          <ac:spMkLst>
            <pc:docMk/>
            <pc:sldMk cId="621842383" sldId="284"/>
            <ac:spMk id="3" creationId="{35E76778-06BF-963C-E71D-910502925EFA}"/>
          </ac:spMkLst>
        </pc:spChg>
        <pc:spChg chg="mod">
          <ac:chgData name="Jha, Aryan Ritwajeet" userId="2aad577e-539b-449b-83a6-8d411f484b4d" providerId="ADAL" clId="{668F3AC5-37B3-4971-8FAF-596261E67C9E}" dt="2025-11-03T19:37:53.516" v="6656" actId="20577"/>
          <ac:spMkLst>
            <pc:docMk/>
            <pc:sldMk cId="621842383" sldId="284"/>
            <ac:spMk id="4" creationId="{6E640455-6B51-1BA4-7D8C-6B58F7CA0ED0}"/>
          </ac:spMkLst>
        </pc:spChg>
        <pc:spChg chg="add mod">
          <ac:chgData name="Jha, Aryan Ritwajeet" userId="2aad577e-539b-449b-83a6-8d411f484b4d" providerId="ADAL" clId="{668F3AC5-37B3-4971-8FAF-596261E67C9E}" dt="2025-11-03T19:40:04.983" v="6826" actId="1076"/>
          <ac:spMkLst>
            <pc:docMk/>
            <pc:sldMk cId="621842383" sldId="284"/>
            <ac:spMk id="11" creationId="{E4D6DACD-D5C4-9BE9-C663-ADD8B256FD9C}"/>
          </ac:spMkLst>
        </pc:spChg>
        <pc:picChg chg="add mod">
          <ac:chgData name="Jha, Aryan Ritwajeet" userId="2aad577e-539b-449b-83a6-8d411f484b4d" providerId="ADAL" clId="{668F3AC5-37B3-4971-8FAF-596261E67C9E}" dt="2025-11-03T19:38:42.083" v="6664"/>
          <ac:picMkLst>
            <pc:docMk/>
            <pc:sldMk cId="621842383" sldId="284"/>
            <ac:picMk id="6" creationId="{96AE7611-D68F-95D3-20CD-12BE32A6640E}"/>
          </ac:picMkLst>
        </pc:picChg>
        <pc:picChg chg="add mod">
          <ac:chgData name="Jha, Aryan Ritwajeet" userId="2aad577e-539b-449b-83a6-8d411f484b4d" providerId="ADAL" clId="{668F3AC5-37B3-4971-8FAF-596261E67C9E}" dt="2025-11-03T19:38:45.173" v="6668"/>
          <ac:picMkLst>
            <pc:docMk/>
            <pc:sldMk cId="621842383" sldId="284"/>
            <ac:picMk id="8" creationId="{528E7696-0A6C-3D48-D245-9E88B8BC0D08}"/>
          </ac:picMkLst>
        </pc:picChg>
        <pc:picChg chg="add mod">
          <ac:chgData name="Jha, Aryan Ritwajeet" userId="2aad577e-539b-449b-83a6-8d411f484b4d" providerId="ADAL" clId="{668F3AC5-37B3-4971-8FAF-596261E67C9E}" dt="2025-11-03T19:38:57.323" v="6676" actId="1076"/>
          <ac:picMkLst>
            <pc:docMk/>
            <pc:sldMk cId="621842383" sldId="284"/>
            <ac:picMk id="10" creationId="{2D35384B-9B0E-51E0-0727-8FC22C7CE0C7}"/>
          </ac:picMkLst>
        </pc:picChg>
        <pc:picChg chg="add del mod">
          <ac:chgData name="Jha, Aryan Ritwajeet" userId="2aad577e-539b-449b-83a6-8d411f484b4d" providerId="ADAL" clId="{668F3AC5-37B3-4971-8FAF-596261E67C9E}" dt="2025-11-03T19:40:30.339" v="6830" actId="22"/>
          <ac:picMkLst>
            <pc:docMk/>
            <pc:sldMk cId="621842383" sldId="284"/>
            <ac:picMk id="13" creationId="{3602E20C-B4AD-2EC2-00BF-BDA3C0D0A17F}"/>
          </ac:picMkLst>
        </pc:picChg>
      </pc:sldChg>
      <pc:sldChg chg="modSp add mod">
        <pc:chgData name="Jha, Aryan Ritwajeet" userId="2aad577e-539b-449b-83a6-8d411f484b4d" providerId="ADAL" clId="{668F3AC5-37B3-4971-8FAF-596261E67C9E}" dt="2025-11-03T19:40:43.364" v="6832" actId="14826"/>
        <pc:sldMkLst>
          <pc:docMk/>
          <pc:sldMk cId="1747336824" sldId="285"/>
        </pc:sldMkLst>
        <pc:picChg chg="mod">
          <ac:chgData name="Jha, Aryan Ritwajeet" userId="2aad577e-539b-449b-83a6-8d411f484b4d" providerId="ADAL" clId="{668F3AC5-37B3-4971-8FAF-596261E67C9E}" dt="2025-11-03T19:40:43.364" v="6832" actId="14826"/>
          <ac:picMkLst>
            <pc:docMk/>
            <pc:sldMk cId="1747336824" sldId="285"/>
            <ac:picMk id="10" creationId="{9E2CF24A-C3B8-2498-F082-13970A7E3B81}"/>
          </ac:picMkLst>
        </pc:picChg>
      </pc:sldChg>
      <pc:sldChg chg="modSp add mod">
        <pc:chgData name="Jha, Aryan Ritwajeet" userId="2aad577e-539b-449b-83a6-8d411f484b4d" providerId="ADAL" clId="{668F3AC5-37B3-4971-8FAF-596261E67C9E}" dt="2025-11-03T19:41:04.449" v="6880" actId="20577"/>
        <pc:sldMkLst>
          <pc:docMk/>
          <pc:sldMk cId="3995460368" sldId="286"/>
        </pc:sldMkLst>
        <pc:spChg chg="mod">
          <ac:chgData name="Jha, Aryan Ritwajeet" userId="2aad577e-539b-449b-83a6-8d411f484b4d" providerId="ADAL" clId="{668F3AC5-37B3-4971-8FAF-596261E67C9E}" dt="2025-11-03T19:41:04.449" v="6880" actId="20577"/>
          <ac:spMkLst>
            <pc:docMk/>
            <pc:sldMk cId="3995460368" sldId="286"/>
            <ac:spMk id="2" creationId="{A21E0D1B-639F-E0A7-FC3C-9FB71AB5486F}"/>
          </ac:spMkLst>
        </pc:spChg>
      </pc:sldChg>
      <pc:sldChg chg="modSp add mod">
        <pc:chgData name="Jha, Aryan Ritwajeet" userId="2aad577e-539b-449b-83a6-8d411f484b4d" providerId="ADAL" clId="{668F3AC5-37B3-4971-8FAF-596261E67C9E}" dt="2025-11-03T19:41:13.302" v="6892" actId="20577"/>
        <pc:sldMkLst>
          <pc:docMk/>
          <pc:sldMk cId="2286137426" sldId="287"/>
        </pc:sldMkLst>
        <pc:spChg chg="mod">
          <ac:chgData name="Jha, Aryan Ritwajeet" userId="2aad577e-539b-449b-83a6-8d411f484b4d" providerId="ADAL" clId="{668F3AC5-37B3-4971-8FAF-596261E67C9E}" dt="2025-11-03T19:41:13.302" v="6892" actId="20577"/>
          <ac:spMkLst>
            <pc:docMk/>
            <pc:sldMk cId="2286137426" sldId="287"/>
            <ac:spMk id="2" creationId="{6C4BEB2A-4239-AFB3-2CA4-8EFC1230FB6F}"/>
          </ac:spMkLst>
        </pc:spChg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2596443258" sldId="727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810812140" sldId="728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113209233" sldId="729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2833867635" sldId="730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682246142" sldId="731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4127699989" sldId="732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2162991628" sldId="733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3922702435" sldId="734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2990798642" sldId="735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1773117544" sldId="736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3269729622" sldId="737"/>
        </pc:sldMkLst>
      </pc:sldChg>
      <pc:sldChg chg="del">
        <pc:chgData name="Jha, Aryan Ritwajeet" userId="2aad577e-539b-449b-83a6-8d411f484b4d" providerId="ADAL" clId="{668F3AC5-37B3-4971-8FAF-596261E67C9E}" dt="2025-11-03T08:32:59.824" v="0" actId="47"/>
        <pc:sldMkLst>
          <pc:docMk/>
          <pc:sldMk cId="491263313" sldId="738"/>
        </pc:sldMkLst>
      </pc:sldChg>
      <pc:sldMasterChg chg="addSp delSp modSp mod setBg modSldLayout">
        <pc:chgData name="Jha, Aryan Ritwajeet" userId="2aad577e-539b-449b-83a6-8d411f484b4d" providerId="ADAL" clId="{668F3AC5-37B3-4971-8FAF-596261E67C9E}" dt="2025-11-03T10:49:29.142" v="735" actId="20577"/>
        <pc:sldMasterMkLst>
          <pc:docMk/>
          <pc:sldMasterMk cId="4138725842" sldId="2147483660"/>
        </pc:sldMasterMkLst>
        <pc:spChg chg="mod">
          <ac:chgData name="Jha, Aryan Ritwajeet" userId="2aad577e-539b-449b-83a6-8d411f484b4d" providerId="ADAL" clId="{668F3AC5-37B3-4971-8FAF-596261E67C9E}" dt="2025-11-03T09:27:45.254" v="421" actId="2085"/>
          <ac:spMkLst>
            <pc:docMk/>
            <pc:sldMasterMk cId="4138725842" sldId="2147483660"/>
            <ac:spMk id="2" creationId="{00000000-0000-0000-0000-000000000000}"/>
          </ac:spMkLst>
        </pc:spChg>
        <pc:spChg chg="add del mod">
          <ac:chgData name="Jha, Aryan Ritwajeet" userId="2aad577e-539b-449b-83a6-8d411f484b4d" providerId="ADAL" clId="{668F3AC5-37B3-4971-8FAF-596261E67C9E}" dt="2025-11-03T09:27:41.748" v="420" actId="2085"/>
          <ac:spMkLst>
            <pc:docMk/>
            <pc:sldMasterMk cId="4138725842" sldId="2147483660"/>
            <ac:spMk id="3" creationId="{00000000-0000-0000-0000-000000000000}"/>
          </ac:spMkLst>
        </pc:spChg>
        <pc:cxnChg chg="add del mod">
          <ac:chgData name="Jha, Aryan Ritwajeet" userId="2aad577e-539b-449b-83a6-8d411f484b4d" providerId="ADAL" clId="{668F3AC5-37B3-4971-8FAF-596261E67C9E}" dt="2025-11-03T09:29:26.883" v="429" actId="21"/>
          <ac:cxnSpMkLst>
            <pc:docMk/>
            <pc:sldMasterMk cId="4138725842" sldId="2147483660"/>
            <ac:cxnSpMk id="5" creationId="{5A3E86D9-4044-44B6-9D44-217F776AD08F}"/>
          </ac:cxnSpMkLst>
        </pc:cxnChg>
        <pc:cxnChg chg="add del mod">
          <ac:chgData name="Jha, Aryan Ritwajeet" userId="2aad577e-539b-449b-83a6-8d411f484b4d" providerId="ADAL" clId="{668F3AC5-37B3-4971-8FAF-596261E67C9E}" dt="2025-11-03T09:29:26.883" v="429" actId="21"/>
          <ac:cxnSpMkLst>
            <pc:docMk/>
            <pc:sldMasterMk cId="4138725842" sldId="2147483660"/>
            <ac:cxnSpMk id="6" creationId="{316E3903-D423-C8D8-4B92-24E61104ACA6}"/>
          </ac:cxnSpMkLst>
        </pc:cxnChg>
        <pc:sldLayoutChg chg="modSp mod setBg">
          <pc:chgData name="Jha, Aryan Ritwajeet" userId="2aad577e-539b-449b-83a6-8d411f484b4d" providerId="ADAL" clId="{668F3AC5-37B3-4971-8FAF-596261E67C9E}" dt="2025-11-03T09:23:35.600" v="415" actId="208"/>
          <pc:sldLayoutMkLst>
            <pc:docMk/>
            <pc:sldMasterMk cId="4138725842" sldId="2147483660"/>
            <pc:sldLayoutMk cId="2463026504" sldId="2147483661"/>
          </pc:sldLayoutMkLst>
          <pc:spChg chg="mod">
            <ac:chgData name="Jha, Aryan Ritwajeet" userId="2aad577e-539b-449b-83a6-8d411f484b4d" providerId="ADAL" clId="{668F3AC5-37B3-4971-8FAF-596261E67C9E}" dt="2025-11-03T09:23:32.396" v="414" actId="208"/>
            <ac:spMkLst>
              <pc:docMk/>
              <pc:sldMasterMk cId="4138725842" sldId="2147483660"/>
              <pc:sldLayoutMk cId="2463026504" sldId="2147483661"/>
              <ac:spMk id="2" creationId="{55D0655B-5834-474B-BC1F-9C661A5AD1A4}"/>
            </ac:spMkLst>
          </pc:spChg>
          <pc:spChg chg="mod">
            <ac:chgData name="Jha, Aryan Ritwajeet" userId="2aad577e-539b-449b-83a6-8d411f484b4d" providerId="ADAL" clId="{668F3AC5-37B3-4971-8FAF-596261E67C9E}" dt="2025-11-03T09:23:35.600" v="415" actId="208"/>
            <ac:spMkLst>
              <pc:docMk/>
              <pc:sldMasterMk cId="4138725842" sldId="2147483660"/>
              <pc:sldLayoutMk cId="2463026504" sldId="2147483661"/>
              <ac:spMk id="3" creationId="{00000000-0000-0000-0000-000000000000}"/>
            </ac:spMkLst>
          </pc:spChg>
        </pc:sldLayoutChg>
        <pc:sldLayoutChg chg="modSp mod setBg">
          <pc:chgData name="Jha, Aryan Ritwajeet" userId="2aad577e-539b-449b-83a6-8d411f484b4d" providerId="ADAL" clId="{668F3AC5-37B3-4971-8FAF-596261E67C9E}" dt="2025-11-03T09:23:27.969" v="413" actId="208"/>
          <pc:sldLayoutMkLst>
            <pc:docMk/>
            <pc:sldMasterMk cId="4138725842" sldId="2147483660"/>
            <pc:sldLayoutMk cId="4045714941" sldId="2147483662"/>
          </pc:sldLayoutMkLst>
          <pc:spChg chg="mod">
            <ac:chgData name="Jha, Aryan Ritwajeet" userId="2aad577e-539b-449b-83a6-8d411f484b4d" providerId="ADAL" clId="{668F3AC5-37B3-4971-8FAF-596261E67C9E}" dt="2025-11-03T09:23:21.464" v="412" actId="208"/>
            <ac:spMkLst>
              <pc:docMk/>
              <pc:sldMasterMk cId="4138725842" sldId="2147483660"/>
              <pc:sldLayoutMk cId="4045714941" sldId="2147483662"/>
              <ac:spMk id="2" creationId="{00000000-0000-0000-0000-000000000000}"/>
            </ac:spMkLst>
          </pc:spChg>
          <pc:spChg chg="mod">
            <ac:chgData name="Jha, Aryan Ritwajeet" userId="2aad577e-539b-449b-83a6-8d411f484b4d" providerId="ADAL" clId="{668F3AC5-37B3-4971-8FAF-596261E67C9E}" dt="2025-11-03T09:23:27.969" v="413" actId="208"/>
            <ac:spMkLst>
              <pc:docMk/>
              <pc:sldMasterMk cId="4138725842" sldId="2147483660"/>
              <pc:sldLayoutMk cId="4045714941" sldId="2147483662"/>
              <ac:spMk id="3" creationId="{00000000-0000-0000-0000-000000000000}"/>
            </ac:spMkLst>
          </pc:spChg>
        </pc:sldLayoutChg>
        <pc:sldLayoutChg chg="addSp delSp modSp mod">
          <pc:chgData name="Jha, Aryan Ritwajeet" userId="2aad577e-539b-449b-83a6-8d411f484b4d" providerId="ADAL" clId="{668F3AC5-37B3-4971-8FAF-596261E67C9E}" dt="2025-11-03T10:49:29.142" v="735" actId="20577"/>
          <pc:sldLayoutMkLst>
            <pc:docMk/>
            <pc:sldMasterMk cId="4138725842" sldId="2147483660"/>
            <pc:sldLayoutMk cId="1001941340" sldId="2147483664"/>
          </pc:sldLayoutMkLst>
          <pc:spChg chg="add del mod">
            <ac:chgData name="Jha, Aryan Ritwajeet" userId="2aad577e-539b-449b-83a6-8d411f484b4d" providerId="ADAL" clId="{668F3AC5-37B3-4971-8FAF-596261E67C9E}" dt="2025-11-03T10:43:01.993" v="679"/>
            <ac:spMkLst>
              <pc:docMk/>
              <pc:sldMasterMk cId="4138725842" sldId="2147483660"/>
              <pc:sldLayoutMk cId="1001941340" sldId="2147483664"/>
              <ac:spMk id="2" creationId="{55D0655B-5834-474B-BC1F-9C661A5AD1A4}"/>
            </ac:spMkLst>
          </pc:spChg>
          <pc:spChg chg="add del mod">
            <ac:chgData name="Jha, Aryan Ritwajeet" userId="2aad577e-539b-449b-83a6-8d411f484b4d" providerId="ADAL" clId="{668F3AC5-37B3-4971-8FAF-596261E67C9E}" dt="2025-11-03T10:22:03.958" v="648" actId="478"/>
            <ac:spMkLst>
              <pc:docMk/>
              <pc:sldMasterMk cId="4138725842" sldId="2147483660"/>
              <pc:sldLayoutMk cId="1001941340" sldId="2147483664"/>
              <ac:spMk id="18" creationId="{EF339AA6-913C-919B-BF24-802A2016FF73}"/>
            </ac:spMkLst>
          </pc:spChg>
          <pc:spChg chg="add del">
            <ac:chgData name="Jha, Aryan Ritwajeet" userId="2aad577e-539b-449b-83a6-8d411f484b4d" providerId="ADAL" clId="{668F3AC5-37B3-4971-8FAF-596261E67C9E}" dt="2025-11-03T10:15:49.836" v="572" actId="11529"/>
            <ac:spMkLst>
              <pc:docMk/>
              <pc:sldMasterMk cId="4138725842" sldId="2147483660"/>
              <pc:sldLayoutMk cId="1001941340" sldId="2147483664"/>
              <ac:spMk id="19" creationId="{36F05616-B29B-EE49-40B5-46547E234D14}"/>
            </ac:spMkLst>
          </pc:spChg>
          <pc:spChg chg="add mod">
            <ac:chgData name="Jha, Aryan Ritwajeet" userId="2aad577e-539b-449b-83a6-8d411f484b4d" providerId="ADAL" clId="{668F3AC5-37B3-4971-8FAF-596261E67C9E}" dt="2025-11-03T10:15:48.236" v="570"/>
            <ac:spMkLst>
              <pc:docMk/>
              <pc:sldMasterMk cId="4138725842" sldId="2147483660"/>
              <pc:sldLayoutMk cId="1001941340" sldId="2147483664"/>
              <ac:spMk id="20" creationId="{6D28D3B2-BFB7-7878-A82D-5B5C6AFDE982}"/>
            </ac:spMkLst>
          </pc:spChg>
          <pc:spChg chg="add del">
            <ac:chgData name="Jha, Aryan Ritwajeet" userId="2aad577e-539b-449b-83a6-8d411f484b4d" providerId="ADAL" clId="{668F3AC5-37B3-4971-8FAF-596261E67C9E}" dt="2025-11-03T10:16:31.285" v="574" actId="11529"/>
            <ac:spMkLst>
              <pc:docMk/>
              <pc:sldMasterMk cId="4138725842" sldId="2147483660"/>
              <pc:sldLayoutMk cId="1001941340" sldId="2147483664"/>
              <ac:spMk id="21" creationId="{74DE5145-C06B-D0F0-452E-294B842A5E0B}"/>
            </ac:spMkLst>
          </pc:spChg>
          <pc:spChg chg="add del mod">
            <ac:chgData name="Jha, Aryan Ritwajeet" userId="2aad577e-539b-449b-83a6-8d411f484b4d" providerId="ADAL" clId="{668F3AC5-37B3-4971-8FAF-596261E67C9E}" dt="2025-11-03T10:20:03.494" v="589" actId="478"/>
            <ac:spMkLst>
              <pc:docMk/>
              <pc:sldMasterMk cId="4138725842" sldId="2147483660"/>
              <pc:sldLayoutMk cId="1001941340" sldId="2147483664"/>
              <ac:spMk id="22" creationId="{953B14E7-D4FE-9564-8CF7-6AA7418FD663}"/>
            </ac:spMkLst>
          </pc:spChg>
          <pc:spChg chg="add del mod">
            <ac:chgData name="Jha, Aryan Ritwajeet" userId="2aad577e-539b-449b-83a6-8d411f484b4d" providerId="ADAL" clId="{668F3AC5-37B3-4971-8FAF-596261E67C9E}" dt="2025-11-03T10:20:51.817" v="629" actId="478"/>
            <ac:spMkLst>
              <pc:docMk/>
              <pc:sldMasterMk cId="4138725842" sldId="2147483660"/>
              <pc:sldLayoutMk cId="1001941340" sldId="2147483664"/>
              <ac:spMk id="23" creationId="{46A8F8A6-1471-0113-1BD7-542D02BF6430}"/>
            </ac:spMkLst>
          </pc:spChg>
          <pc:spChg chg="add del">
            <ac:chgData name="Jha, Aryan Ritwajeet" userId="2aad577e-539b-449b-83a6-8d411f484b4d" providerId="ADAL" clId="{668F3AC5-37B3-4971-8FAF-596261E67C9E}" dt="2025-11-03T10:21:10.877" v="630" actId="11529"/>
            <ac:spMkLst>
              <pc:docMk/>
              <pc:sldMasterMk cId="4138725842" sldId="2147483660"/>
              <pc:sldLayoutMk cId="1001941340" sldId="2147483664"/>
              <ac:spMk id="24" creationId="{B10D66B7-343B-7E8E-C05E-EB5E7BEECCBA}"/>
            </ac:spMkLst>
          </pc:spChg>
          <pc:spChg chg="add del mod">
            <ac:chgData name="Jha, Aryan Ritwajeet" userId="2aad577e-539b-449b-83a6-8d411f484b4d" providerId="ADAL" clId="{668F3AC5-37B3-4971-8FAF-596261E67C9E}" dt="2025-11-03T10:43:45.971" v="686" actId="478"/>
            <ac:spMkLst>
              <pc:docMk/>
              <pc:sldMasterMk cId="4138725842" sldId="2147483660"/>
              <pc:sldLayoutMk cId="1001941340" sldId="2147483664"/>
              <ac:spMk id="25" creationId="{05C5B612-B99F-E886-3878-9CF14AAA3211}"/>
            </ac:spMkLst>
          </pc:spChg>
          <pc:spChg chg="add del mod">
            <ac:chgData name="Jha, Aryan Ritwajeet" userId="2aad577e-539b-449b-83a6-8d411f484b4d" providerId="ADAL" clId="{668F3AC5-37B3-4971-8FAF-596261E67C9E}" dt="2025-11-03T10:42:45.425" v="674" actId="478"/>
            <ac:spMkLst>
              <pc:docMk/>
              <pc:sldMasterMk cId="4138725842" sldId="2147483660"/>
              <pc:sldLayoutMk cId="1001941340" sldId="2147483664"/>
              <ac:spMk id="26" creationId="{3634C851-81A0-F7F2-A338-A256D5752F2A}"/>
            </ac:spMkLst>
          </pc:spChg>
          <pc:spChg chg="add mod">
            <ac:chgData name="Jha, Aryan Ritwajeet" userId="2aad577e-539b-449b-83a6-8d411f484b4d" providerId="ADAL" clId="{668F3AC5-37B3-4971-8FAF-596261E67C9E}" dt="2025-11-03T10:43:00.058" v="678"/>
            <ac:spMkLst>
              <pc:docMk/>
              <pc:sldMasterMk cId="4138725842" sldId="2147483660"/>
              <pc:sldLayoutMk cId="1001941340" sldId="2147483664"/>
              <ac:spMk id="27" creationId="{6D927367-E013-5B6D-0B36-56EE04DAB452}"/>
            </ac:spMkLst>
          </pc:spChg>
          <pc:spChg chg="add del">
            <ac:chgData name="Jha, Aryan Ritwajeet" userId="2aad577e-539b-449b-83a6-8d411f484b4d" providerId="ADAL" clId="{668F3AC5-37B3-4971-8FAF-596261E67C9E}" dt="2025-11-03T10:43:59.221" v="688" actId="11529"/>
            <ac:spMkLst>
              <pc:docMk/>
              <pc:sldMasterMk cId="4138725842" sldId="2147483660"/>
              <pc:sldLayoutMk cId="1001941340" sldId="2147483664"/>
              <ac:spMk id="28" creationId="{B47E3159-C3E6-C9CE-81F9-346EFCDE9287}"/>
            </ac:spMkLst>
          </pc:spChg>
          <pc:spChg chg="add mod">
            <ac:chgData name="Jha, Aryan Ritwajeet" userId="2aad577e-539b-449b-83a6-8d411f484b4d" providerId="ADAL" clId="{668F3AC5-37B3-4971-8FAF-596261E67C9E}" dt="2025-11-03T10:43:58.137" v="687" actId="11529"/>
            <ac:spMkLst>
              <pc:docMk/>
              <pc:sldMasterMk cId="4138725842" sldId="2147483660"/>
              <pc:sldLayoutMk cId="1001941340" sldId="2147483664"/>
              <ac:spMk id="29" creationId="{E4E9D205-8402-637E-CDEB-2CC1BD0D6119}"/>
            </ac:spMkLst>
          </pc:spChg>
          <pc:spChg chg="add del">
            <ac:chgData name="Jha, Aryan Ritwajeet" userId="2aad577e-539b-449b-83a6-8d411f484b4d" providerId="ADAL" clId="{668F3AC5-37B3-4971-8FAF-596261E67C9E}" dt="2025-11-03T10:44:11.004" v="689" actId="11529"/>
            <ac:spMkLst>
              <pc:docMk/>
              <pc:sldMasterMk cId="4138725842" sldId="2147483660"/>
              <pc:sldLayoutMk cId="1001941340" sldId="2147483664"/>
              <ac:spMk id="30" creationId="{C7809408-C6B9-8549-AD25-2FCAF00D6915}"/>
            </ac:spMkLst>
          </pc:spChg>
          <pc:spChg chg="add mod">
            <ac:chgData name="Jha, Aryan Ritwajeet" userId="2aad577e-539b-449b-83a6-8d411f484b4d" providerId="ADAL" clId="{668F3AC5-37B3-4971-8FAF-596261E67C9E}" dt="2025-11-03T10:49:29.142" v="735" actId="20577"/>
            <ac:spMkLst>
              <pc:docMk/>
              <pc:sldMasterMk cId="4138725842" sldId="2147483660"/>
              <pc:sldLayoutMk cId="1001941340" sldId="2147483664"/>
              <ac:spMk id="31" creationId="{3CD1D427-076D-8586-1C2E-99C7028967CA}"/>
            </ac:spMkLst>
          </pc:spChg>
          <pc:cxnChg chg="add mod">
            <ac:chgData name="Jha, Aryan Ritwajeet" userId="2aad577e-539b-449b-83a6-8d411f484b4d" providerId="ADAL" clId="{668F3AC5-37B3-4971-8FAF-596261E67C9E}" dt="2025-11-03T10:49:08.151" v="723" actId="14100"/>
            <ac:cxnSpMkLst>
              <pc:docMk/>
              <pc:sldMasterMk cId="4138725842" sldId="2147483660"/>
              <pc:sldLayoutMk cId="1001941340" sldId="2147483664"/>
              <ac:cxnSpMk id="5" creationId="{5A3E86D9-4044-44B6-9D44-217F776AD08F}"/>
            </ac:cxnSpMkLst>
          </pc:cxnChg>
          <pc:cxnChg chg="add del mod">
            <ac:chgData name="Jha, Aryan Ritwajeet" userId="2aad577e-539b-449b-83a6-8d411f484b4d" providerId="ADAL" clId="{668F3AC5-37B3-4971-8FAF-596261E67C9E}" dt="2025-11-03T09:34:44.648" v="450" actId="478"/>
            <ac:cxnSpMkLst>
              <pc:docMk/>
              <pc:sldMasterMk cId="4138725842" sldId="2147483660"/>
              <pc:sldLayoutMk cId="1001941340" sldId="2147483664"/>
              <ac:cxnSpMk id="6" creationId="{316E3903-D423-C8D8-4B92-24E61104ACA6}"/>
            </ac:cxnSpMkLst>
          </pc:cxnChg>
        </pc:sldLayoutChg>
        <pc:sldLayoutChg chg="addSp delSp modSp mod">
          <pc:chgData name="Jha, Aryan Ritwajeet" userId="2aad577e-539b-449b-83a6-8d411f484b4d" providerId="ADAL" clId="{668F3AC5-37B3-4971-8FAF-596261E67C9E}" dt="2025-11-03T10:41:16.712" v="671" actId="11529"/>
          <pc:sldLayoutMkLst>
            <pc:docMk/>
            <pc:sldMasterMk cId="4138725842" sldId="2147483660"/>
            <pc:sldLayoutMk cId="414481511" sldId="2147483665"/>
          </pc:sldLayoutMkLst>
          <pc:spChg chg="add del">
            <ac:chgData name="Jha, Aryan Ritwajeet" userId="2aad577e-539b-449b-83a6-8d411f484b4d" providerId="ADAL" clId="{668F3AC5-37B3-4971-8FAF-596261E67C9E}" dt="2025-11-03T10:41:16.712" v="671" actId="11529"/>
            <ac:spMkLst>
              <pc:docMk/>
              <pc:sldMasterMk cId="4138725842" sldId="2147483660"/>
              <pc:sldLayoutMk cId="414481511" sldId="2147483665"/>
              <ac:spMk id="4" creationId="{4FD45132-AC98-9CF4-E15A-08D25251592B}"/>
            </ac:spMkLst>
          </pc:spChg>
          <pc:spChg chg="add del mod">
            <ac:chgData name="Jha, Aryan Ritwajeet" userId="2aad577e-539b-449b-83a6-8d411f484b4d" providerId="ADAL" clId="{668F3AC5-37B3-4971-8FAF-596261E67C9E}" dt="2025-11-03T10:41:15.749" v="670" actId="1076"/>
            <ac:spMkLst>
              <pc:docMk/>
              <pc:sldMasterMk cId="4138725842" sldId="2147483660"/>
              <pc:sldLayoutMk cId="414481511" sldId="2147483665"/>
              <ac:spMk id="5" creationId="{AF3E700D-8C22-4987-04EF-44D27CAA313C}"/>
            </ac:spMkLst>
          </pc:spChg>
        </pc:sldLayoutChg>
      </pc:sldMasterChg>
      <pc:sldMasterChg chg="modSldLayout sldLayoutOrd">
        <pc:chgData name="Jha, Aryan Ritwajeet" userId="2aad577e-539b-449b-83a6-8d411f484b4d" providerId="ADAL" clId="{668F3AC5-37B3-4971-8FAF-596261E67C9E}" dt="2025-11-03T08:50:17.186" v="254" actId="20578"/>
        <pc:sldMasterMkLst>
          <pc:docMk/>
          <pc:sldMasterMk cId="588110478" sldId="2147483663"/>
        </pc:sldMasterMkLst>
        <pc:sldLayoutChg chg="ord">
          <pc:chgData name="Jha, Aryan Ritwajeet" userId="2aad577e-539b-449b-83a6-8d411f484b4d" providerId="ADAL" clId="{668F3AC5-37B3-4971-8FAF-596261E67C9E}" dt="2025-11-03T08:50:17.186" v="254" actId="20578"/>
          <pc:sldLayoutMkLst>
            <pc:docMk/>
            <pc:sldMasterMk cId="588110478" sldId="2147483663"/>
            <pc:sldLayoutMk cId="1546734485" sldId="2147483665"/>
          </pc:sldLayoutMkLst>
        </pc:sldLayoutChg>
      </pc:sldMasterChg>
    </pc:docChg>
  </pc:docChgLst>
  <pc:docChgLst>
    <pc:chgData name="Jha, Aryan Ritwajeet" userId="2aad577e-539b-449b-83a6-8d411f484b4d" providerId="ADAL" clId="{A4B48081-0CD9-4DBB-BF52-ACFCDC9845A1}"/>
    <pc:docChg chg="undo redo custSel addSld modSld">
      <pc:chgData name="Jha, Aryan Ritwajeet" userId="2aad577e-539b-449b-83a6-8d411f484b4d" providerId="ADAL" clId="{A4B48081-0CD9-4DBB-BF52-ACFCDC9845A1}" dt="2025-11-04T02:40:04.328" v="2544" actId="207"/>
      <pc:docMkLst>
        <pc:docMk/>
      </pc:docMkLst>
      <pc:sldChg chg="modSp mod">
        <pc:chgData name="Jha, Aryan Ritwajeet" userId="2aad577e-539b-449b-83a6-8d411f484b4d" providerId="ADAL" clId="{A4B48081-0CD9-4DBB-BF52-ACFCDC9845A1}" dt="2025-11-04T01:18:36.616" v="858" actId="403"/>
        <pc:sldMkLst>
          <pc:docMk/>
          <pc:sldMk cId="346375874" sldId="265"/>
        </pc:sldMkLst>
        <pc:spChg chg="mod">
          <ac:chgData name="Jha, Aryan Ritwajeet" userId="2aad577e-539b-449b-83a6-8d411f484b4d" providerId="ADAL" clId="{A4B48081-0CD9-4DBB-BF52-ACFCDC9845A1}" dt="2025-11-04T01:18:36.616" v="858" actId="403"/>
          <ac:spMkLst>
            <pc:docMk/>
            <pc:sldMk cId="346375874" sldId="265"/>
            <ac:spMk id="3" creationId="{D007896E-81FD-8E40-C29A-89F0F6F4F3CE}"/>
          </ac:spMkLst>
        </pc:spChg>
      </pc:sldChg>
      <pc:sldChg chg="modSp mod">
        <pc:chgData name="Jha, Aryan Ritwajeet" userId="2aad577e-539b-449b-83a6-8d411f484b4d" providerId="ADAL" clId="{A4B48081-0CD9-4DBB-BF52-ACFCDC9845A1}" dt="2025-11-04T02:40:04.328" v="2544" actId="207"/>
        <pc:sldMkLst>
          <pc:docMk/>
          <pc:sldMk cId="1899154506" sldId="268"/>
        </pc:sldMkLst>
        <pc:spChg chg="mod">
          <ac:chgData name="Jha, Aryan Ritwajeet" userId="2aad577e-539b-449b-83a6-8d411f484b4d" providerId="ADAL" clId="{A4B48081-0CD9-4DBB-BF52-ACFCDC9845A1}" dt="2025-11-04T01:18:53.985" v="859" actId="207"/>
          <ac:spMkLst>
            <pc:docMk/>
            <pc:sldMk cId="1899154506" sldId="268"/>
            <ac:spMk id="16" creationId="{DCDD437D-0F64-F155-5DD3-2E6F38481AA6}"/>
          </ac:spMkLst>
        </pc:spChg>
        <pc:spChg chg="mod">
          <ac:chgData name="Jha, Aryan Ritwajeet" userId="2aad577e-539b-449b-83a6-8d411f484b4d" providerId="ADAL" clId="{A4B48081-0CD9-4DBB-BF52-ACFCDC9845A1}" dt="2025-11-04T01:18:04.226" v="854" actId="403"/>
          <ac:spMkLst>
            <pc:docMk/>
            <pc:sldMk cId="1899154506" sldId="268"/>
            <ac:spMk id="18" creationId="{CDC67FF6-ECCF-A387-9976-9C9C3B0265F8}"/>
          </ac:spMkLst>
        </pc:spChg>
        <pc:spChg chg="mod">
          <ac:chgData name="Jha, Aryan Ritwajeet" userId="2aad577e-539b-449b-83a6-8d411f484b4d" providerId="ADAL" clId="{A4B48081-0CD9-4DBB-BF52-ACFCDC9845A1}" dt="2025-11-04T02:40:00.327" v="2542" actId="207"/>
          <ac:spMkLst>
            <pc:docMk/>
            <pc:sldMk cId="1899154506" sldId="268"/>
            <ac:spMk id="19" creationId="{3744985B-255E-27F5-D15C-842C45773AD1}"/>
          </ac:spMkLst>
        </pc:spChg>
        <pc:spChg chg="mod">
          <ac:chgData name="Jha, Aryan Ritwajeet" userId="2aad577e-539b-449b-83a6-8d411f484b4d" providerId="ADAL" clId="{A4B48081-0CD9-4DBB-BF52-ACFCDC9845A1}" dt="2025-11-04T02:40:02.448" v="2543" actId="207"/>
          <ac:spMkLst>
            <pc:docMk/>
            <pc:sldMk cId="1899154506" sldId="268"/>
            <ac:spMk id="20" creationId="{DF7DDD79-5911-5017-1651-DB8E8ADA2153}"/>
          </ac:spMkLst>
        </pc:spChg>
        <pc:spChg chg="mod">
          <ac:chgData name="Jha, Aryan Ritwajeet" userId="2aad577e-539b-449b-83a6-8d411f484b4d" providerId="ADAL" clId="{A4B48081-0CD9-4DBB-BF52-ACFCDC9845A1}" dt="2025-11-04T01:18:04.226" v="854" actId="403"/>
          <ac:spMkLst>
            <pc:docMk/>
            <pc:sldMk cId="1899154506" sldId="268"/>
            <ac:spMk id="21" creationId="{6BD5636D-5CE1-E5FB-4803-C346A87A4659}"/>
          </ac:spMkLst>
        </pc:spChg>
        <pc:spChg chg="mod">
          <ac:chgData name="Jha, Aryan Ritwajeet" userId="2aad577e-539b-449b-83a6-8d411f484b4d" providerId="ADAL" clId="{A4B48081-0CD9-4DBB-BF52-ACFCDC9845A1}" dt="2025-11-04T02:40:04.328" v="2544" actId="207"/>
          <ac:spMkLst>
            <pc:docMk/>
            <pc:sldMk cId="1899154506" sldId="268"/>
            <ac:spMk id="22" creationId="{C70DE9FE-8D02-9439-EF10-8B54B58A0A42}"/>
          </ac:spMkLst>
        </pc:spChg>
        <pc:spChg chg="mod">
          <ac:chgData name="Jha, Aryan Ritwajeet" userId="2aad577e-539b-449b-83a6-8d411f484b4d" providerId="ADAL" clId="{A4B48081-0CD9-4DBB-BF52-ACFCDC9845A1}" dt="2025-11-04T01:18:16.837" v="856" actId="1076"/>
          <ac:spMkLst>
            <pc:docMk/>
            <pc:sldMk cId="1899154506" sldId="268"/>
            <ac:spMk id="25" creationId="{DBA0849A-9F15-E3E6-E4D3-6777B3A9D837}"/>
          </ac:spMkLst>
        </pc:spChg>
        <pc:grpChg chg="mod">
          <ac:chgData name="Jha, Aryan Ritwajeet" userId="2aad577e-539b-449b-83a6-8d411f484b4d" providerId="ADAL" clId="{A4B48081-0CD9-4DBB-BF52-ACFCDC9845A1}" dt="2025-11-04T01:18:08.071" v="855" actId="1076"/>
          <ac:grpSpMkLst>
            <pc:docMk/>
            <pc:sldMk cId="1899154506" sldId="268"/>
            <ac:grpSpMk id="17" creationId="{5CF5D4D1-2EFD-6646-F454-C94A3821882B}"/>
          </ac:grpSpMkLst>
        </pc:grpChg>
      </pc:sldChg>
      <pc:sldChg chg="addSp modSp mod">
        <pc:chgData name="Jha, Aryan Ritwajeet" userId="2aad577e-539b-449b-83a6-8d411f484b4d" providerId="ADAL" clId="{A4B48081-0CD9-4DBB-BF52-ACFCDC9845A1}" dt="2025-11-04T00:51:28.346" v="188" actId="1076"/>
        <pc:sldMkLst>
          <pc:docMk/>
          <pc:sldMk cId="176846637" sldId="275"/>
        </pc:sldMkLst>
        <pc:spChg chg="add mod">
          <ac:chgData name="Jha, Aryan Ritwajeet" userId="2aad577e-539b-449b-83a6-8d411f484b4d" providerId="ADAL" clId="{A4B48081-0CD9-4DBB-BF52-ACFCDC9845A1}" dt="2025-11-04T00:51:28.346" v="188" actId="1076"/>
          <ac:spMkLst>
            <pc:docMk/>
            <pc:sldMk cId="176846637" sldId="275"/>
            <ac:spMk id="3" creationId="{6D924346-9B15-766B-5FB6-721AB66EB15D}"/>
          </ac:spMkLst>
        </pc:spChg>
      </pc:sldChg>
      <pc:sldChg chg="addSp delSp modSp mod">
        <pc:chgData name="Jha, Aryan Ritwajeet" userId="2aad577e-539b-449b-83a6-8d411f484b4d" providerId="ADAL" clId="{A4B48081-0CD9-4DBB-BF52-ACFCDC9845A1}" dt="2025-11-04T01:32:28.843" v="872" actId="20577"/>
        <pc:sldMkLst>
          <pc:docMk/>
          <pc:sldMk cId="1552255956" sldId="276"/>
        </pc:sldMkLst>
        <pc:spChg chg="add del mod">
          <ac:chgData name="Jha, Aryan Ritwajeet" userId="2aad577e-539b-449b-83a6-8d411f484b4d" providerId="ADAL" clId="{A4B48081-0CD9-4DBB-BF52-ACFCDC9845A1}" dt="2025-11-04T00:48:04.661" v="4" actId="478"/>
          <ac:spMkLst>
            <pc:docMk/>
            <pc:sldMk cId="1552255956" sldId="276"/>
            <ac:spMk id="5" creationId="{922686E0-6911-7ECF-2F04-35480356BCF5}"/>
          </ac:spMkLst>
        </pc:spChg>
        <pc:spChg chg="mod">
          <ac:chgData name="Jha, Aryan Ritwajeet" userId="2aad577e-539b-449b-83a6-8d411f484b4d" providerId="ADAL" clId="{A4B48081-0CD9-4DBB-BF52-ACFCDC9845A1}" dt="2025-11-04T00:49:33.701" v="23" actId="1076"/>
          <ac:spMkLst>
            <pc:docMk/>
            <pc:sldMk cId="1552255956" sldId="276"/>
            <ac:spMk id="7" creationId="{753D5748-5522-3D9E-99AF-03DB594ACDBB}"/>
          </ac:spMkLst>
        </pc:spChg>
        <pc:spChg chg="mod">
          <ac:chgData name="Jha, Aryan Ritwajeet" userId="2aad577e-539b-449b-83a6-8d411f484b4d" providerId="ADAL" clId="{A4B48081-0CD9-4DBB-BF52-ACFCDC9845A1}" dt="2025-11-04T01:32:28.843" v="872" actId="20577"/>
          <ac:spMkLst>
            <pc:docMk/>
            <pc:sldMk cId="1552255956" sldId="276"/>
            <ac:spMk id="8" creationId="{1B0BF445-B1F8-944F-1016-A69E937CB935}"/>
          </ac:spMkLst>
        </pc:spChg>
        <pc:spChg chg="add del mod">
          <ac:chgData name="Jha, Aryan Ritwajeet" userId="2aad577e-539b-449b-83a6-8d411f484b4d" providerId="ADAL" clId="{A4B48081-0CD9-4DBB-BF52-ACFCDC9845A1}" dt="2025-11-04T00:49:00.526" v="17" actId="478"/>
          <ac:spMkLst>
            <pc:docMk/>
            <pc:sldMk cId="1552255956" sldId="276"/>
            <ac:spMk id="9" creationId="{E06C18CE-AEF8-38CE-5DD1-20706B871E30}"/>
          </ac:spMkLst>
        </pc:spChg>
        <pc:spChg chg="add mod">
          <ac:chgData name="Jha, Aryan Ritwajeet" userId="2aad577e-539b-449b-83a6-8d411f484b4d" providerId="ADAL" clId="{A4B48081-0CD9-4DBB-BF52-ACFCDC9845A1}" dt="2025-11-04T00:49:37.189" v="24" actId="14100"/>
          <ac:spMkLst>
            <pc:docMk/>
            <pc:sldMk cId="1552255956" sldId="276"/>
            <ac:spMk id="10" creationId="{3E2BB398-1F1B-5583-1961-7656AA2A6147}"/>
          </ac:spMkLst>
        </pc:spChg>
      </pc:sldChg>
      <pc:sldChg chg="addSp modSp mod">
        <pc:chgData name="Jha, Aryan Ritwajeet" userId="2aad577e-539b-449b-83a6-8d411f484b4d" providerId="ADAL" clId="{A4B48081-0CD9-4DBB-BF52-ACFCDC9845A1}" dt="2025-11-04T01:00:22.119" v="335" actId="1076"/>
        <pc:sldMkLst>
          <pc:docMk/>
          <pc:sldMk cId="2492016142" sldId="281"/>
        </pc:sldMkLst>
        <pc:spChg chg="mod">
          <ac:chgData name="Jha, Aryan Ritwajeet" userId="2aad577e-539b-449b-83a6-8d411f484b4d" providerId="ADAL" clId="{A4B48081-0CD9-4DBB-BF52-ACFCDC9845A1}" dt="2025-11-04T00:55:19.806" v="266" actId="20577"/>
          <ac:spMkLst>
            <pc:docMk/>
            <pc:sldMk cId="2492016142" sldId="281"/>
            <ac:spMk id="4" creationId="{95F13147-5804-1765-7C5C-51006485E7A6}"/>
          </ac:spMkLst>
        </pc:spChg>
        <pc:spChg chg="add mod">
          <ac:chgData name="Jha, Aryan Ritwajeet" userId="2aad577e-539b-449b-83a6-8d411f484b4d" providerId="ADAL" clId="{A4B48081-0CD9-4DBB-BF52-ACFCDC9845A1}" dt="2025-11-04T00:54:23.366" v="211" actId="1076"/>
          <ac:spMkLst>
            <pc:docMk/>
            <pc:sldMk cId="2492016142" sldId="281"/>
            <ac:spMk id="5" creationId="{52D39452-CADF-DC4D-F05B-C6E9819FFE99}"/>
          </ac:spMkLst>
        </pc:spChg>
        <pc:spChg chg="add mod">
          <ac:chgData name="Jha, Aryan Ritwajeet" userId="2aad577e-539b-449b-83a6-8d411f484b4d" providerId="ADAL" clId="{A4B48081-0CD9-4DBB-BF52-ACFCDC9845A1}" dt="2025-11-04T00:59:40.783" v="326" actId="1076"/>
          <ac:spMkLst>
            <pc:docMk/>
            <pc:sldMk cId="2492016142" sldId="281"/>
            <ac:spMk id="10" creationId="{9F691521-AB26-7719-D7C8-585EAC2A8FD1}"/>
          </ac:spMkLst>
        </pc:spChg>
        <pc:spChg chg="mod">
          <ac:chgData name="Jha, Aryan Ritwajeet" userId="2aad577e-539b-449b-83a6-8d411f484b4d" providerId="ADAL" clId="{A4B48081-0CD9-4DBB-BF52-ACFCDC9845A1}" dt="2025-11-04T00:56:13.318" v="276" actId="1076"/>
          <ac:spMkLst>
            <pc:docMk/>
            <pc:sldMk cId="2492016142" sldId="281"/>
            <ac:spMk id="44" creationId="{2D5FC466-826C-F653-39D2-D7D298CF2252}"/>
          </ac:spMkLst>
        </pc:spChg>
        <pc:spChg chg="mod">
          <ac:chgData name="Jha, Aryan Ritwajeet" userId="2aad577e-539b-449b-83a6-8d411f484b4d" providerId="ADAL" clId="{A4B48081-0CD9-4DBB-BF52-ACFCDC9845A1}" dt="2025-11-04T00:56:18.264" v="277" actId="1076"/>
          <ac:spMkLst>
            <pc:docMk/>
            <pc:sldMk cId="2492016142" sldId="281"/>
            <ac:spMk id="46" creationId="{DCB3162E-E973-8251-F597-3E81262AC5A3}"/>
          </ac:spMkLst>
        </pc:spChg>
        <pc:spChg chg="mod">
          <ac:chgData name="Jha, Aryan Ritwajeet" userId="2aad577e-539b-449b-83a6-8d411f484b4d" providerId="ADAL" clId="{A4B48081-0CD9-4DBB-BF52-ACFCDC9845A1}" dt="2025-11-04T00:58:34.817" v="310" actId="688"/>
          <ac:spMkLst>
            <pc:docMk/>
            <pc:sldMk cId="2492016142" sldId="281"/>
            <ac:spMk id="48" creationId="{B736AFB0-BA23-018D-F44E-E95C4068EF26}"/>
          </ac:spMkLst>
        </pc:spChg>
        <pc:spChg chg="mod">
          <ac:chgData name="Jha, Aryan Ritwajeet" userId="2aad577e-539b-449b-83a6-8d411f484b4d" providerId="ADAL" clId="{A4B48081-0CD9-4DBB-BF52-ACFCDC9845A1}" dt="2025-11-04T00:58:38.269" v="311" actId="1076"/>
          <ac:spMkLst>
            <pc:docMk/>
            <pc:sldMk cId="2492016142" sldId="281"/>
            <ac:spMk id="49" creationId="{9079E675-7A73-27AE-80BA-2B186EA9CCFC}"/>
          </ac:spMkLst>
        </pc:spChg>
        <pc:spChg chg="mod">
          <ac:chgData name="Jha, Aryan Ritwajeet" userId="2aad577e-539b-449b-83a6-8d411f484b4d" providerId="ADAL" clId="{A4B48081-0CD9-4DBB-BF52-ACFCDC9845A1}" dt="2025-11-04T00:58:23.287" v="307" actId="1076"/>
          <ac:spMkLst>
            <pc:docMk/>
            <pc:sldMk cId="2492016142" sldId="281"/>
            <ac:spMk id="50" creationId="{EC0B3D6E-BD5E-4B77-C570-4B60A5F243D9}"/>
          </ac:spMkLst>
        </pc:spChg>
        <pc:spChg chg="mod">
          <ac:chgData name="Jha, Aryan Ritwajeet" userId="2aad577e-539b-449b-83a6-8d411f484b4d" providerId="ADAL" clId="{A4B48081-0CD9-4DBB-BF52-ACFCDC9845A1}" dt="2025-11-04T00:58:24.866" v="308" actId="1076"/>
          <ac:spMkLst>
            <pc:docMk/>
            <pc:sldMk cId="2492016142" sldId="281"/>
            <ac:spMk id="51" creationId="{5F6FD7CF-8072-2F97-27A8-7B2ADEF93BFE}"/>
          </ac:spMkLst>
        </pc:spChg>
        <pc:spChg chg="mod">
          <ac:chgData name="Jha, Aryan Ritwajeet" userId="2aad577e-539b-449b-83a6-8d411f484b4d" providerId="ADAL" clId="{A4B48081-0CD9-4DBB-BF52-ACFCDC9845A1}" dt="2025-11-04T00:59:54.186" v="329" actId="403"/>
          <ac:spMkLst>
            <pc:docMk/>
            <pc:sldMk cId="2492016142" sldId="281"/>
            <ac:spMk id="52" creationId="{E0CE3ED6-05E7-04B9-3365-8431414ED01D}"/>
          </ac:spMkLst>
        </pc:spChg>
        <pc:spChg chg="mod">
          <ac:chgData name="Jha, Aryan Ritwajeet" userId="2aad577e-539b-449b-83a6-8d411f484b4d" providerId="ADAL" clId="{A4B48081-0CD9-4DBB-BF52-ACFCDC9845A1}" dt="2025-11-04T00:59:26.336" v="322" actId="1076"/>
          <ac:spMkLst>
            <pc:docMk/>
            <pc:sldMk cId="2492016142" sldId="281"/>
            <ac:spMk id="53" creationId="{B3C874D2-5F35-8D6A-5F1C-A754FF852AB0}"/>
          </ac:spMkLst>
        </pc:spChg>
        <pc:spChg chg="mod">
          <ac:chgData name="Jha, Aryan Ritwajeet" userId="2aad577e-539b-449b-83a6-8d411f484b4d" providerId="ADAL" clId="{A4B48081-0CD9-4DBB-BF52-ACFCDC9845A1}" dt="2025-11-04T01:00:22.119" v="335" actId="1076"/>
          <ac:spMkLst>
            <pc:docMk/>
            <pc:sldMk cId="2492016142" sldId="281"/>
            <ac:spMk id="54" creationId="{D0E4E265-2F9F-D686-E1C3-0F9C1698BB82}"/>
          </ac:spMkLst>
        </pc:spChg>
        <pc:spChg chg="mod">
          <ac:chgData name="Jha, Aryan Ritwajeet" userId="2aad577e-539b-449b-83a6-8d411f484b4d" providerId="ADAL" clId="{A4B48081-0CD9-4DBB-BF52-ACFCDC9845A1}" dt="2025-11-04T01:00:02.356" v="332" actId="403"/>
          <ac:spMkLst>
            <pc:docMk/>
            <pc:sldMk cId="2492016142" sldId="281"/>
            <ac:spMk id="55" creationId="{0BCCC635-B8D9-5A34-123B-6B703909AE2A}"/>
          </ac:spMkLst>
        </pc:spChg>
        <pc:spChg chg="mod">
          <ac:chgData name="Jha, Aryan Ritwajeet" userId="2aad577e-539b-449b-83a6-8d411f484b4d" providerId="ADAL" clId="{A4B48081-0CD9-4DBB-BF52-ACFCDC9845A1}" dt="2025-11-04T00:53:29.122" v="202" actId="207"/>
          <ac:spMkLst>
            <pc:docMk/>
            <pc:sldMk cId="2492016142" sldId="281"/>
            <ac:spMk id="56" creationId="{0CB3B60B-525A-2912-47EB-668F19861E95}"/>
          </ac:spMkLst>
        </pc:spChg>
        <pc:spChg chg="mod">
          <ac:chgData name="Jha, Aryan Ritwajeet" userId="2aad577e-539b-449b-83a6-8d411f484b4d" providerId="ADAL" clId="{A4B48081-0CD9-4DBB-BF52-ACFCDC9845A1}" dt="2025-11-04T00:54:49.739" v="219" actId="164"/>
          <ac:spMkLst>
            <pc:docMk/>
            <pc:sldMk cId="2492016142" sldId="281"/>
            <ac:spMk id="60" creationId="{3E38534F-06FA-845F-2436-1D4A3382DBB1}"/>
          </ac:spMkLst>
        </pc:spChg>
        <pc:spChg chg="mod">
          <ac:chgData name="Jha, Aryan Ritwajeet" userId="2aad577e-539b-449b-83a6-8d411f484b4d" providerId="ADAL" clId="{A4B48081-0CD9-4DBB-BF52-ACFCDC9845A1}" dt="2025-11-04T00:54:44.031" v="217" actId="164"/>
          <ac:spMkLst>
            <pc:docMk/>
            <pc:sldMk cId="2492016142" sldId="281"/>
            <ac:spMk id="61" creationId="{7DB3D16F-12F3-6883-305E-00EDDE15B5EC}"/>
          </ac:spMkLst>
        </pc:spChg>
        <pc:spChg chg="mod">
          <ac:chgData name="Jha, Aryan Ritwajeet" userId="2aad577e-539b-449b-83a6-8d411f484b4d" providerId="ADAL" clId="{A4B48081-0CD9-4DBB-BF52-ACFCDC9845A1}" dt="2025-11-04T01:00:11.792" v="333" actId="1076"/>
          <ac:spMkLst>
            <pc:docMk/>
            <pc:sldMk cId="2492016142" sldId="281"/>
            <ac:spMk id="63" creationId="{24119A0C-AFAD-86DA-AA9D-FE4742B76027}"/>
          </ac:spMkLst>
        </pc:spChg>
        <pc:grpChg chg="add mod">
          <ac:chgData name="Jha, Aryan Ritwajeet" userId="2aad577e-539b-449b-83a6-8d411f484b4d" providerId="ADAL" clId="{A4B48081-0CD9-4DBB-BF52-ACFCDC9845A1}" dt="2025-11-04T00:54:44.031" v="217" actId="164"/>
          <ac:grpSpMkLst>
            <pc:docMk/>
            <pc:sldMk cId="2492016142" sldId="281"/>
            <ac:grpSpMk id="23" creationId="{3ABBF7B0-5058-21CD-CD10-FDE06252663E}"/>
          </ac:grpSpMkLst>
        </pc:grpChg>
        <pc:grpChg chg="add mod">
          <ac:chgData name="Jha, Aryan Ritwajeet" userId="2aad577e-539b-449b-83a6-8d411f484b4d" providerId="ADAL" clId="{A4B48081-0CD9-4DBB-BF52-ACFCDC9845A1}" dt="2025-11-04T00:59:00.870" v="315" actId="1076"/>
          <ac:grpSpMkLst>
            <pc:docMk/>
            <pc:sldMk cId="2492016142" sldId="281"/>
            <ac:grpSpMk id="24" creationId="{124710E5-2880-A8A9-CE4F-DFE781761591}"/>
          </ac:grpSpMkLst>
        </pc:grpChg>
        <pc:inkChg chg="mod">
          <ac:chgData name="Jha, Aryan Ritwajeet" userId="2aad577e-539b-449b-83a6-8d411f484b4d" providerId="ADAL" clId="{A4B48081-0CD9-4DBB-BF52-ACFCDC9845A1}" dt="2025-11-04T00:56:13.318" v="276" actId="1076"/>
          <ac:inkMkLst>
            <pc:docMk/>
            <pc:sldMk cId="2492016142" sldId="281"/>
            <ac:inkMk id="45" creationId="{3E660686-AF88-D8E6-69ED-AE94ECCD26AF}"/>
          </ac:inkMkLst>
        </pc:inkChg>
        <pc:inkChg chg="mod">
          <ac:chgData name="Jha, Aryan Ritwajeet" userId="2aad577e-539b-449b-83a6-8d411f484b4d" providerId="ADAL" clId="{A4B48081-0CD9-4DBB-BF52-ACFCDC9845A1}" dt="2025-11-04T00:56:18.264" v="277" actId="1076"/>
          <ac:inkMkLst>
            <pc:docMk/>
            <pc:sldMk cId="2492016142" sldId="281"/>
            <ac:inkMk id="47" creationId="{8B4DC22B-53DD-C39B-6F10-9FC0F4619AAF}"/>
          </ac:inkMkLst>
        </pc:inkChg>
        <pc:cxnChg chg="add mod">
          <ac:chgData name="Jha, Aryan Ritwajeet" userId="2aad577e-539b-449b-83a6-8d411f484b4d" providerId="ADAL" clId="{A4B48081-0CD9-4DBB-BF52-ACFCDC9845A1}" dt="2025-11-04T01:00:22.119" v="335" actId="1076"/>
          <ac:cxnSpMkLst>
            <pc:docMk/>
            <pc:sldMk cId="2492016142" sldId="281"/>
            <ac:cxnSpMk id="6" creationId="{460D61A2-8DF0-CFC9-496F-D6D5B1182D04}"/>
          </ac:cxnSpMkLst>
        </pc:cxnChg>
        <pc:cxnChg chg="add mod">
          <ac:chgData name="Jha, Aryan Ritwajeet" userId="2aad577e-539b-449b-83a6-8d411f484b4d" providerId="ADAL" clId="{A4B48081-0CD9-4DBB-BF52-ACFCDC9845A1}" dt="2025-11-04T01:00:22.119" v="335" actId="1076"/>
          <ac:cxnSpMkLst>
            <pc:docMk/>
            <pc:sldMk cId="2492016142" sldId="281"/>
            <ac:cxnSpMk id="12" creationId="{5F324277-71BA-5F07-52CA-F61731F0D530}"/>
          </ac:cxnSpMkLst>
        </pc:cxnChg>
        <pc:cxnChg chg="mod">
          <ac:chgData name="Jha, Aryan Ritwajeet" userId="2aad577e-539b-449b-83a6-8d411f484b4d" providerId="ADAL" clId="{A4B48081-0CD9-4DBB-BF52-ACFCDC9845A1}" dt="2025-11-04T00:56:47.669" v="282" actId="208"/>
          <ac:cxnSpMkLst>
            <pc:docMk/>
            <pc:sldMk cId="2492016142" sldId="281"/>
            <ac:cxnSpMk id="42" creationId="{F4074B3E-4FD2-50D7-D4A0-31DB7411FB44}"/>
          </ac:cxnSpMkLst>
        </pc:cxnChg>
        <pc:cxnChg chg="mod">
          <ac:chgData name="Jha, Aryan Ritwajeet" userId="2aad577e-539b-449b-83a6-8d411f484b4d" providerId="ADAL" clId="{A4B48081-0CD9-4DBB-BF52-ACFCDC9845A1}" dt="2025-11-04T00:56:54.946" v="283" actId="208"/>
          <ac:cxnSpMkLst>
            <pc:docMk/>
            <pc:sldMk cId="2492016142" sldId="281"/>
            <ac:cxnSpMk id="43" creationId="{DA712BFF-F4CB-9265-F953-364D4926AFCD}"/>
          </ac:cxnSpMkLst>
        </pc:cxnChg>
        <pc:cxnChg chg="mod">
          <ac:chgData name="Jha, Aryan Ritwajeet" userId="2aad577e-539b-449b-83a6-8d411f484b4d" providerId="ADAL" clId="{A4B48081-0CD9-4DBB-BF52-ACFCDC9845A1}" dt="2025-11-04T00:59:29.337" v="323" actId="1076"/>
          <ac:cxnSpMkLst>
            <pc:docMk/>
            <pc:sldMk cId="2492016142" sldId="281"/>
            <ac:cxnSpMk id="57" creationId="{B2A69127-C906-5E38-42D3-1C3F3A4624B8}"/>
          </ac:cxnSpMkLst>
        </pc:cxnChg>
        <pc:cxnChg chg="mod">
          <ac:chgData name="Jha, Aryan Ritwajeet" userId="2aad577e-539b-449b-83a6-8d411f484b4d" providerId="ADAL" clId="{A4B48081-0CD9-4DBB-BF52-ACFCDC9845A1}" dt="2025-11-04T00:59:40.783" v="326" actId="1076"/>
          <ac:cxnSpMkLst>
            <pc:docMk/>
            <pc:sldMk cId="2492016142" sldId="281"/>
            <ac:cxnSpMk id="58" creationId="{C7FA7AF6-B0AC-C541-EF34-4218AA7D73BF}"/>
          </ac:cxnSpMkLst>
        </pc:cxnChg>
        <pc:cxnChg chg="mod">
          <ac:chgData name="Jha, Aryan Ritwajeet" userId="2aad577e-539b-449b-83a6-8d411f484b4d" providerId="ADAL" clId="{A4B48081-0CD9-4DBB-BF52-ACFCDC9845A1}" dt="2025-11-04T00:54:23.366" v="211" actId="1076"/>
          <ac:cxnSpMkLst>
            <pc:docMk/>
            <pc:sldMk cId="2492016142" sldId="281"/>
            <ac:cxnSpMk id="59" creationId="{25F45442-2619-49A5-3434-F219AEE243E7}"/>
          </ac:cxnSpMkLst>
        </pc:cxnChg>
      </pc:sldChg>
      <pc:sldChg chg="modSp mod">
        <pc:chgData name="Jha, Aryan Ritwajeet" userId="2aad577e-539b-449b-83a6-8d411f484b4d" providerId="ADAL" clId="{A4B48081-0CD9-4DBB-BF52-ACFCDC9845A1}" dt="2025-11-04T01:08:27.708" v="586" actId="20577"/>
        <pc:sldMkLst>
          <pc:docMk/>
          <pc:sldMk cId="2286137426" sldId="287"/>
        </pc:sldMkLst>
        <pc:spChg chg="mod">
          <ac:chgData name="Jha, Aryan Ritwajeet" userId="2aad577e-539b-449b-83a6-8d411f484b4d" providerId="ADAL" clId="{A4B48081-0CD9-4DBB-BF52-ACFCDC9845A1}" dt="2025-11-04T01:08:19.113" v="563" actId="20577"/>
          <ac:spMkLst>
            <pc:docMk/>
            <pc:sldMk cId="2286137426" sldId="287"/>
            <ac:spMk id="2" creationId="{6C4BEB2A-4239-AFB3-2CA4-8EFC1230FB6F}"/>
          </ac:spMkLst>
        </pc:spChg>
        <pc:spChg chg="mod">
          <ac:chgData name="Jha, Aryan Ritwajeet" userId="2aad577e-539b-449b-83a6-8d411f484b4d" providerId="ADAL" clId="{A4B48081-0CD9-4DBB-BF52-ACFCDC9845A1}" dt="2025-11-04T01:08:27.708" v="586" actId="20577"/>
          <ac:spMkLst>
            <pc:docMk/>
            <pc:sldMk cId="2286137426" sldId="287"/>
            <ac:spMk id="3" creationId="{0B34C27D-A4D7-B2C5-2CAD-192551031A18}"/>
          </ac:spMkLst>
        </pc:spChg>
      </pc:sldChg>
      <pc:sldChg chg="addSp modSp new mod">
        <pc:chgData name="Jha, Aryan Ritwajeet" userId="2aad577e-539b-449b-83a6-8d411f484b4d" providerId="ADAL" clId="{A4B48081-0CD9-4DBB-BF52-ACFCDC9845A1}" dt="2025-11-04T02:17:15.661" v="1947" actId="255"/>
        <pc:sldMkLst>
          <pc:docMk/>
          <pc:sldMk cId="3192659506" sldId="288"/>
        </pc:sldMkLst>
        <pc:spChg chg="mod">
          <ac:chgData name="Jha, Aryan Ritwajeet" userId="2aad577e-539b-449b-83a6-8d411f484b4d" providerId="ADAL" clId="{A4B48081-0CD9-4DBB-BF52-ACFCDC9845A1}" dt="2025-11-04T01:13:37.402" v="588"/>
          <ac:spMkLst>
            <pc:docMk/>
            <pc:sldMk cId="3192659506" sldId="288"/>
            <ac:spMk id="2" creationId="{30341105-A626-9209-EF39-BC41DD0D6B5B}"/>
          </ac:spMkLst>
        </pc:spChg>
        <pc:spChg chg="mod">
          <ac:chgData name="Jha, Aryan Ritwajeet" userId="2aad577e-539b-449b-83a6-8d411f484b4d" providerId="ADAL" clId="{A4B48081-0CD9-4DBB-BF52-ACFCDC9845A1}" dt="2025-11-04T02:17:15.661" v="1947" actId="255"/>
          <ac:spMkLst>
            <pc:docMk/>
            <pc:sldMk cId="3192659506" sldId="288"/>
            <ac:spMk id="3" creationId="{41955892-4758-21BF-CD23-7A1E7BB816F4}"/>
          </ac:spMkLst>
        </pc:spChg>
        <pc:spChg chg="mod">
          <ac:chgData name="Jha, Aryan Ritwajeet" userId="2aad577e-539b-449b-83a6-8d411f484b4d" providerId="ADAL" clId="{A4B48081-0CD9-4DBB-BF52-ACFCDC9845A1}" dt="2025-11-04T02:00:37.380" v="1318" actId="20577"/>
          <ac:spMkLst>
            <pc:docMk/>
            <pc:sldMk cId="3192659506" sldId="288"/>
            <ac:spMk id="4" creationId="{E2540600-7B70-2F6B-4828-84957C176EA0}"/>
          </ac:spMkLst>
        </pc:spChg>
        <pc:spChg chg="add mod">
          <ac:chgData name="Jha, Aryan Ritwajeet" userId="2aad577e-539b-449b-83a6-8d411f484b4d" providerId="ADAL" clId="{A4B48081-0CD9-4DBB-BF52-ACFCDC9845A1}" dt="2025-11-04T01:58:05.500" v="1259" actId="207"/>
          <ac:spMkLst>
            <pc:docMk/>
            <pc:sldMk cId="3192659506" sldId="288"/>
            <ac:spMk id="7" creationId="{DD2782DE-576A-FFEE-487C-5ED1D97933F5}"/>
          </ac:spMkLst>
        </pc:spChg>
        <pc:spChg chg="add mod">
          <ac:chgData name="Jha, Aryan Ritwajeet" userId="2aad577e-539b-449b-83a6-8d411f484b4d" providerId="ADAL" clId="{A4B48081-0CD9-4DBB-BF52-ACFCDC9845A1}" dt="2025-11-04T01:57:57.888" v="1258" actId="207"/>
          <ac:spMkLst>
            <pc:docMk/>
            <pc:sldMk cId="3192659506" sldId="288"/>
            <ac:spMk id="8" creationId="{9BB090A0-80C9-B5A6-DFD4-7AEEE04E395E}"/>
          </ac:spMkLst>
        </pc:spChg>
        <pc:spChg chg="add mod">
          <ac:chgData name="Jha, Aryan Ritwajeet" userId="2aad577e-539b-449b-83a6-8d411f484b4d" providerId="ADAL" clId="{A4B48081-0CD9-4DBB-BF52-ACFCDC9845A1}" dt="2025-11-04T01:59:05.129" v="1276" actId="1076"/>
          <ac:spMkLst>
            <pc:docMk/>
            <pc:sldMk cId="3192659506" sldId="288"/>
            <ac:spMk id="9" creationId="{6D9C6408-618F-AA37-5C65-7F00E1C9B869}"/>
          </ac:spMkLst>
        </pc:spChg>
        <pc:picChg chg="add mod">
          <ac:chgData name="Jha, Aryan Ritwajeet" userId="2aad577e-539b-449b-83a6-8d411f484b4d" providerId="ADAL" clId="{A4B48081-0CD9-4DBB-BF52-ACFCDC9845A1}" dt="2025-11-04T01:59:13.657" v="1277" actId="208"/>
          <ac:picMkLst>
            <pc:docMk/>
            <pc:sldMk cId="3192659506" sldId="288"/>
            <ac:picMk id="5" creationId="{F6C8E5D4-048B-EB1D-42F9-94F50C7454A3}"/>
          </ac:picMkLst>
        </pc:picChg>
        <pc:picChg chg="add mod">
          <ac:chgData name="Jha, Aryan Ritwajeet" userId="2aad577e-539b-449b-83a6-8d411f484b4d" providerId="ADAL" clId="{A4B48081-0CD9-4DBB-BF52-ACFCDC9845A1}" dt="2025-11-04T01:59:17.383" v="1278" actId="208"/>
          <ac:picMkLst>
            <pc:docMk/>
            <pc:sldMk cId="3192659506" sldId="288"/>
            <ac:picMk id="6" creationId="{EE9C04F4-20D9-FB36-4619-C3BBE5F42E06}"/>
          </ac:picMkLst>
        </pc:picChg>
      </pc:sldChg>
      <pc:sldChg chg="addSp delSp modSp add mod">
        <pc:chgData name="Jha, Aryan Ritwajeet" userId="2aad577e-539b-449b-83a6-8d411f484b4d" providerId="ADAL" clId="{A4B48081-0CD9-4DBB-BF52-ACFCDC9845A1}" dt="2025-11-04T02:15:47.077" v="1942" actId="404"/>
        <pc:sldMkLst>
          <pc:docMk/>
          <pc:sldMk cId="2541309468" sldId="289"/>
        </pc:sldMkLst>
        <pc:spChg chg="mod">
          <ac:chgData name="Jha, Aryan Ritwajeet" userId="2aad577e-539b-449b-83a6-8d411f484b4d" providerId="ADAL" clId="{A4B48081-0CD9-4DBB-BF52-ACFCDC9845A1}" dt="2025-11-04T02:15:47.077" v="1942" actId="404"/>
          <ac:spMkLst>
            <pc:docMk/>
            <pc:sldMk cId="2541309468" sldId="289"/>
            <ac:spMk id="3" creationId="{AF75852A-168D-EF6A-D832-42E513D3E39F}"/>
          </ac:spMkLst>
        </pc:spChg>
        <pc:spChg chg="mod">
          <ac:chgData name="Jha, Aryan Ritwajeet" userId="2aad577e-539b-449b-83a6-8d411f484b4d" providerId="ADAL" clId="{A4B48081-0CD9-4DBB-BF52-ACFCDC9845A1}" dt="2025-11-04T02:00:46.411" v="1322" actId="20577"/>
          <ac:spMkLst>
            <pc:docMk/>
            <pc:sldMk cId="2541309468" sldId="289"/>
            <ac:spMk id="4" creationId="{E68534FB-E4C4-ED1A-834D-557834445161}"/>
          </ac:spMkLst>
        </pc:spChg>
        <pc:spChg chg="del">
          <ac:chgData name="Jha, Aryan Ritwajeet" userId="2aad577e-539b-449b-83a6-8d411f484b4d" providerId="ADAL" clId="{A4B48081-0CD9-4DBB-BF52-ACFCDC9845A1}" dt="2025-11-04T02:03:23.489" v="1637" actId="478"/>
          <ac:spMkLst>
            <pc:docMk/>
            <pc:sldMk cId="2541309468" sldId="289"/>
            <ac:spMk id="7" creationId="{645ECEBC-83BE-56E1-B019-C9EA0ABF7210}"/>
          </ac:spMkLst>
        </pc:spChg>
        <pc:spChg chg="mod">
          <ac:chgData name="Jha, Aryan Ritwajeet" userId="2aad577e-539b-449b-83a6-8d411f484b4d" providerId="ADAL" clId="{A4B48081-0CD9-4DBB-BF52-ACFCDC9845A1}" dt="2025-11-04T02:13:40.976" v="1925" actId="1076"/>
          <ac:spMkLst>
            <pc:docMk/>
            <pc:sldMk cId="2541309468" sldId="289"/>
            <ac:spMk id="8" creationId="{F41BA33C-B321-8335-C3AD-D40FA3A4F169}"/>
          </ac:spMkLst>
        </pc:spChg>
        <pc:spChg chg="mod ord">
          <ac:chgData name="Jha, Aryan Ritwajeet" userId="2aad577e-539b-449b-83a6-8d411f484b4d" providerId="ADAL" clId="{A4B48081-0CD9-4DBB-BF52-ACFCDC9845A1}" dt="2025-11-04T02:14:11.735" v="1934" actId="1076"/>
          <ac:spMkLst>
            <pc:docMk/>
            <pc:sldMk cId="2541309468" sldId="289"/>
            <ac:spMk id="9" creationId="{D1806449-ACC6-DC2C-677C-A2B183B49574}"/>
          </ac:spMkLst>
        </pc:spChg>
        <pc:spChg chg="add mod">
          <ac:chgData name="Jha, Aryan Ritwajeet" userId="2aad577e-539b-449b-83a6-8d411f484b4d" providerId="ADAL" clId="{A4B48081-0CD9-4DBB-BF52-ACFCDC9845A1}" dt="2025-11-04T02:13:49.427" v="1933" actId="20577"/>
          <ac:spMkLst>
            <pc:docMk/>
            <pc:sldMk cId="2541309468" sldId="289"/>
            <ac:spMk id="15" creationId="{1DA873B4-E507-93F7-566D-918DE91B2033}"/>
          </ac:spMkLst>
        </pc:spChg>
        <pc:spChg chg="add del mod">
          <ac:chgData name="Jha, Aryan Ritwajeet" userId="2aad577e-539b-449b-83a6-8d411f484b4d" providerId="ADAL" clId="{A4B48081-0CD9-4DBB-BF52-ACFCDC9845A1}" dt="2025-11-04T02:14:25.938" v="1937" actId="478"/>
          <ac:spMkLst>
            <pc:docMk/>
            <pc:sldMk cId="2541309468" sldId="289"/>
            <ac:spMk id="16" creationId="{338002B5-C988-93FE-7B46-458556F750D5}"/>
          </ac:spMkLst>
        </pc:spChg>
        <pc:picChg chg="del">
          <ac:chgData name="Jha, Aryan Ritwajeet" userId="2aad577e-539b-449b-83a6-8d411f484b4d" providerId="ADAL" clId="{A4B48081-0CD9-4DBB-BF52-ACFCDC9845A1}" dt="2025-11-04T02:03:29.457" v="1641" actId="478"/>
          <ac:picMkLst>
            <pc:docMk/>
            <pc:sldMk cId="2541309468" sldId="289"/>
            <ac:picMk id="5" creationId="{902EBC20-4C58-6AF7-0CCD-754A5DECE2C9}"/>
          </ac:picMkLst>
        </pc:picChg>
        <pc:picChg chg="del">
          <ac:chgData name="Jha, Aryan Ritwajeet" userId="2aad577e-539b-449b-83a6-8d411f484b4d" providerId="ADAL" clId="{A4B48081-0CD9-4DBB-BF52-ACFCDC9845A1}" dt="2025-11-04T02:03:23.489" v="1637" actId="478"/>
          <ac:picMkLst>
            <pc:docMk/>
            <pc:sldMk cId="2541309468" sldId="289"/>
            <ac:picMk id="6" creationId="{DF58BFBB-E129-42F5-12FE-532DE3733F03}"/>
          </ac:picMkLst>
        </pc:picChg>
        <pc:picChg chg="add del mod">
          <ac:chgData name="Jha, Aryan Ritwajeet" userId="2aad577e-539b-449b-83a6-8d411f484b4d" providerId="ADAL" clId="{A4B48081-0CD9-4DBB-BF52-ACFCDC9845A1}" dt="2025-11-04T02:13:40.976" v="1925" actId="1076"/>
          <ac:picMkLst>
            <pc:docMk/>
            <pc:sldMk cId="2541309468" sldId="289"/>
            <ac:picMk id="11" creationId="{8CECACDB-AD6B-160C-CD2C-9A705B10A159}"/>
          </ac:picMkLst>
        </pc:picChg>
        <pc:picChg chg="add del">
          <ac:chgData name="Jha, Aryan Ritwajeet" userId="2aad577e-539b-449b-83a6-8d411f484b4d" providerId="ADAL" clId="{A4B48081-0CD9-4DBB-BF52-ACFCDC9845A1}" dt="2025-11-04T02:12:50.858" v="1893" actId="21"/>
          <ac:picMkLst>
            <pc:docMk/>
            <pc:sldMk cId="2541309468" sldId="289"/>
            <ac:picMk id="13" creationId="{CCD48733-7A5E-7F9A-2064-8218F27CA902}"/>
          </ac:picMkLst>
        </pc:picChg>
        <pc:picChg chg="add mod">
          <ac:chgData name="Jha, Aryan Ritwajeet" userId="2aad577e-539b-449b-83a6-8d411f484b4d" providerId="ADAL" clId="{A4B48081-0CD9-4DBB-BF52-ACFCDC9845A1}" dt="2025-11-04T02:13:40.976" v="1925" actId="1076"/>
          <ac:picMkLst>
            <pc:docMk/>
            <pc:sldMk cId="2541309468" sldId="289"/>
            <ac:picMk id="14" creationId="{8D87F006-CFB6-CF49-BD72-0060800BE6F5}"/>
          </ac:picMkLst>
        </pc:picChg>
      </pc:sldChg>
      <pc:sldChg chg="modSp new mod">
        <pc:chgData name="Jha, Aryan Ritwajeet" userId="2aad577e-539b-449b-83a6-8d411f484b4d" providerId="ADAL" clId="{A4B48081-0CD9-4DBB-BF52-ACFCDC9845A1}" dt="2025-11-04T02:09:51.317" v="1858" actId="20577"/>
        <pc:sldMkLst>
          <pc:docMk/>
          <pc:sldMk cId="3672018424" sldId="290"/>
        </pc:sldMkLst>
        <pc:spChg chg="mod">
          <ac:chgData name="Jha, Aryan Ritwajeet" userId="2aad577e-539b-449b-83a6-8d411f484b4d" providerId="ADAL" clId="{A4B48081-0CD9-4DBB-BF52-ACFCDC9845A1}" dt="2025-11-04T02:07:12.270" v="1806" actId="20577"/>
          <ac:spMkLst>
            <pc:docMk/>
            <pc:sldMk cId="3672018424" sldId="290"/>
            <ac:spMk id="2" creationId="{F7F0B79E-321E-6975-3DC9-E518928CFB35}"/>
          </ac:spMkLst>
        </pc:spChg>
        <pc:spChg chg="mod">
          <ac:chgData name="Jha, Aryan Ritwajeet" userId="2aad577e-539b-449b-83a6-8d411f484b4d" providerId="ADAL" clId="{A4B48081-0CD9-4DBB-BF52-ACFCDC9845A1}" dt="2025-11-04T02:09:51.317" v="1858" actId="20577"/>
          <ac:spMkLst>
            <pc:docMk/>
            <pc:sldMk cId="3672018424" sldId="290"/>
            <ac:spMk id="3" creationId="{F8C449C3-BBBB-870C-C695-685B78DB531E}"/>
          </ac:spMkLst>
        </pc:spChg>
      </pc:sldChg>
      <pc:sldChg chg="addSp delSp modSp new mod">
        <pc:chgData name="Jha, Aryan Ritwajeet" userId="2aad577e-539b-449b-83a6-8d411f484b4d" providerId="ADAL" clId="{A4B48081-0CD9-4DBB-BF52-ACFCDC9845A1}" dt="2025-11-04T02:11:52.757" v="1887" actId="113"/>
        <pc:sldMkLst>
          <pc:docMk/>
          <pc:sldMk cId="4205693723" sldId="291"/>
        </pc:sldMkLst>
        <pc:spChg chg="mod">
          <ac:chgData name="Jha, Aryan Ritwajeet" userId="2aad577e-539b-449b-83a6-8d411f484b4d" providerId="ADAL" clId="{A4B48081-0CD9-4DBB-BF52-ACFCDC9845A1}" dt="2025-11-04T02:08:52.284" v="1833" actId="20577"/>
          <ac:spMkLst>
            <pc:docMk/>
            <pc:sldMk cId="4205693723" sldId="291"/>
            <ac:spMk id="2" creationId="{EBA6743C-F167-7B3E-EF93-4228DB76F2C9}"/>
          </ac:spMkLst>
        </pc:spChg>
        <pc:spChg chg="mod">
          <ac:chgData name="Jha, Aryan Ritwajeet" userId="2aad577e-539b-449b-83a6-8d411f484b4d" providerId="ADAL" clId="{A4B48081-0CD9-4DBB-BF52-ACFCDC9845A1}" dt="2025-11-04T02:11:52.757" v="1887" actId="113"/>
          <ac:spMkLst>
            <pc:docMk/>
            <pc:sldMk cId="4205693723" sldId="291"/>
            <ac:spMk id="3" creationId="{F2B02324-2A6D-FB50-FB74-E2494991A21D}"/>
          </ac:spMkLst>
        </pc:spChg>
        <pc:picChg chg="add del">
          <ac:chgData name="Jha, Aryan Ritwajeet" userId="2aad577e-539b-449b-83a6-8d411f484b4d" providerId="ADAL" clId="{A4B48081-0CD9-4DBB-BF52-ACFCDC9845A1}" dt="2025-11-04T02:09:00.868" v="1848" actId="22"/>
          <ac:picMkLst>
            <pc:docMk/>
            <pc:sldMk cId="4205693723" sldId="291"/>
            <ac:picMk id="6" creationId="{2D239EB6-E685-EB02-8B35-E93B3CFCA38A}"/>
          </ac:picMkLst>
        </pc:picChg>
      </pc:sldChg>
      <pc:sldChg chg="addSp delSp modSp add mod">
        <pc:chgData name="Jha, Aryan Ritwajeet" userId="2aad577e-539b-449b-83a6-8d411f484b4d" providerId="ADAL" clId="{A4B48081-0CD9-4DBB-BF52-ACFCDC9845A1}" dt="2025-11-04T02:27:34.198" v="2402" actId="14100"/>
        <pc:sldMkLst>
          <pc:docMk/>
          <pc:sldMk cId="2752404644" sldId="292"/>
        </pc:sldMkLst>
        <pc:spChg chg="mod">
          <ac:chgData name="Jha, Aryan Ritwajeet" userId="2aad577e-539b-449b-83a6-8d411f484b4d" providerId="ADAL" clId="{A4B48081-0CD9-4DBB-BF52-ACFCDC9845A1}" dt="2025-11-04T02:22:32.129" v="2289" actId="20577"/>
          <ac:spMkLst>
            <pc:docMk/>
            <pc:sldMk cId="2752404644" sldId="292"/>
            <ac:spMk id="3" creationId="{9720A3E1-1B24-CCB5-A6AC-FC698568C552}"/>
          </ac:spMkLst>
        </pc:spChg>
        <pc:spChg chg="mod">
          <ac:chgData name="Jha, Aryan Ritwajeet" userId="2aad577e-539b-449b-83a6-8d411f484b4d" providerId="ADAL" clId="{A4B48081-0CD9-4DBB-BF52-ACFCDC9845A1}" dt="2025-11-04T02:18:25.411" v="1985" actId="20577"/>
          <ac:spMkLst>
            <pc:docMk/>
            <pc:sldMk cId="2752404644" sldId="292"/>
            <ac:spMk id="4" creationId="{B5A56093-0D00-4784-D8C8-CD4BD2D0CCA1}"/>
          </ac:spMkLst>
        </pc:spChg>
        <pc:spChg chg="add mod">
          <ac:chgData name="Jha, Aryan Ritwajeet" userId="2aad577e-539b-449b-83a6-8d411f484b4d" providerId="ADAL" clId="{A4B48081-0CD9-4DBB-BF52-ACFCDC9845A1}" dt="2025-11-04T02:27:34.198" v="2402" actId="14100"/>
          <ac:spMkLst>
            <pc:docMk/>
            <pc:sldMk cId="2752404644" sldId="292"/>
            <ac:spMk id="7" creationId="{8914810C-4C11-E589-0752-EF3F7524D949}"/>
          </ac:spMkLst>
        </pc:spChg>
        <pc:spChg chg="mod">
          <ac:chgData name="Jha, Aryan Ritwajeet" userId="2aad577e-539b-449b-83a6-8d411f484b4d" providerId="ADAL" clId="{A4B48081-0CD9-4DBB-BF52-ACFCDC9845A1}" dt="2025-11-04T02:27:08.504" v="2370" actId="1076"/>
          <ac:spMkLst>
            <pc:docMk/>
            <pc:sldMk cId="2752404644" sldId="292"/>
            <ac:spMk id="8" creationId="{84DDE1BA-ECE7-1794-176D-09FCA28AF112}"/>
          </ac:spMkLst>
        </pc:spChg>
        <pc:spChg chg="del">
          <ac:chgData name="Jha, Aryan Ritwajeet" userId="2aad577e-539b-449b-83a6-8d411f484b4d" providerId="ADAL" clId="{A4B48081-0CD9-4DBB-BF52-ACFCDC9845A1}" dt="2025-11-04T02:24:13.957" v="2355" actId="478"/>
          <ac:spMkLst>
            <pc:docMk/>
            <pc:sldMk cId="2752404644" sldId="292"/>
            <ac:spMk id="9" creationId="{87B7FB93-0809-5C45-96ED-B751200A4A10}"/>
          </ac:spMkLst>
        </pc:spChg>
        <pc:spChg chg="del">
          <ac:chgData name="Jha, Aryan Ritwajeet" userId="2aad577e-539b-449b-83a6-8d411f484b4d" providerId="ADAL" clId="{A4B48081-0CD9-4DBB-BF52-ACFCDC9845A1}" dt="2025-11-04T02:23:35.627" v="2292" actId="478"/>
          <ac:spMkLst>
            <pc:docMk/>
            <pc:sldMk cId="2752404644" sldId="292"/>
            <ac:spMk id="15" creationId="{680E4E11-143D-FCB5-2309-FB9FC6FEE5ED}"/>
          </ac:spMkLst>
        </pc:spChg>
        <pc:picChg chg="add mod">
          <ac:chgData name="Jha, Aryan Ritwajeet" userId="2aad577e-539b-449b-83a6-8d411f484b4d" providerId="ADAL" clId="{A4B48081-0CD9-4DBB-BF52-ACFCDC9845A1}" dt="2025-11-04T02:27:14.928" v="2371" actId="1582"/>
          <ac:picMkLst>
            <pc:docMk/>
            <pc:sldMk cId="2752404644" sldId="292"/>
            <ac:picMk id="6" creationId="{68C070D8-4124-D4A3-0947-49E4BC70C42D}"/>
          </ac:picMkLst>
        </pc:picChg>
        <pc:picChg chg="mod">
          <ac:chgData name="Jha, Aryan Ritwajeet" userId="2aad577e-539b-449b-83a6-8d411f484b4d" providerId="ADAL" clId="{A4B48081-0CD9-4DBB-BF52-ACFCDC9845A1}" dt="2025-11-04T02:27:05.958" v="2369" actId="1076"/>
          <ac:picMkLst>
            <pc:docMk/>
            <pc:sldMk cId="2752404644" sldId="292"/>
            <ac:picMk id="11" creationId="{7330362F-87C8-82E5-AD48-D70C2DDE201B}"/>
          </ac:picMkLst>
        </pc:picChg>
        <pc:picChg chg="del">
          <ac:chgData name="Jha, Aryan Ritwajeet" userId="2aad577e-539b-449b-83a6-8d411f484b4d" providerId="ADAL" clId="{A4B48081-0CD9-4DBB-BF52-ACFCDC9845A1}" dt="2025-11-04T02:23:33.911" v="2291" actId="478"/>
          <ac:picMkLst>
            <pc:docMk/>
            <pc:sldMk cId="2752404644" sldId="292"/>
            <ac:picMk id="14" creationId="{7DEF2B04-6917-ADFC-9302-9CCB47FAE0CE}"/>
          </ac:picMkLst>
        </pc:picChg>
      </pc:sldChg>
      <pc:sldChg chg="addSp delSp modSp add mod">
        <pc:chgData name="Jha, Aryan Ritwajeet" userId="2aad577e-539b-449b-83a6-8d411f484b4d" providerId="ADAL" clId="{A4B48081-0CD9-4DBB-BF52-ACFCDC9845A1}" dt="2025-11-04T02:35:03.288" v="2541" actId="208"/>
        <pc:sldMkLst>
          <pc:docMk/>
          <pc:sldMk cId="3561240024" sldId="293"/>
        </pc:sldMkLst>
        <pc:spChg chg="mod">
          <ac:chgData name="Jha, Aryan Ritwajeet" userId="2aad577e-539b-449b-83a6-8d411f484b4d" providerId="ADAL" clId="{A4B48081-0CD9-4DBB-BF52-ACFCDC9845A1}" dt="2025-11-04T02:32:24.570" v="2435" actId="20577"/>
          <ac:spMkLst>
            <pc:docMk/>
            <pc:sldMk cId="3561240024" sldId="293"/>
            <ac:spMk id="3" creationId="{EDB67983-E9F4-7BDA-3C78-CBEDE955D9C0}"/>
          </ac:spMkLst>
        </pc:spChg>
        <pc:spChg chg="mod">
          <ac:chgData name="Jha, Aryan Ritwajeet" userId="2aad577e-539b-449b-83a6-8d411f484b4d" providerId="ADAL" clId="{A4B48081-0CD9-4DBB-BF52-ACFCDC9845A1}" dt="2025-11-04T02:33:44.559" v="2473" actId="20577"/>
          <ac:spMkLst>
            <pc:docMk/>
            <pc:sldMk cId="3561240024" sldId="293"/>
            <ac:spMk id="4" creationId="{BF8CDC1C-4DFE-F9C9-B2D3-F17DEC74B409}"/>
          </ac:spMkLst>
        </pc:spChg>
        <pc:spChg chg="del">
          <ac:chgData name="Jha, Aryan Ritwajeet" userId="2aad577e-539b-449b-83a6-8d411f484b4d" providerId="ADAL" clId="{A4B48081-0CD9-4DBB-BF52-ACFCDC9845A1}" dt="2025-11-04T02:32:26.278" v="2438" actId="478"/>
          <ac:spMkLst>
            <pc:docMk/>
            <pc:sldMk cId="3561240024" sldId="293"/>
            <ac:spMk id="7" creationId="{90F2AA57-BEE6-8114-C7F6-32E6FE8AAB70}"/>
          </ac:spMkLst>
        </pc:spChg>
        <pc:spChg chg="del mod">
          <ac:chgData name="Jha, Aryan Ritwajeet" userId="2aad577e-539b-449b-83a6-8d411f484b4d" providerId="ADAL" clId="{A4B48081-0CD9-4DBB-BF52-ACFCDC9845A1}" dt="2025-11-04T02:32:28.180" v="2440" actId="478"/>
          <ac:spMkLst>
            <pc:docMk/>
            <pc:sldMk cId="3561240024" sldId="293"/>
            <ac:spMk id="8" creationId="{05AAD502-9400-2BA0-9477-D787D409C4C7}"/>
          </ac:spMkLst>
        </pc:spChg>
        <pc:spChg chg="add mod">
          <ac:chgData name="Jha, Aryan Ritwajeet" userId="2aad577e-539b-449b-83a6-8d411f484b4d" providerId="ADAL" clId="{A4B48081-0CD9-4DBB-BF52-ACFCDC9845A1}" dt="2025-11-04T02:34:28.088" v="2540" actId="14100"/>
          <ac:spMkLst>
            <pc:docMk/>
            <pc:sldMk cId="3561240024" sldId="293"/>
            <ac:spMk id="10" creationId="{8D263778-5C03-3FC1-361C-1EDD4A01A8B6}"/>
          </ac:spMkLst>
        </pc:spChg>
        <pc:picChg chg="del">
          <ac:chgData name="Jha, Aryan Ritwajeet" userId="2aad577e-539b-449b-83a6-8d411f484b4d" providerId="ADAL" clId="{A4B48081-0CD9-4DBB-BF52-ACFCDC9845A1}" dt="2025-11-04T02:32:25.618" v="2437" actId="478"/>
          <ac:picMkLst>
            <pc:docMk/>
            <pc:sldMk cId="3561240024" sldId="293"/>
            <ac:picMk id="6" creationId="{DEB69951-F457-E8E5-D925-65EA4BBA9039}"/>
          </ac:picMkLst>
        </pc:picChg>
        <pc:picChg chg="add mod">
          <ac:chgData name="Jha, Aryan Ritwajeet" userId="2aad577e-539b-449b-83a6-8d411f484b4d" providerId="ADAL" clId="{A4B48081-0CD9-4DBB-BF52-ACFCDC9845A1}" dt="2025-11-04T02:35:03.288" v="2541" actId="208"/>
          <ac:picMkLst>
            <pc:docMk/>
            <pc:sldMk cId="3561240024" sldId="293"/>
            <ac:picMk id="9" creationId="{00327230-AB98-1414-6C99-174286830FD2}"/>
          </ac:picMkLst>
        </pc:picChg>
        <pc:picChg chg="del">
          <ac:chgData name="Jha, Aryan Ritwajeet" userId="2aad577e-539b-449b-83a6-8d411f484b4d" providerId="ADAL" clId="{A4B48081-0CD9-4DBB-BF52-ACFCDC9845A1}" dt="2025-11-04T02:32:25.161" v="2436" actId="478"/>
          <ac:picMkLst>
            <pc:docMk/>
            <pc:sldMk cId="3561240024" sldId="293"/>
            <ac:picMk id="11" creationId="{7C8EA29C-CAF3-45F2-6BC1-F6DA9D89610F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Tx" type="integer" min="-90" max="90" units="deg"/>
          <inkml:channel name="OTy" type="integer" min="-90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Tx" name="resolution" value="100" units="1/deg"/>
          <inkml:channelProperty channel="OTy" name="resolution" value="100" units="1/deg"/>
        </inkml:channelProperties>
      </inkml:inkSource>
      <inkml:timestamp xml:id="ts0" timeString="2025-11-03T19:21:01.090"/>
    </inkml:context>
    <inkml:brush xml:id="br0">
      <inkml:brushProperty name="width" value="0.05292" units="cm"/>
      <inkml:brushProperty name="height" value="0.05292" units="cm"/>
      <inkml:brushProperty name="color" value="#0030AB"/>
      <inkml:brushProperty name="ignorePressure" value="1"/>
    </inkml:brush>
  </inkml:definitions>
  <inkml:trace contextRef="#ctx0" brushRef="#br0">1932 1191 2759 2934 2930,'0'-1'248'0'0,"0"0"-248"0"0,0 1 0 0 0,0-1 0 0 0,0 1 448 0 0,0-2 48 0 0,0 2 8 0 0,-1-4 0 0 0,1 1 304 0 0,0-1 64 0 0,0-1 16 0 0,0 1 0 0 0,0 3-96 0 0,0-2-24 0 0,-2 1 0 0 0,1 0 0 0 0,0-1-128 0 0,0 2-32 0 0,-1 1-8 0 0,-2 0 0 0 0,-1 1-88 0 0,0 1-24 0 0,-3 1 0 0 0,0 0 0 0 0,-3 3-240 0 0,1 1-56 0 0,0 1 0 0 0,-3 3-8 0 0,3-1-88 0 0,1-1-24 0 0,0 2 0 0 0,-1 0 0 0 0,1-1 24 0 0,1 2 0 0 0,1-2 0 0 0,0 1 0 0 0,3-1 56 0 0,-1 0 8 0 0,0 0 8 0 0,3 0 0 0 0,0-1 56 0 0,-2 0 16 0 0,3 0 0 0 0,0 1 0 0 0,1 0 8 0 0,0-1 0 0 0,0-2 0 0 0,1 1 0 0 0,0 1-16 0 0,1 1 0 0 0,2 1 0 0 0,1 0 0 0 0,0 1-32 0 0,0-3-8 0 0,-2-2 0 0 0,2-1 0 0 0,1 2-16 0 0,1-2-8 0 0,1 1 0 0 0,2 0 0 0 0,2-1-40 0 0,0 0-16 0 0,2-1 0 0 0,0-3 0 0 0,1-1-16 0 0,0-1-8 0 0,1-1 0 0 0,-1-2 0 0 0,0-1 0 0 0,-2-1 0 0 0,1 0 0 0 0,2-2 0 0 0,-2-2-88 0 0,1 0 96 0 0,0-2-96 0 0,0-1 96 0 0,-1 0-96 0 0,-1-2 0 0 0,-2 0 0 0 0,-1 0 64 0 0,-1 0-64 0 0,-3 1 0 0 0,-1-1 0 0 0,-2 0 0 0 0,-1 1 0 0 0,-1-1 0 0 0,-1 1 0 0 0,-3 1 0 0 0,1 0 0 0 0,-3 1 0 0 0,0 0 0 0 0,-1 2 0 0 0,0 0 0 0 0,0 0 0 0 0,-1 2 0 0 0,-2 0 0 0 0,2 1 0 0 0,-3 0 0 0 0,0 0 0 0 0,-2 2 0 0 0,2-1 0 0 0,-2 1 0 0 0,0 0 0 0 0,-1 1 0 0 0,1-1 0 0 0,-2 1 0 0 0,1 0 0 0 0,2 2 0 0 0,-1 0 0 0 0,1 0 0 0 0,0 2 0 0 0,2-1 0 0 0,-1 0 0 0 0,1 2 0 0 0,2 0 0 0 0,0 0 0 0 0,0 0 0 0 0,1 2 0 0 0,1-2 0 0 0,-1 0 0 0 0,3 1-112 0 0,-1-2 40 0 0,2 0 8 0 0,1 0 0 0 0,1 0-160 0 0,1-1-32 0 0,3 2-8 0 0,1-2-5848 0 0,0 0-1176 0 0</inkml:trace>
  <inkml:trace contextRef="#ctx0" brushRef="#br0" timeOffset="1">1969 1550 3703 2944 2841,'1'-3'328'0'0,"-1"3"-264"0"0,0 0-64 0 0,0 0 0 0 0,1 0 0 0 0,-1 0 0 0 0,0 2 0 0 0,1-2 0 0 0,0 1 0 0 0,-1-1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0,7-17 0 0 0,-6 18 0 0 0,1-1 0 0 0,-2 0 0 0 0,0 0 0 0 0,0 0 0 0 0,2 0 0 0 0,-2 0 0 0 0,0-1 0 0 0,1 1 0 0 0,-1-2 0 0 0,0 2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64 0 0,0 0-64 0 0,0 0 0 0 0,0 0 0 0 0,0 0 0 0 0,0 0 0 0 0,0 0 0 0 0,0 0-72 0 0,0 0 72 0 0,0 0 200 0 0,0 0 64 0 0,0 0 16 0 0,0 0 8 0 0,0 0 96 0 0,0 0 24 0 0,-1-18 0 0 0,1 17 8 0 0,1-1 136 0 0,0-1 24 0 0,-1 1 8 0 0,1-1 24 0 0,-1 0 96 0 0,2 1 16 0 0,-2-2 8 0 0,0 1 8 0 0,0 1 104 0 0,0-2 24 0 0,-2 2 0 0 0,2-1 8 0 0,-1 3-112 0 0,0-2-24 0 0,0 0-8 0 0,-1 1 8 0 0,2 0-288 0 0,0 0-56 0 0,-2 1-8 0 0,1 0 0 0 0,1 0-248 0 0,-1 1-48 0 0,0 1-16 0 0,1 0 16 0 0,-2 2-88 0 0,2 1 0 0 0,0 2-96 0 0,0-1 96 0 0,0 4-88 0 0,0 0 88 0 0,0 0-96 0 0,0 2 96 0 0,0 4 0 0 0,2 2 0 0 0,-2 3 0 0 0,0 2 0 0 0,0 3 72 0 0,0-1 16 0 0,0 3 0 0 0,0 0 8 0 0,-2-4 56 0 0,2 0 8 0 0,0 4 0 0 0,0-4 8 0 0,-2-3 8 0 0,2 3 0 0 0,-1 4 0 0 0,1-1 0 0 0,0-3-48 0 0,0 3 0 0 0,1 9-8 0 0,1 6 0 0 0,-2-2-24 0 0,2-2-8 0 0,-1-1 0 0 0,0-5 0 0 0,0-2 0 0 0,-1-2 0 0 0,2-3 0 0 0,-2 0 0 0 0,0 2-24 0 0,-2-4-64 0 0,4-3 96 0 0,-2-1-32 0 0,0-1 0 0 0,0 0-64 0 0,0-2 96 0 0,0 1-32 0 0,2-1-64 0 0,-2-1 96 0 0,1-2-96 0 0,-1-1 96 0 0,1-1-96 0 0,0-2 80 0 0,1-1-80 0 0,-2-1 80 0 0,0 0-80 0 0,2-3 64 0 0,-2 0-64 0 0,0-2 64 0 0,2 0-64 0 0,-2 0 0 0 0,1-2 72 0 0,-1 0-72 0 0,0 2 64 0 0,1-2-64 0 0,-1-2 64 0 0,0 4-64 0 0,0 0 64 0 0,0-1-64 0 0,0-3 64 0 0,1-1-64 0 0,-1 3 64 0 0,0 0-64 0 0,0 0 64 0 0,0 0-64 0 0,0 0 0 0 0,0 0 64 0 0,0 0-64 0 0,0 0 0 0 0,0 0 0 0 0,5-20 0 0 0,-5 16 0 0 0,0 1 0 0 0,0-1 0 0 0,-1 0 0 0 0,1-1 0 0 0,-2 0 0 0 0,2 2 0 0 0,-2-3 0 0 0,0 3 0 0 0,-1-1 0 0 0,1-1 0 0 0,-1 1 0 0 0,-1 1 0 0 0,1 1-64 0 0,-1 0-16 0 0,1 2 0 0 0,-1-2 0 0 0,-2 2 0 0 0,1 2-8 0 0,0 0 0 0 0,-1 1 0 0 0,0 1 0 0 0,0-1 88 0 0,-1 1-96 0 0,1 1 96 0 0,2-1-96 0 0,-2 1 96 0 0,2 0 0 0 0,0 1 0 0 0,-1-2 0 0 0,3 2 0 0 0,-1-1 0 0 0,2 2 0 0 0,0 0 0 0 0,2 0 0 0 0,0 0 0 0 0,2 0 0 0 0,2-1 0 0 0,1 0 0 0 0,1 0 0 0 0,0-1 0 0 0,2 0 0 0 0,1-1 0 0 0,2 0 0 0 0,-1-1 0 0 0,-1-1 0 0 0,2 1 0 0 0,-1-3 72 0 0,0-1-72 0 0,0-1 80 0 0,2-3-80 0 0,-2-1 64 0 0,2 1-64 0 0,-2-2 64 0 0,-2 0-64 0 0,1-2 0 0 0,-2-2 72 0 0,-3 1-72 0 0,2 1 0 0 0,-5-2 0 0 0,0 1 0 0 0,-3-2 0 0 0,1 2 0 0 0,-3-1 0 0 0,-1-1 0 0 0,-2 1 0 0 0,0-1 0 0 0,-1 4 0 0 0,0 2-64 0 0,2 1 64 0 0,-1 2-72 0 0,-1 1 72 0 0,0 0-80 0 0,-3 2 80 0 0,1 2-72 0 0,-1 0 72 0 0,-1 1-64 0 0,-1 1 64 0 0,3 2 0 0 0,-2 0 0 0 0,1-1 0 0 0,-1 2 0 0 0,3 0 0 0 0,0-1 0 0 0,0 1 0 0 0,2 1 0 0 0,0-1 0 0 0,3 0 0 0 0,-1 0 0 0 0,4-2 0 0 0,-2 2 0 0 0,4 0 0 0 0,0 0 0 0 0,1 1 64 0 0,1-2-64 0 0,0 1 0 0 0,1-2 0 0 0,1 2 0 0 0,-1-1 0 0 0,2 1 0 0 0,-1 0 0 0 0,0-2 0 0 0,0 2 0 0 0,1-3 0 0 0,0-1 0 0 0,0-1 0 0 0,2-2 64 0 0,1 0-64 0 0,-1 0 80 0 0,2-4-80 0 0,1-1 80 0 0,0 0-80 0 0,-1-1 80 0 0,-1-3-80 0 0,1-1 64 0 0,-4 1-64 0 0,2-2 0 0 0,-2 1 72 0 0,-4 0-72 0 0,-1 0 0 0 0,0 2 0 0 0,-2-2 0 0 0,-2 3 0 0 0,-1-4 0 0 0,-3 2 0 0 0,-1 0 0 0 0,0 1 0 0 0,-3 1 0 0 0,1 1 0 0 0,-2 3 0 0 0,1 2 0 0 0,-2 1 0 0 0,-1 2-80 0 0,3 0 80 0 0,-1 1-80 0 0,1 1 80 0 0,-3 2-80 0 0,-1 1 80 0 0,1 1 0 0 0,-1 1 0 0 0,0 0-64 0 0,1 0 64 0 0,2 0 0 0 0,1 1 0 0 0,1-1 0 0 0,2 1 0 0 0,2 0 0 0 0,0 0 0 0 0,2 0 0 0 0,2-1 0 0 0,1 0 0 0 0,0 0 0 0 0,1-4 0 0 0,1 1 0 0 0,0 0 0 0 0,2 0 0 0 0,1 1 0 0 0,0-2 0 0 0,2 1 0 0 0,0 0 0 0 0,0-1 64 0 0,0-2-64 0 0,1 1 88 0 0,1-2-16 0 0,1-1 0 0 0,0-1 0 0 0,0-1-72 0 0,-1-1 64 0 0,2-2-64 0 0,-1-2 64 0 0,0 2-64 0 0,0-3 64 0 0,-1-1-64 0 0,-2-1 64 0 0,2 2-64 0 0,-2-4 0 0 0,-1-1 0 0 0,-1 1 0 0 0,-1 2 0 0 0,-2-3 0 0 0,-2 1 64 0 0,-1 0-64 0 0,-2 0 0 0 0,0 2 0 0 0,-2 1 0 0 0,0 2 0 0 0,0 1 0 0 0,-2 2 0 0 0,-1 1 0 0 0,-1 0 0 0 0,-1 2 0 0 0,1 0 0 0 0,-1 2-80 0 0,1 0 80 0 0,1 1-72 0 0,0 1 72 0 0,0 1-64 0 0,-1 0 64 0 0,-1 0 0 0 0,2-1 0 0 0,0 2 0 0 0,0 1-64 0 0,3-1 64 0 0,-1 1 0 0 0,1 0 0 0 0,2 1 0 0 0,1 1 0 0 0,0 0 0 0 0,4 2 0 0 0,0-4 0 0 0,1 2 0 0 0,2 0 0 0 0,1-1 0 0 0,1-1 0 0 0,0-1 0 0 0,4-1 0 0 0,-1-1 0 0 0,0-1 0 0 0,1-2 0 0 0,-1-1 0 0 0,1-1 0 0 0,0-2 0 0 0,-2-1 0 0 0,1 0 0 0 0,-1-1 64 0 0,0-2-64 0 0,-1-1 0 0 0,-1 0 72 0 0,0-1-72 0 0,-3-1 0 0 0,0 1 0 0 0,-2-3 0 0 0,0 1 0 0 0,0-2 0 0 0,-4 0 0 0 0,1 3 0 0 0,-1 1 0 0 0,0 0 0 0 0,-3 2 0 0 0,0 2 0 0 0,0 1 0 0 0,-2 1 0 0 0,1 2 0 0 0,-1 2-72 0 0,0 2 72 0 0,-1-1-64 0 0,0 3 64 0 0,1 2-80 0 0,-1 1 80 0 0,0 4-80 0 0,1 2 80 0 0,0-3 0 0 0,0-2 0 0 0,2 0 0 0 0,0 2 0 0 0,0-2 0 0 0,3-1 0 0 0,2-1 0 0 0,-1 1 0 0 0,1-3 0 0 0,1-1 0 0 0,0-1 0 0 0,2 0 0 0 0,0-2 0 0 0,0 0 0 0 0,1-2 0 0 0,1 0 0 0 0,0-2 0 0 0,2 1 0 0 0,0-1 64 0 0,1-1-64 0 0,0-1 0 0 0,0 3-88 0 0,0-3 88 0 0,0-1-280 0 0,2 1-8 0 0,-1 2 0 0 0,0-1-5888 0 0,0 1-1184 0 0</inkml:trace>
  <inkml:trace contextRef="#ctx0" brushRef="#br0" timeOffset="2">1948 2626 1375 2906 2723,'1'0'128'0'0,"-1"0"-128"0"0,0 0 0 0 0,0 0 0 0 0,0 0 520 0 0,-1 0 88 0 0,1 0 8 0 0,-1 2 8 0 0,0-2 208 0 0,-2 0 32 0 0,3 0 16 0 0,0 0 0 0 0,0 0 152 0 0,0 0 32 0 0,0 0 8 0 0,0 0 0 0 0,0 0-40 0 0,0 0-8 0 0,0 0 0 0 0,0 0 0 0 0,0 0-264 0 0,0 0-56 0 0,-15 12-16 0 0,13-8 0 0 0,0 0-296 0 0,-2 1-56 0 0,1 1-16 0 0,-2-1 0 0 0,2 1-112 0 0,-3 1-24 0 0,-1 1-8 0 0,-2 3 0 0 0,-2 1-80 0 0,-2 1-24 0 0,1-1 0 0 0,-1 2 0 0 0,-7 3-72 0 0,1 3 96 0 0,1-5-96 0 0,-2 3 96 0 0,-3 6-96 0 0,-5 1 96 0 0,-3 3-96 0 0,-3 3 96 0 0,2-4-96 0 0,0 1 0 0 0,0 5 72 0 0,-2-4-72 0 0,2-7 80 0 0,3 2-16 0 0,4-1-64 0 0,-2-2 96 0 0,2-5-8 0 0,-2 0-8 0 0,4-1 0 0 0,1-3 0 0 0,3 1 16 0 0,3-3 8 0 0,4-1 0 0 0,-1 0 0 0 0,0-2 16 0 0,2 3 0 0 0,1-3 0 0 0,-1 1 0 0 0,1-1-24 0 0,-1 1-8 0 0,2 0 0 0 0,0-2 0 0 0,1 1-88 0 0,1-2 64 0 0,2-1-64 0 0,1 0 64 0 0,1-1-64 0 0,0-1 0 0 0,2 0 72 0 0,-1-1-72 0 0,1 1 0 0 0,-1 0 64 0 0,2 0-64 0 0,-2-1 0 0 0,2-1 0 0 0,-1 1 0 0 0,0-1 0 0 0,0 0 0 0 0,-1 1 0 0 0,2-1 0 0 0,0 0 0 0 0,0 0 64 0 0,0 0-64 0 0,0 0 0 0 0,0 0 0 0 0,0 0 0 0 0,0 0 0 0 0,0 0 0 0 0,0 0 0 0 0,0 0 0 0 0,0 0 0 0 0,0 0 0 0 0,0 0 0 0 0,0 0 64 0 0,9-21-64 0 0,-8 17 0 0 0,1-1 0 0 0,-1 2 0 0 0,0-1 0 0 0,1 1 0 0 0,-2 0 0 0 0,2-2 0 0 0,-1 0 0 0 0,-1 0 0 0 0,0 0 0 0 0,-1 1 0 0 0,1-1 0 0 0,-2 0 0 0 0,0 3 0 0 0,0-1 0 0 0,0-1 0 0 0,-1-1 0 0 0,-1 2 0 0 0,1 1 0 0 0,-1 0-96 0 0,-1 2 32 0 0,-2 0 0 0 0,3 0 0 0 0,-2 2-8 0 0,0 0 0 0 0,3 1 0 0 0,-3 0 0 0 0,-1 1 72 0 0,0 2 0 0 0,-1 1-72 0 0,0 1 72 0 0,-1 1 0 0 0,1 1 0 0 0,0 0 0 0 0,0 1 0 0 0,1 1 0 0 0,1-1 0 0 0,3 1 0 0 0,0-2 0 0 0,3-1 0 0 0,0-2 0 0 0,2 0 0 0 0,2 0 0 0 0,2-1 0 0 0,2-1 0 0 0,0-3 72 0 0,3-1-72 0 0,0-1 104 0 0,1-3-8 0 0,2 1-8 0 0,-2-2 0 0 0,-3 1-24 0 0,1-2 0 0 0,1-1 0 0 0,-2-2 0 0 0,1 0-64 0 0,-1-1 0 0 0,-2 0 0 0 0,-1 0 64 0 0,-1 2-64 0 0,-2-3 0 0 0,-2 0 0 0 0,-2 0 0 0 0,-1 1 0 0 0,0 1 0 0 0,-3 3 0 0 0,-1-1 0 0 0,0 0 0 0 0,-3 2 0 0 0,0 1 0 0 0,-1 3 0 0 0,-1 1 0 0 0,1 2 0 0 0,-1 0 0 0 0,-1 4 0 0 0,0 1 0 0 0,0 2 0 0 0,1 2 0 0 0,-2 1 0 0 0,4-1 0 0 0,1 1 0 0 0,0 1 0 0 0,1-1 0 0 0,1 0 0 0 0,1 0 0 0 0,4-2 0 0 0,1 0 0 0 0,0-4 0 0 0,1 0 0 0 0,3-2 0 0 0,0-1 0 0 0,2-2 0 0 0,2-1 0 0 0,0-1 0 0 0,2-3 0 0 0,2-2 0 0 0,1-2 64 0 0,-1-2 0 0 0,1 1 0 0 0,-3 1-64 0 0,1-1 80 0 0,0-1-80 0 0,1-2 80 0 0,-1-1-80 0 0,0-1 0 0 0,-1 0 0 0 0,-3 2 0 0 0,0 1 0 0 0,-3 1 0 0 0,-1-2 0 0 0,-1-1-88 0 0,-2 2 88 0 0,-1-1-104 0 0,-2 0 40 0 0,-1 2 64 0 0,0 1-80 0 0,-1 3 80 0 0,-1 0 0 0 0,-2 0-72 0 0,0 4 72 0 0,-2 1 0 0 0,-1 2 0 0 0,-1 2-64 0 0,3 1 64 0 0,-2 0 0 0 0,0 2 0 0 0,1 2 0 0 0,0 0 0 0 0,0 2 0 0 0,4-1 0 0 0,1-1 0 0 0,3-1 0 0 0,1-1 0 0 0,2 0 0 0 0,3-1 0 0 0,2-3-256 0 0,1-1 0 0 0,3 0-8 0 0,3-4-8896 0 0</inkml:trace>
  <inkml:trace contextRef="#ctx0" brushRef="#br0" timeOffset="3">1030 3388 2759 3213 2662,'-1'-2'120'0'0,"0"0"32"0"0,0 2-152 0 0,-1-2 0 0 0,2 2 0 0 0,0 0 0 0 0,0 0 704 0 0,-2-1 120 0 0,0 1 16 0 0,-1-1 8 0 0,1-2 240 0 0,0 3 40 0 0,-1 0 16 0 0,0-2 0 0 0,2 4-224 0 0,-1-4-48 0 0,1 1-8 0 0,-2 1 0 0 0,1 0-160 0 0,0 1-32 0 0,-2 1 0 0 0,1 0-8 0 0,-2 1-248 0 0,1 1-40 0 0,-3 3-16 0 0,-1-2 0 0 0,-1 2-104 0 0,-1 2-16 0 0,0 0-8 0 0,-2 3 0 0 0,2-2 0 0 0,-3 3 0 0 0,-2 2 0 0 0,-1 0 0 0 0,-2 2-48 0 0,-1 1-16 0 0,1-2 0 0 0,-2-1 0 0 0,1-1-40 0 0,-1 4 0 0 0,-3 0-8 0 0,-1-1 0 0 0,1 0-48 0 0,0 0-8 0 0,-4 1 0 0 0,-2 3 0 0 0,-1 1-64 0 0,1-2 96 0 0,6-6-96 0 0,0 2 96 0 0,-2 2 8 0 0,0-1 8 0 0,0-1 0 0 0,0-1 0 0 0,1-2-112 0 0,2 0 0 0 0,0 0 0 0 0,3-3 0 0 0,3-1 72 0 0,2-2-72 0 0,1 0 64 0 0,2-1-64 0 0,0-1 88 0 0,4 0-24 0 0,-2-1-64 0 0,2 1 96 0 0,0 0-96 0 0,0-1 72 0 0,1-1-72 0 0,-1 1 64 0 0,2 0-64 0 0,-1-1 0 0 0,2 0 0 0 0,-1 0 0 0 0,0 0 0 0 0,1 0 0 0 0,-1-1 64 0 0,1 1-64 0 0,1-1 0 0 0,-1-1 0 0 0,1 2 72 0 0,-1-1-72 0 0,2-1 64 0 0,-1 0-64 0 0,3 0 80 0 0,0-1-80 0 0,-2 0 72 0 0,2 0-72 0 0,0 0 64 0 0,2-1-64 0 0,-2 0 0 0 0,2-1 0 0 0,-2 2 64 0 0,0 0-64 0 0,0 0 0 0 0,12-21 0 0 0,-7 13 0 0 0,-1 1 0 0 0,-2 1 0 20-26,1 1 0-2-2,-2 0 0 0 3,0 1-88-18 25,-2 1 88 0 0,-1 2-80 0 0,0 0 80 17-28,-3 2-80-17 28,1 1 80 0 0,-3 2-104 0 0,1 1 40 0 0,-2 2 64 0 0,-3 1-104 0 0,2 2 40 0 0,0 2 64 0 0,0 1-104 0 0,0 0 32 16-25,2-1 8-16 25,1-1 0 0 0,0 1 0 0 0,-1-1 64 0 0,3 1 0 0 0,0-2 0 0 0,2 0 0 0 0,1-3 0 0 0,1-1 0 0 0,0 1 0 0 0,2-4 0 0 0,1 0 0 0 0,3 0 0 0 0,-1-3 0 0 0,0 0 64 0 0,4 0-64 0 0,-2-4 64 0 0,4-1-64 17-28,1-4 64-17 28,1 0 0 0 0,0-3 0 0 0,-1 1 0 0 0,-3 0 0 0 0,-2 2-64 0 0,-2-1 0 0 0,-1 1 0 0 0,-3 1 0 0 0,-1 2 0 0 0,-3 0 0 0 0,0 3 0 0 0,-1-1 0 0 0,-2 3 0 0 0,0 1 0 0 0,-2 1 0 0 0,1 3 0 0 0,-2 1 0 0 0,1-1 0 0 0,0 2 0 0 0,1 1 64 0 0,1-1-64 0 0,1 1 0 0 0,1 0 0 17-26,1-1 0-17 26,0 1 0 0 0,1 0 0 0 0,0 0 0 0 0,2-1 0 0 0,2-1 0 0 0,-1 0 0 0 0,1 0 0 0 0,2-3 0 0 0,-1-1 0 0 0,2 0 0 0 0,-2-1 0 0 0,2-1 0 0 0,1-1 0 0 0,-1-2 88 0 0,1 1-88 0 0,-1-2 96 0 0,0-1-96 0 0,2 0 0 0 0,-1-3 72 15-28,0 2-72-15 28,0-3 0 0 0,-1 2 72 0 0,0 0-72 0 0,-3-1 0 0 0,2 2 64 0 0,-3 1-64 0 0,0-1 0 0 0,-1 3 0 0 0,-1 0 0 0 0,1 3 0 0 0,-1 0 0 0 0,1 0 0 0 0,-2 1 0 0 0,0 0 0 0 0,1 2 0 0 0,0 1 0 0 0,-2 0 0 0 0,1 2-88 0 0,1-1 88 0 0,-2 2-104 0 0,0 2 104 0 0,0-1-72 0 0,-1 1 72 0 0,0-1-64 0 0,-1 1 64 0 0,1 0 0 0 0,-1-1 64 0 0,2 1-64 0 0,-2 0 0 0 0,1-1 0 0 0,0 1 0 0 0,1-2 64 0 0,2-3-64 0 0,-1 2 0 0 0,2-2 64 0 0,2 0-64 0 0,0-1 0 0 0,1-2 72 0 0,3-2-72 0 0,1 0 0 0 0,1-2 72 0 0,1-2-72 0 0,3-2 0 0 0,-1-1 72 0 0,-2 2-72 0 0,-1-1 0 0 0,3 0 0 0 0,-3-1 0 0 0,-1 2-288 0 0,-2 1-16 0 0,-1-1-8 0 0,-1 2 0 0 0,-1 2-976 0 0,-2-1-200 0 0,0 2-40 0 0,1 0-5816 0 0</inkml:trace>
  <inkml:trace contextRef="#ctx0" brushRef="#br0" timeOffset="4">1118 3366 2759 3270 2745,'-2'0'248'0'0,"1"0"-248"0"0,1 0 0 0 0,0 0 0 0 0,0 1 512 0 0,0-1 64 0 0,-1-1 0 0 0,0 1 8 0 0,0-1 360 0 0,2 0 72 0 0,-2 0 8 0 0,1 1 8 0 0,0 0-168 0 0,0 0-40 0 0,0 0-8 0 0,0 0 0 0 0,0 0-8 0 0,0 0 0 0 0,0 0 0 0 0,0 0 0 0 0,0 0-72 0 0,0 0-24 0 0,-6 21 0 0 0,5-10 0 0 0,0 3-280 0 0,-1 3-56 0 0,2 1-16 0 0,-2 3 0 0 0,1 3-48 0 0,0 3-16 0 0,1-2 0 0 0,0 0 0 0 0,2 0-40 0 0,0-2-16 0 0,-2 2 0 0 0,2 0 0 0 0,-2 2-80 0 0,1 0-24 0 0,0 2 0 0 0,-1-1 0 0 0,0 1-32 0 0,1-1-8 0 0,-1 1 0 0 0,0-3 0 0 0,0 0-8 0 0,0-1-8 0 0,0 0 0 0 0,0 0 0 0 0,-1 0 0 0 0,0-2 0 0 0,1-1 0 0 0,-1 1 0 0 0,-1-3 0 0 0,0-1 0 0 0,1 0 0 0 0,-1-3 0 0 0,0 1-80 0 0,2-4 96 0 0,-2 2-96 0 0,1-1 96 0 0,0-2-32 0 0,1-2-64 0 0,0-2 96 0 0,0-3-32 0 0,0 0-64 0 0,0-3 64 0 0,0 0-64 0 0,1-2 64 0 0,0 0-64 0 0,1 0 64 0 0,-2-3-64 0 0,2 0 64 0 0,0-1-64 0 0,1 0 96 0 0,-1-2-96 0 0,0-1 96 0 0,-1 0-96 0 0,1-1 0 0 0,0 0 72 0 0,-1 0-72 0 0,0 0 0 0 0,-1-1 0 0 0,0 2 0 0 0,0-1 0 0 0,-1 0 0 0 0,0 0 0 21-26,-1 1 0-4 0,0 0 0-17 26,0 3 0 19-28,-1 0 0-1 0,-1 0 0-1 2,-1 2-64-17 26,0 1-16 18-28,-1 1 0-18 28,-1 3 0 0 0,0 3 0 0 0,-1 1 0 0 0,0 1 0 0 0,-1 3 0 0 0,0 1 0 0 0,0-1 80 0 0,2 0 0 0 0,1-1-72 0 0,0 2 72 0 0,0 2 0 0 0,1 0 0 0 0,1 2 0 0 0,2 0 0 0 0,2-5 0 0 0,2-1 0 0 0,0-1 0 0 0,3-2 0 0 0,-1-1 0 0 0,3-1 0 0 0,0-1 0 0 0,2-2 0 0 0,-2-1 0 0 0,2-2 0 17-27,-3-1 0-17 27,2-1 64 0 0,3-3-64 0 0,-2-1 96 0 0,1-1-96 0 0,0-2 96 0 0,-3 1-96 0 0,0 0 0 0 0,-1 0 72 0 0,-3 2-72 0 0,1 0 0 0 0,-1 0 0 0 0,-3 1 0 0 0,0 1 0 0 0,0 2 0 0 0,-2 1 0 0 0,-1-1 0 0 0,-1 3 0 0 0,2 0 0 0 0,-3 1 0 0 0,1 3 0 0 0,-2 1 0 0 0,0 2 0 0 0,1-1 0 0 0,0 1 0 0 0,1-1 0 0 0,2 0 0 0 0,0-1 0 0 0,2-1 0 0 0,2-1 0 0 0,0-1 0 0 0,2 0 0 0 0,1-1 0 0 0,0-2 0 0 0,4-1 0 0 0,1-2 0 0 0,-1-1 0 0 0,1-2 0 0 0,2 0-96 0 0,0-3 16 0 0,0 0 8 0 0,-2 0 0 0 0,-1 0-24 0 0,-2 2 0 0 0,-3 2 0 0 0,-2-1 0 0 0,-1 1 96 0 0,-2 0-104 0 0,-1 2 40 0 0,-4-1 64 0 0,-1 1 0 0 0,-3 1 0 0 0,-3 1 0 0 0,-1 0 0 0 0,1 2 0 0 0,-3 2 0 0 0,2-1 0 0 0,-1 3 0 0 0,1-2 0 0 0,2 3 0 0 0,3-3 0 0 0,3 1 0 0 0,3-1 0 0 0,2-2 0 0 0,2 0 0 0 0,2-2 0 0 0,4-1-416 0 0,2-4-40 0 0,3-2-16 0 0,1-3-8616 0 0</inkml:trace>
  <inkml:trace contextRef="#ctx0" brushRef="#br0" timeOffset="5">1211 3335 5063 3212 2783,'-4'-3'224'0'0,"2"1"48"0"0,-1 1-272 0 0,3 0 0 0 0,-2 0 0 0 0,1-1 0 0 0,1 2 952 0 0,-1 0 136 0 0,0-2 24 0 0,-1 2 8 0 0,2 0 120 0 0,-2 0 24 0 0,2 3 8 0 0,0-2 0 0 0,0 2-472 0 0,0 2-96 0 0,0-1-24 0 0,2 3 0 0 0,0 0-112 0 0,1 3-24 0 0,2 0-8 0 0,1 1 0 0 0,1 1-192 0 0,2 1-40 0 0,1 3-8 0 0,3 1 0 0 0,0 2-40 0 0,3 4-16 0 0,0 0 0 0 0,1 1 0 0 0,-1 1-48 0 0,0-1 0 0 0,0 1-8 0 0,1-1 0 0 0,-4 1-56 0 0,2-2-16 0 0,1 3 0 0 0,-1 0 0 0 0,0 1-16 0 0,0-1 0 0 0,0 0 0 0 0,-3-1 0 0 0,1-3-16 0 0,0 1-8 0 0,1 3 0 0 0,2-1 0 0 0,-2 2 16 0 0,2-4 0 0 0,-1 0 0 0 0,-1-2 0 0 0,0-1 8 0 0,-2-1 8 0 0,1 0 0 0 0,-1-3 0 0 0,1 2 0 0 0,-2-4 0 0 0,-1-2 0 0 0,1 1 0 0 0,0 2-16 0 0,2 0-8 0 0,-1-2 0 0 0,-1-1 0 0 0,1 1-80 0 0,-2-2 80 0 0,0 0-80 0 0,0-2 80 0 0,-2-1-80 0 0,-1-1 0 0 0,-2-1 72 0 0,0-3-72 0 0,-1-1 64 0 0,-1 0-64 0 0,-1 0 64 0 0,-1 0-64 0 0,2-1 0 0 0,-3 1 64 0 0,2-2-64 0 0,-1 0 0 0 0,0 0 64 0 0,-1 2-64 0 0,0-2 64 0 0,1 1-64 0 0,-1-1 0 0 0,0 0 64 0 0,0 0-64 0 0,0 0 0 0 0,0 0 0 0 0,0 0 0 0 0,0 0 0 0 0,0 0 64 18-25,0 0-64-18 25,0 0 0 0 0,0 0 0 0 0,0 0 0 0 0,0 0 0 0 0,0 0 0 0 0,0 0 0 0 0,0 0 0 0 0,0 0 0 18-25,0 0 0-18 25,0 0 0 0 0,0 0 0 0 0,0 0 0 0 0,0 0 0 0 0,0 0 0 0 0,0 0 0 0 0,0 0 0 0 0,0 0 0 0 0,0 0 0 0 0,-5-22 0 0 0,5 14 0 0 0,-2 0 0 0 0,1 1 0 0 0,-1 0 0 0 0,0 1-64 0 0,-3 2 0 20-25,-1-1 0-20 25,-1 1 0 0 0,0 2-32 0 0,1 1-8 0 0,1 0 0 0 0,-1 2 0 0 0,1 2 8 0 0,-4 0 0 0 0,1 3 0 0 0,0 1 0 0 0,-1 2 96 0 0,1 1-72 0 0,2 0 72 0 0,1-1-64 0 0,0 2 64 0 0,1 1 0 0 0,1 1 0 0 0,1 1 0 0 0,3 0 0 0 0,0-1 0 0 0,2-3 0 0 0,4-1 0 0 0,0 0 0 0 0,4-3 0 0 0,-2-1 0 0 0,2-3 0 0 0,3-1 0 0 0,2-2 0 0 0,3-3 0 0 0,-2-1 0 18-25,0-1 0-18 25,-2-3 0 0 0,0-1 0 0 0,-2 1 0 16-27,-4 0 0-16 27,-1 0 0 0 0,-2 1 0 0 0,-2 1-64 0 0,-2 0 64 0 0,1 2-64 0 0,-3-2 64 0 0,-3 1-64 20-26,1 1 64-20 26,-1 0 0 0 0,-1 3 0 0 0,-1 0 0 0 0,-1 2 0 0 0,1 0 0 0 0,-4 2 0 16-28,1 2 0-16 28,0 1 0 0 0,-1 0 0 0 0,0 3 0 0 0,0 1 0 0 0,-1 2 0 0 0,2-1 0 0 0,1 1 0 0 0,2-1 64 0 0,0-1-64 0 0,3 0 0 0 0,2-2 0 0 0,0-1 64 0 0,3-1-64 0 0,3-1 0 0 0,-1-1 0 0 0,4-1 64 0 0,1-2-64 0 0,3-3 0 0 0,0-1 0 0 0,3-5 0 0 0,0 2 0 0 0,0-2 0 0 0,1-4 0 0 0,-1 0 0 0 0,-1 0 0 0 0,-1 0-64 0 0,-4 1 64 0 0,0 1-96 0 0,-4 0-8 0 0,-1 1-8 0 0,-3 1 0 0 0,-2 0 0 0 0,-4 0 32 0 0,-3 0 8 0 0,1 4 0 0 0,-2 0 0 0 0,0 2 72 0 0,-4 1 0 0 0,-4 4 0 0 0,-4 1 0 0 0,-1 3 160 0 0,-2 1-8 0 0,2 2 0 0 0,0-1 0 0 0,4 0-8 0 0,2 0 0 0 0,1 1 0 0 0,3-2 0 0 0,3 1-32 0 0,1-1-8 0 0,2-1 0 0 0,3-1 0 0 0,2 1-104 0 0,2-1 0 0 0,0-3 0 0 0,4-1 0 0 0,2 0-264 0 0,4-3-56 0 0,3-1 0 0 0,5-3-9664 0 0</inkml:trace>
  <inkml:trace contextRef="#ctx0" brushRef="#br0" timeOffset="6">2120 2638 2303 3158 3177,'-2'1'200'0'0,"-1"0"-200"0"0,0 1 0 0 0,2-2 0 0 0,0 0 592 0 0,0 0 80 0 0,-2 0 8 0 0,-4 2 8 0 0,2 0 224 0 0,-1-1 48 0 0,1 0 0 0 0,1 0 8 0 0,3-1-80 0 0,-1 2-24 0 0,4-2 0 0 0,1-2 0 0 0,2 2-256 0 0,1-1-48 0 0,1 1-16 0 0,2 0 0 0 0,0 0-72 0 0,0 1-24 0 0,3 2 0 0 0,-1 0 0 0 0,2 1 16 0 0,1 0 0 0 0,0 3 0 0 0,5 1 0 0 0,0 1-136 0 0,1 0-24 0 0,3 3-8 0 0,2-1 0 0 0,3 1-40 0 0,2 1 0 0 0,2 0-8 0 0,-2-3 0 0 0,-4-1-56 0 0,6 2-16 0 0,3 1 0 0 0,0 1 0 0 0,-6-2-16 0 0,1 3-8 0 0,6 1 0 0 0,2 2 0 0 0,-1 1-32 0 0,-1 0-8 0 0,1-1 0 0 0,-3 0 0 0 0,2-1-16 0 0,-2 0 0 0 0,0 0 0 0 0,1 0 0 0 0,-1-1-8 0 0,0-1-8 0 0,-3 0 0 0 0,1-1 0 0 0,0-1-16 0 0,-2-1 0 0 0,1-1 0 0 0,-2 1 0 0 0,0-2-64 0 0,-4 0 0 0 0,-2-2 72 0 0,-1 0-72 0 0,0-1 64 0 0,0-1-64 0 0,-4 0 80 0 0,1-1-80 0 0,-1 0 64 0 0,-1-2-64 0 0,-3-1 0 0 0,0-1 72 0 0,-2 3-72 0 0,-3-1 96 0 0,1-1-96 0 0,-4 0 96 0 0,1 1-96 0 0,-3-1 0 0 0,1 1 72 0 0,-2-1-72 0 0,-1 0 0 0 0,2 2 0 0 0,-2-1 0 0 0,0 0 64 0 0,1 1-64 0 0,-1-1 0 0 0,0 0 64 0 0,1 1-64 0 0,-1-1 0 0 0,0-1 0 0 0,2 1 0 0 0,-1 0 64 0 0,-1 0-64 0 0,1-1 0 0 0,1 1 0 0 0,-2 0 64 0 0,1 0-64 0 0,-1-2 64 0 0,0 3-64 0 0,1-1 64 0 0,-2 0-64 0 0,2-2 64 0 0,-3 2-64 0 0,2-1 64 0 0,-1 0-64 0 0,0-1 0 0 0,0 0 0 0 0,-1 0 0 0 0,0 0 0 0 0,1-1 0 0 0,-1 0 0 0 0,0-1 0 0 0,0-1 0 0 0,-1-1 0 0 0,0 0 0 0 0,-1-1 64 0 0,0 1-64 0 0,-3-1 0 0 0,-1 1 0 0 0,-1-1 0 0 0,0 0 0 0 0,-2 3 0 0 0,-3 1 0 0 0,0 2 0 0 0,0 0 0 0 0,-2 3 0 0 0,0 2 0 0 0,-2 1 0 0 0,2 0 0 0 0,0 0 0 0 0,0 2 0 0 0,2 2-64 0 0,3-3 64 0 0,2 1 0 0 0,2 0 0 0 0,1 1 0 0 0,2-1 0 0 0,2-2 0 0 0,0-2 0 0 0,0 0 0 0 0,2 1 0 0 0,2-1 0 0 0,1 2 0 0 0,2-3 0 0 0,2 1 0 0 0,2-2 0 0 0,-1-1 0 0 0,2 0 0 0 0,0-2 0 0 0,1 0 0 0 0,1-3 0 0 0,-2-1 64 0 0,2 0-64 0 0,-1-3 0 0 0,0 0 0 0 0,-2-1 0 0 0,-1-1 0 0 0,-3 0 0 0 0,-1 1 0 0 0,-1 0 0 0 0,-2-2 0 0 0,-1 1 0 0 0,0 0 0 0 0,-4 1 0 0 0,2 0 0 0 0,-4 0 0 0 0,1 2 0 0 0,-4 1 0 0 0,2 1 0 0 0,-3 1 0 0 0,0 1 0 0 0,-3 1 0 0 0,0 2 0 0 0,0 3 0 0 0,-1 1 0 0 0,1-1-64 0 0,0 2 64 0 0,0 0 0 0 0,-1 4 0 0 0,1-1 0 0 0,0 2 0 0 0,2 1 0 0 0,2 0 0 0 0,2-3 0 0 0,2 0 0 0 0,1-1 0 0 0,2-1 0 0 0,0 0 0 0 0,2-1 0 0 0,1 1 0 0 0,1-2 0 0 0,1-1 0 0 0,2-1 0 0 0,0-1 0 0 0,3 0 0 0 0,0-2 0 0 0,2-2 0 0 0,-1-1 0 0 0,2-1 0 0 0,-3 0 0 0 0,-1 1 0 0 0,3-4 0 0 0,2-2 0 0 0,0-2 64 0 0,0-1-64 0 0,-3 1 0 0 0,-2 1 0 0 0,-2-1-64 0 0,-4 2 64 0 0,-1 1-104 0 0,-2 0 40 0 0,-2 1 64 0 0,-3 1-80 0 0,-1 2 80 0 0,-2 1 0 0 0,-3 3-72 0 0,4 0 72 0 0,-4 2 0 0 0,-1 0 0 0 0,1 1 0 0 0,-2 3 0 0 0,2 0 88 0 0,-2 1-88 0 0,3-1 96 0 0,2 1-24 0 0,1-1 0 0 0,2 0 0 0 0,2-1 0 0 0,2-1-72 0 0,2 1 0 0 0,-1-2 72 0 0,2 1-72 0 0,3-2 0 0 0,1 0 0 0 0,1-1 0 0 0,0 1 0 0 0,2-2 0 0 0,-2 0 64 0 0,2-2-64 0 0,0 0 0 0 0,-1 0 0 0 0,-1 0 64 0 0,-3-1-64 0 0,0 2 0 0 0,-2-1 0 0 0,2 1 0 0 0,-3-2 0 0 0,1 2 0 0 0,-1 0 0 0 0,0 0 0 0 0,1 0 0 0 0,-2 0 0 0 0,2 1 0 0 0,-2-1 0 0 0,1-1 0 0 0,0 1 0 0 0,0 1 0 0 0,1-1 0 0 0,-2 0 0 0 0,0 1 0 0 0,0 0 0 0 0,0 0-64 0 0,0 0 64 0 0,0 0-64 0 0,0 0 64 0 0,0 0-104 0 0,0 0 40 0 0,0 0 64 0 0,0 0-112 0 0,0 0 40 0 0,0 0 8 0 0,0 0 0 0 0,0 0-24 0 0,0 0 0 0 0,0 0 0 0 0,0 0 0 0 0,0 0-64 0 0,0 0-8 0 0,0 0-8 0 0,0 0 0 0 0,0 0-456 0 0,0 0-88 0 0,0 0-24 0 0,0 0 0 0 0,0 0-960 0 0,0 0-192 0 0</inkml:trace>
  <inkml:trace contextRef="#ctx0" brushRef="#br0" timeOffset="7">3454 3253 919 2987 3505,'0'-1'80'0'0,"0"0"-80"0"0,0 0 0 0 0,0 0 0 0 0,0 1 632 0 0,-2 0 104 0 0,2 0 32 0 0,-1-1 0 0 0,1 1 512 0 0,-2-2 96 0 0,0 2 32 0 0,2 0 0 0 0,0 0-280 0 0,0 0-48 0 0,0 0-16 0 0,-17 18 0 0 0,15-11-496 0 0,-1 1-104 0 0,-1 4-16 0 0,-1 4-8 0 0,0 5-56 0 0,-1 2-16 0 0,-1 5 0 0 0,-3 5 0 0 0,-1 4 40 0 0,-1 2 8 0 0,-2 4 0 0 0,-2-3 0 0 0,2-8 32 0 0,-3 3 0 0 0,-1 2 8 0 0,-4 1 0 0 0,1 1-120 0 0,0-2-24 0 0,2 1-8 0 0,-1-3 0 0 0,3-3-48 0 0,2-2-16 0 0,1-2 0 0 0,2-3 0 0 0,3-5-128 0 0,2-1-24 0 0,2-4-8 0 0,0-3 0 0 0,2-1-16 0 0,0-2 0 0 0,2-3 0 0 0,0-3 0 0 0,1 1 0 0 0,0-2-64 0 0,0-1 96 0 0,0-2-32 0 0,0-1 0 0 0,0-2-64 0 0,1 3 96 0 0,-1-2-32 0 0,0-2 24 0 0,0 5 0 0 0,0 0 0 0 0,0 0 0 0 0,1-22-88 0 0,-1 17 0 0 0,0-2 0 0 0,-1 0 0 0 0,0 1 0 0 0,-1-1 0 0 0,-2-1 0 0 0,1 1 0 0 0,-1 1 0 0 0,0 2 0 0 0,-1-1 0 0 0,0 3 0 0 0,-2 0 0 0 0,2 0 0 0 0,-2 1 0 0 0,-1 1 0 0 0,0 1 0 0 0,-1 3 0 0 0,0 2-64 0 0,-3-1 64 0 0,0 4-64 0 0,-2 1 64 0 0,2 0-80 0 0,-1 2 80 0 0,1 1 0 0 0,1 1 0 0 0,-1 0 0 0 0,2 0 0 0 0,-1-1 0 0 0,2 1 0 0 0,1 1 0 0 0,0-1 0 0 0,3 1 0 0 0,2-2 0 0 0,1-2 0 0 0,2-2 0 0 0,2-2 0 0 0,0-1 0 0 0,4 1 0 0 0,0-2 0 0 0,4-2 0 0 0,-1-1 0 0 0,4-2 0 0 0,-2 0 0 0 0,1-1 0 0 0,-1-2 104 0 0,1-1-32 0 0,-1 0-8 0 0,3-1-64 0 0,-3-2 64 0 0,-1 1-64 0 0,-2 1 64 0 0,0-2-64 0 0,-1 0 0 0 0,-2 0 0 0 0,-2 0 0 26-21,-1 0 64-26 21,0 0-64 27-19,-2 0 0-27 19,-3 0 64 0 0,-1 3-64 0 0,1 1 0 0 0,0-1 0 0 0,-3 3 0 0 0,-1-1-64 26-21,0 4 64-26 21,0 0 0 0 0,-1 1 0 0 0,0 3 0 0 0,0 0 0 0 0,-1 1-72 0 0,0 2 72 0 0,-2 1 0 0 0,4 1 0 0 0,0-4 0 0 0,2 1 0 0 0,0 1 0 0 0,2-1 0 0 0,0 1 0 0 0,1-1 0 0 0,2 0 0 25-21,1-1 0-25 21,2-1 0 0 0,0-1 0 0 0,2-2 0 0 0,1-1 0 0 0,3 0 0 0 0,0-2 0 0 0,-1 0 0 0 0,1-3 0 0 0,2 1 0 0 0,2-4 0 0 0,3 1 80 0 0,-1-2-80 0 0,-2-1 80 25-19,-2 2-80-25 19,-2 0 0 0 0,0-1 0 0 0,0 0 0 0 0,-1-2 0 0 0,-1 1 0 0 0,-3 0 0 0 0,-1-1-72 0 0,-3 0 72 0 0,0 3-64 0 0,-3-1 64 0 0,0 2 0 0 0,-2-2-72 0 0,-1-2 72 0 0,-4-2 0 0 0,1 0 0 0 0,-2 1 0 0 0,0 3-72 0 0,1 3 72 0 0,1 1-80 0 0,-1 3 80 0 0,1 1-72 0 0,0 3 72 0 0,1-2-64 0 0,0 4 64 0 0,0 2 0 0 0,1 0-64 0 0,1 0 64 0 0,1 1 0 0 0,0 3 0 0 0,3-3 0 0 0,0-1 0 0 0,0-1-64 0 0,2-2 64 0 0,2 2-104 0 0,1-3 40 0 0,-1-1 64 0 0,2-1-328 0 0,0 1-8 0 0,1-2 0 0 0,0 0 0 0 0,1-1-816 0 0,1 0-168 0 0,0 0-32 0 0,0-1-8 0 0,1 1-480 0 0,0-1-96 0 0</inkml:trace>
  <inkml:trace contextRef="#ctx0" brushRef="#br0" timeOffset="8">3029 4206 1375 3063 3041,'-1'-2'64'0'0,"0"2"8"0"0,1 0-72 0 0,-2-2 0 0 0,2 2 0 0 0,0 0 0 0 0,0 0 544 0 0,0 0 96 0 0,0-1 24 0 0,0 0 0 0 0,0 0 104 0 0,0 1 16 0 0,0 0 8 0 0,0 0 0 0 0,0 0-240 0 0,0 0-40 0 0,0 0-16 0 0,0 0 0 0 0,14-14-56 0 0,-12 12-16 0 0,0 0 0 0 0,0 0 0 0 0,-1 0 136 0 0,1 1 24 0 0,0-1 8 0 0,-1 0 0 0 0,-1 2 104 0 0,1-2 16 0 0,-1 2 8 0 0,0-1 0 0 0,0 1-40 0 0,0-1-8 0 0,0 0 0 0 0,0-1 0 0 0,0 2-240 0 0,1 0-48 0 0,-1 0-16 0 0,0 0 0 0 0,0 0-176 0 0,0 0-40 0 0,0 0-8 0 0,0 0 0 0 0,0 0-8 0 0,0 0 0 0 0,0 0 0 0 0,0 0 0 0 0,0 0-8 0 0,0 0-8 0 0,0 0 0 0 0,0 0 0 0 0,0 0-32 0 0,0 0-8 0 0,0 0 0 0 0,0 0 0 0 0,0 0-16 0 0,0 0-64 0 0,0 0 96 0 0,0 0-32 0 0,0 0-64 0 0,0 0 64 0 0,0 0-64 0 0,0 0 64 0 0,0 0-64 0 0,0 0 80 0 0,0 0-80 0 0,0 0 80 0 0,0 0-80 0 0,0 0 0 0 0,0 0 0 0 0,0 0 64 0 0,0 0-64 0 0,0 0 0 0 0,0 0 0 0 0,0 0 64 0 0,0 0-64 0 0,0 0 0 0 0,0 0 72 0 0,0 0-72 0 0,0 0 0 0 0,0 0 72 0 0,0 0-72 0 0,0 0 0 0 0,0 0 64 0 0,0 0-64 0 0,-14 11 0 0 0,11-9 0 0 0,2 1 0 0 0,-2 0 0 0 0,1 1 64 0 0,0-1-64 0 0,-1 3 0 0 0,-1-1 0 0 0,1 2 64 0 0,-1 0-64 0 0,1 1 0 0 0,-3 4 0 0 0,0 0 64 0 0,-2 2-64 0 0,1-2 0 0 0,-1 2 0 0 0,0 0 64 0 0,-3 1-64 0 0,2 4 0 0 0,-4 1 64 0 0,0 1-64 0 0,-2 2 0 0 0,2 0 80 0 0,-1 1-80 0 0,0 1 64 0 0,-1-3-64 0 0,1-1 96 0 0,0 0-32 0 0,-2-1 0 0 0,1 1 0 0 0,-1-1 0 0 0,2-2 0 0 0,2 0 0 0 0,-3 1 0 0 0,-1 3 0 0 0,-3 2-64 0 0,-1 4 96 0 0,1-1-32 0 0,0-2 0 0 0,0 1-64 0 0,2 0 96 0 0,-2-3-32 0 0,1-1 0 0 0,2-3-64 0 0,1 0 96 0 0,2-3-32 0 0,0-1 16 0 0,4-1 0 0 0,-1-1 0 0 0,1-1 0 0 0,0 1-80 0 0,2-3 80 0 0,0 1-80 0 0,1-2 80 0 0,0 0-80 0 0,1 0 0 0 0,0 0 0 0 0,1-3 64 0 0,-1 1-64 0 0,0-1 0 0 0,1 0 0 0 0,0-2 64 0 0,1 1-64 0 0,-1-3 0 0 0,2 1 0 0 0,1-1 64 0 0,-1-1-64 0 0,2 0 0 0 0,-2-1 0 0 0,2 0 64 0 0,2-1-64 0 0,-2 0 0 0 0,0-2 0 0 0,1 1 0 0 0,-1 2 0 0 0,0 0 64 0 0,6-17-64 0 0,-2 10 64 0 0,-1-1-64 0 0,1-3 0 0 0,-1 2 0 0 0,1 0 0 24-25,-1-1 0-3 3,-1 0 0 1-2,-2 3-88-22 24,0 0 88 0 0,0 2-96 21-23,-2 1 16-21 23,0-1 8 0 0,-1 1 0 22-24,-1 2-24-22 24,-1 1-8 0 0,-2 1 0 0 0,2 1 0 0 0,-1 0 8 0 0,-1 2 0 0 0,-2 1 0 0 0,0 2 0 0 0,0 0 32 0 0,0 3 64 0 0,-5 1-104 0 0,3 0 40 0 0,1 1 64 0 0,-2-1 0 0 0,2 4 0 0 0,-1 0 0 0 0,2-3 0 0 0,2 2 0 0 0,0-2 0 0 0,2 1 0 0 0,1-3 0 0 0,1 0 0 0 0,1 0 0 0 0,2 0 0 0 0,0-2 0 0 0,2-2 0 0 0,1 1 0 20-25,1-3 0-20 25,3 1 64 0 0,0-2-64 0 0,1-1 64 0 0,1-2-64 0 0,0-1 96 0 0,0-2-24 0 0,1 0 0 0 0,0-2 0 0 0,1-1-72 0 0,-2-1 96 0 0,-2 3-96 0 0,0-4 96 0 0,0 2-96 0 0,-3 0 0 0 0,-1 0 0 0 0,-2-2 0 0 0,0 3 0 0 0,-2-1 0 0 0,-1 2 0 0 0,0 1 0 0 0,-2 0 0 0 0,-1 1 0 0 0,1 3-64 0 0,-1 0 64 0 0,1 0-88 0 0,-1 0 24 0 0,0 4 0 0 0,0 1 0 0 0,-1-1 64 0 0,1 1-80 0 0,0 1 80 0 0,3-2-80 0 0,-1 0 80 0 0,2-1 0 0 0,0 1 0 0 0,1-2 0 0 0,1 2 0 0 0,0-1 0 0 0,3-1 0 0 0,-2 0 0 0 0,2 0 0 0 0,0 0 0 0 0,-1-1 0 0 0,1-1 0 0 0,1 0-128 0 0,-2 2 24 0 0,1-2 0 0 0,-1 0 0 0 0,1 0-56 0 0,0-2-16 0 0,-1 2 0 0 0,-1 0 0 0 0,2-1 0 0 0,-1 1 0 0 0,-3 0 0 0 0,2-1 0 19-23,-1 1 8-19 23,-1-1 0 0 0,0-1 0 0 0,0 0 0 0 0,0 1 168 0 0,-1-1 0 0 0,1 0-72 0 0,-2-1 72 0 0,2 1 0 0 0,0 2 0 0 0,0 0 0 0 0,0 0 0 0 0,0 0 0 0 0,0 0 0 0 0,0 0 64 0 0,0 0-64 0 0,0 0 64 0 0,0 0 0 0 0,0 0-64 0 0,-18 7 96 0 0,15-5 0 0 0,1 1 0 0 0,-2 1 0 0 0,1-1 0 0 0,-1 2-8 0 0,-1-1-8 0 0,-2 3 0 0 0,2 2 0 0 0,-3-2-16 0 0,0 4-64 0 0,0-1 96 0 0,0 1-32 0 0,-3 2 0 0 0,1-1-64 0 0,-2 4 96 0 0,-2 0-32 0 0,0 2 0 0 0,-2 2-64 0 0,-3 1 96 0 0,0-1-32 0 0,-1 3 16 0 0,-1-1 0 0 0,1 3 0 0 0,-3-4 0 0 0,3 0-8 0 0,-1 0 0 0 0,2 0 0 0 0,-1-2 0 0 0,2 2-8 0 0,0-3 0 0 0,0 1 0 0 0,1-3 0 0 0,0 1-64 0 0,1-4 64 0 0,3-1-64 0 0,1-1 64 0 0,0-2 16 0 0,0 0 0 0 0,3-2 0 0 0,-1 0 0 0 0,1-1 0 0 0,0 1 0 0 0,-1-1 0 0 0,1 1 0 0 0,2-2-8 0 0,0 0 0 0 0,1-1 0 0 0,1-1 0 0 0,0 1-72 0 0,2-1 64 0 0,0-1-64 0 0,1-1 64 0 0,2-1-64 19-24,0 0 0-19 24,0-1 0 0 0,1-1 0 0 0,0 0 0 0 0,2-1 0 0 0,-1-1 0 0 0,0 2 64 20-25,1-1-64-20 25,-1-2 0 21-26,0 0 0-21 26,0 1 0 22-31,0 0 0-1 3,-1 2-72-3 2,-1-1 72-18 26,0 1-80 0 0,0 1 80 0 0,-3 1-96 0 0,2 0 96 0 0,-2 1-96 18-27,1 1 24-18 27,-3 3 0 18-27,1-1 0-18 27,0 3 0 18-28,0 2 72-18 28,0 0-96 17-28,0 1 96-17 28,-1 0-96 0 0,3 0 96 0 0,0 0 0 0 0,0 0 0 0 0,1-1 0 0 0,1 0 0 0 0,0-4 0 0 0,2 0 0 0 0,0-1 0 0 0,1-1 0 16-28,2-2 0-16 28,1-1 0 0 0,-1-2 0 0 0,2 0 0 0 0,1-3 0 0 0,-1-2 0 17-27,0 1-64-17 27,0-1 64 0 0,-2 0-96 0 0,1-3 96 0 0,-1 2-96 0 0,-3 0 96 17-30,0 1-104-2 3,-1 0 40-15 27,-1 0 64 0 0,-1 2-96 0 0,-3 0 96 0 0,1-1-96 0 0,-1 1 96 0 0,-1 1-88 0 0,1 1 88 0 0,-3 1-64 0 0,1 0 64 0 0,2 2-72 0 0,1 0 72 0 0,1 0-80 0 0,-1 0 80 0 0,1 0-104 0 0,1 0 24 0 0,0 1 8 0 0,1-1 0 0 0,0 1-232 0 0,3 1-48 0 0,2-2 0 0 0,-5 0-5712 0 0,0 0-1136 0 0</inkml:trace>
  <inkml:trace contextRef="#ctx0" brushRef="#br0" timeOffset="9">2396 5191 6911 3212 2416,'-4'-2'304'0'0,"3"1"64"0"0,0 0-296 0 0,-1 0-72 0 0,2 0 0 0 0,0-1 0 0 0,0 2 696 0 0,0-1 120 0 0,0 0 24 0 0,2 0 8 0 0,-1 0-48 0 0,-1 1-16 0 0,0 0 0 0 0,0 0 0 0 0,0 0-344 0 0,0 0-72 0 0,0 0-16 0 0,0 0 0 0 0,0 0 112 0 0,0 0 16 0 0,11 19 8 0 0,-11-10 0 0 0,1-2-72 0 0,1 2-24 0 0,-1 5 0 0 0,-1-1 0 0 0,1 3-112 0 0,-1 1-24 0 0,1 4-8 0 0,0 0 0 0 0,-1 3 48 0 0,-1 1 16 0 0,0 2 0 0 0,0-1 0 0 0,-2 3-24 0 0,1-1-8 0 0,-1-2 0 0 0,-1 5 0 0 0,0 7-88 0 0,-1 1-8 0 0,1-2-8 0 0,0-1 0 0 0,1 3-32 0 0,-2-3-8 0 0,3-1 0 0 0,-1-2 0 0 0,3-3-32 0 0,0-2-8 0 0,1-3 0 0 0,1-3 0 0 0,1-4-96 0 0,-3-2 64 0 0,1 1-64 0 0,0-3 0 0 0,1-2 112 0 0,-2 1-24 0 0,0-1-8 0 0,2-3 0 0 0,-2 0-16 0 0,0-5 0 0 0,0 0 0 0 0,0-2 0 0 0,-2-1-64 0 0,2 0 80 0 0,0-2-80 0 0,-2-1 80 0 0,1-2-8 0 0,-1 0 0 0 0,0-1 0 0 0,-2-2 0 0 0,1-1-8 0 0,1 0-64 0 0,0 0 96 0 0,0-1-32 0 0,-1 2-64 0 0,0 0 0 0 0,1 3 0 0 0,0 0 0 0 0,0 2 0 0 0,-1 1 0 0 0,2 1 0 0 0,-2 1 0 0 0,1 0-72 0 0,1 0-32 17-26,-1 1-8-17 26,0 1 0 0 0,0 3 0 16-29,1-1 0 1 1,-1 2 0-17 28,1 0 0 14-27,1 1 112-14 27,-1-1 0 0 0,2-2-80 0 0,1 2 80 0 0,0-3 0 0 0,2-1-88 15-27,1 1 88-15 27,2-3-64 0 0,-1 0-32 0 0,1-1 0 0 0,0-1 0 0 0,2-1 0 0 0,0-2-8 0 0,-1 0-8 0 0,0-1 0 0 0,-2 1 0 0 0,-1-1 0 0 0,-2 1 0 0 0,-1 1 0 0 0,1 1 0 0 0,-3-2 40 0 0,0 2 8 0 0,-3-1 0 0 0,0 1 0 15-28,-1-1 64-15 28,-2 1 0 0 0,-2 0 0 0 0,0 0 0 0 0,-1 1 88 0 0,2 0-24 0 0,0 0 0 0 0,1-1 0 0 0,0 0-64 0 0,2 0 64 0 0,0 1-64 0 0,3-3 64 0 0,2 0-224 0 0,3-2-40 0 0</inkml:trace>
  <inkml:trace contextRef="#ctx0" brushRef="#br0" timeOffset="10">2456 5198 3479 3280 2423,'-5'-7'72'0'0,"3"3"24"0"0,1 0 0 0 0,0 1 0 0 0,1 1-96 0 0,0 0 0 0 0,0 1 0 0 0,0-2 0 0 0,1 0 1792 0 0,-1-4 328 0 0,1 2 72 0 0,-1 1 16 0 0,2-1-600 0 0,0 3-112 0 0,-1 0-24 0 0,1 4-8 0 0,2 0-664 0 0,-2 3-136 0 0,3 0-24 0 0,-1 3-8 0 0,2 2-280 0 0,0 2-48 0 0,2 0-16 0 0,0 2 0 0 0,3 2-160 0 0,1 0-32 0 0,3 7 0 0 0,0-3-8 0 0,3 1-16 0 0,-1-1 0 0 0,2 3 0 0 0,-2-3 0 0 0,1 2 16 0 0,0-1 0 0 0,-2-3 0 0 0,0 3 0 0 0,2-1 8 0 0,-1 3 8 0 0,1-2 0 0 0,-2 0 0 0 0,0 1 16 0 0,-1-2 0 0 0,-1-4 0 0 0,1 4 0 0 0,0 1 16 0 0,0 1 8 0 0,2-1 0 0 0,-1 2 0 0 0,0-1-64 0 0,-2-1-16 0 0,0 0 0 0 0,-2-3 0 0 0,1 1 0 0 0,-3-3 0 0 0,1-1 0 0 0,-4-2 0 0 0,0-4-64 0 0,-1 1 0 0 0,-2-4 72 0 0,-2-1-72 0 0,0 0 0 0 0,0-3 0 0 0,-1 0 0 0 0,-1 0 64 0 0,-1-1 0 0 0,1-1 8 0 0,0-1 0 0 0,0 1 0 0 0,-2 0-8 0 0,1 1 0 0 0,1-1 0 0 0,0 0 0 0 0,0 0 0 0 0,0 0-64 0 0,0 0 96 0 0,0 0-32 0 0,0 0-64 0 0,0 0 80 0 0,0 0-80 0 0,0 0 80 0 0,0 0-80 0 0,0 0 0 0 0,-17-10 0 0 0,14 7 0 0 0,0-1 0 0 0,-1-1 0 0 0,-1 1-96 0 0,-1 1 96 0 0,1 2-88 0 0,-1 0 88 0 0,-1 1-64 0 0,0 2 64 0 0,0 1-88 0 0,0 2 88 0 0,-1 2-104 0 0,1 0 40 0 0,0 0-8 0 0,3 0 0 0 0,0-1 0 0 0,2 0 0 0 0,1 1 72 0 0,2-1 0 0 0,2-1 0 0 0,1 0 0 0 0,2-3-64 0 0,1 0 64 0 0,1 0-64 0 0,1-1 64 0 0,2-2-128 0 0,0 0 24 0 0,-2-2 0 0 0,0-1 0 0 0,1 1 32 0 0,-1-2 8 0 0,-2 1 0 0 0,0-1 0 0 0,-1 0 64 0 0,-2 2 0 0 0,-1 1-72 0 0,-1 0 72 0 0,-2 1 0 0 0,0 0 0 0 0,0 1 0 0 0,-1-1 0 0 0,0 2 0 0 0,-2 0 0 0 0,0 2 80 0 0,1 0-80 0 0,-1-1 192 0 0,3-2-24 0 0,0 0 0 0 0,0 0 0 0 0,-12 17-56 0 0,10-13-16 0 0,2-1 0 15-26,0 0 0-15 26,1 0-96 0 0,1 0 0 0 0,2 0 0 0 0,-1-3 0 0 0,3 1-272 0 0,1-3-48 0 0,1 0-16 0 0,1-3-6320 0 0,1-1-1272 0 0</inkml:trace>
  <inkml:trace contextRef="#ctx0" brushRef="#br0" timeOffset="11">1039 4400 6911 3236 2716,'-9'1'608'0'0,"4"0"-480"0"0,1 2-128 0 0,1-1 0 0 0,1 0 728 0 0,1 1 120 0 0,-1 0 24 0 0,-3 4 8 0 0,-1 4-384 0 0,0 3-80 0 0,-1 1-8 0 0,2 0-8 0 0,2 0-680 0 0,0 0-136 0 0,3-2-24 0 0,-1 0-8 0 0</inkml:trace>
  <inkml:trace contextRef="#ctx0" brushRef="#br0" timeOffset="12">961 4778 5527 3233 2584,'-4'7'488'0'0,"1"-4"-392"0"0,1 0-96 0 0,0-2 0 0 0,2 1 896 0 0,-2 2 152 0 0,-1 2 32 0 0,-3 4 8 0 0,1 3-368 0 0,-1 0-72 0 0,1-1-8 0 0,2-2-8 0 0,1-1-536 0 0,2-2-96 0 0,0 0 0 0 0,0-1-3488 0 0,0 0-656 0 0</inkml:trace>
  <inkml:trace contextRef="#ctx0" brushRef="#br0" timeOffset="13">1855 4421 15199 2993 2676,'-10'7'672'0'0,"7"-4"144"0"0,-1 2-656 0 0,2-1-160 0 0,1 0 0 0 0,0-1 0 0 0,1 2 0 0 0,1 1 0 0 0,2 6 0 0 0,2 1 0 0 0,2 2-752 0 0,2-1-184 0 0,4-2-40 0 0,0-3-8 0 0</inkml:trace>
  <inkml:trace contextRef="#ctx0" brushRef="#br0" timeOffset="14">1927 4681 1839 3101 2770,'-8'7'160'0'0,"2"-4"-160"0"0,2 2 0 0 0,1-2 0 0 0,0 2 1544 0 0,2-3 280 0 0,0 0 48 0 0,-1 3 16 0 0,-1 3-544 0 0,1 2-112 0 0,0 1-16 0 0,2-2-8 0 0,2 0-936 0 0,1-2-184 0 0,3-1-88 0 0,2-4-5776 0 0</inkml:trace>
  <inkml:trace contextRef="#ctx0" brushRef="#br0" timeOffset="15">1441 5827 8287 3316 2205,'-1'0'736'0'0,"-1"2"-584"0"0,1-1-152 0 0,1 0 0 0 0,-1 2 272 0 0,0-1 24 0 0,-3 2 8 0 0,0 3 0 0 0,-2 2 256 0 0,0 1 48 0 0,0-1 16 0 0,-1 0 0 0 0,2 1-216 0 0,-1-2-48 0 0,-1 0-8 0 0,0 2 0 0 0,0-1-416 0 0,-2 0-96 0 0,2-2-8 0 0,-1 0-5392 0 0</inkml:trace>
  <inkml:trace contextRef="#ctx0" brushRef="#br0" timeOffset="16">1245 6092 919 3305 2076,'-2'3'80'0'0,"0"-1"-80"0"0,0-1 0 0 0,1 0 0 0 0,0 0 776 0 0,0 1 144 0 0,-3 0 24 0 0,0 2 8 0 0,-2 2-88 0 0,0 0-24 0 0,1-1 0 0 0,0 0 0 0 0,3-1-840 0 0,2-4-96 0 0,1 2-64 0 0,1-4 0 0 0</inkml:trace>
  <inkml:trace contextRef="#ctx0" brushRef="#br0" timeOffset="17">2360 6182 15199 3213 2184,'-9'13'672'0'0,"4"-6"144"0"0,1 2-656 0 0,1-2-160 0 0,2-2 0 0 0,1-1 0 0 0,0 3-88 0 0,0 4-48 0 0,1 5-16 0 0,2 4 0 0 0,3-1-1416 0 0,2-1-288 0 0,3-5-64 0 0,1-1 0 0 0</inkml:trace>
  <inkml:trace contextRef="#ctx0" brushRef="#br0" timeOffset="18">2349 6638 12895 3216 1933,'-12'9'576'0'0,"5"-4"112"0"0,1 1-552 0 0,1-3-136 0 0,3-1 0 0 0,1-2 0 0 0,0 2 280 0 0,0 0 24 0 0,-1 1 8 0 0,2 1 0 0 0,3-1-1016 0 0,0-1-192 0 0,3-4-48 0 0,2-1-8 0 0,2-3 792 0 0,-3-3 160 0 0</inkml:trace>
  <inkml:trace contextRef="#ctx0" brushRef="#br0" timeOffset="19">3104 6179 14279 2926 2019,'1'2'1272'0'0,"0"0"-1016"0"0,2 1-256 0 0,-1-1 0 0 0,1 1-880 0 0,2-1-224 0 0,3 4-48 0 0,4 2 0 0 0,8 1 64 0 0,0 0 8 0 0,1 0 8 0 0,-1-2 0 0 0</inkml:trace>
  <inkml:trace contextRef="#ctx0" brushRef="#br0" timeOffset="20">3303 6375 2759 2966 1854,'4'6'120'0'0,"-2"-3"32"0"0,2 1-152 0 0,-1 0 0 0 0,-3-1 0 0 0,2-3 0 0 0,0 3 704 0 0,1 1 120 0 0,1 2 16 0 0,1 2 8 0 0,2 2 56 0 0,-2-2 16 0 0,1 0 0 0 0,-3 0 0 0 0,2-2-344 0 0,-2 1-64 0 0,1 0-8 0 0,-2 0-8 0 0,2-1-400 0 0,-1 1-96 0 0,0-1 0 0 0,2-2-4840 0 0</inkml:trace>
  <inkml:trace contextRef="#ctx0" brushRef="#br0" timeOffset="21">4767 4231 4607 2866 3137,'0'0'408'0'0,"0"0"-328"0"0,0 0-80 0 0,0 0 0 0 0,1 0 576 0 0,-1 0 96 0 0,1-1 16 0 0,-1 2 8 0 0,2 0 296 0 0,1 2 64 0 0,1 0 16 0 0,0 1 0 0 0,3 2-48 0 0,1 1-16 0 0,2 1 0 0 0,3 1 0 0 0,3 3-248 0 0,3 1-56 0 0,4 1 0 0 0,2 1-8 0 0,-1 1-248 0 0,0-2-40 0 0,1 4-16 0 0,2-1 0 0 0,0-2-80 0 0,-2 1-24 0 0,1 2 0 0 0,-1 3 0 0 0,1 4-96 0 0,-3-1-16 0 0,2-3-8 0 0,-1-1 0 0 0,0-2-32 0 0,0 2-8 0 0,3-1 0 0 0,-2-1 0 0 0,1-2 16 0 0,1 0 0 0 0,4-1 0 0 0,-1 0 0 0 0,-9-4-40 0 0,3 2-8 0 0,2-1 0 0 0,1 2 0 0 0,-3 1-96 0 0,-3-3 72 0 0,-4-2-72 0 0,-2 0 64 0 0,-3-3-64 0 0,-1 2 0 0 0,-3-2 0 0 0,-1 0 64 0 0,-3 0-64 0 0,-1-2 0 0 0,-1-1 0 0 0,-1 1 0 0 0,1 2 64 0 0,-2-1-64 0 0,2-5 0 0 0,-1 2 64 0 0,0 4-64 0 0,0-3 64 0 0,1-6-64 0 0,0 2 64 0 0,1 0-64 0 0,1 3 0 0 0,-1-1 0 0 0,0 2 64 0 0,2 1-64 0 0,-2 2 0 0 0,3 4 0 0 0,-1-2 0 0 0,-1-5 0 0 0,1-1 0 0 0,0 1 0 0 0,0 1 0 0 0,0 2 0 0 0,-1-3 0 0 0,0 0 0 0 0,-1-3 0 0 0,0 0 0 0 0,-1 0 0 0 0,0-1 0 0 0,-1 1 0 0 0,1 3 0 0 0,-1-3 0 0 0,0-2 64 0 0,0-1-64 0 0,-1-2 0 0 0,-1-4 0 0 0,1-6 0 0 0,-1 1 0 0 0,-2 0 0 0 0,0 3 64 0 0,1 5-64 0 0,-2-1 0 0 0,1-2 0 0 0,-2-1 0 0 0,-1 0 0 0 0,0 2 0 0 0,-1 3 0 0 0,0 2 0 0 0,0 2 0 0 0,-2-2 0 0 0,2-2 0 0 0,-4 3 0 0 0,2 2 0 0 0,0 1 0 0 0,0 5 0 0 0,-2 0 0 0 0,2 0 0 0 0,1 3 0 0 0,2 2 0 0 0,1 1 0 0 0,2-1 0 0 0,3 2 0 0 0,1 2 0 0 0,3-2 0 0 0,1-4 0 0 0,2 0 0 0 0,2-1 0 0 0,0-1 0 0 0,1 2 0 0 0,0-4 0 0 0,3-3 0 0 0,1-1 0 0 0,2 0 0 0 0,0-2 0 0 0,0-2 0 0 0,2 2 0 0 0,-1-3 0 0 0,0-1 0 0 0,-1-2-72 0 0,-2-2 72 0 0,-3 1 0 0 0,-1 0 0 0 0,-2 3-96 0 0,-3-3 96 0 0,-2-4-96 0 0,-2 3 96 0 0,-2 2-80 0 0,-2 2 80 0 0,-1-3-64 0 0,-2-1 64 0 0,-2-2-64 0 0,-2 4 64 0 0,0 3-64 0 0,-1 3 64 0 0,-3 9 0 0 0,-1-2-80 0 0,-2 2 80 0 0,-1-2 0 0 0,0 4 0 0 0,2 2 0 0 0,0 1 0 0 0,2 0 0 0 0,3 0 0 0 0,2-1 64 0 0,2-3-64 0 0,3-1 72 0 0,2 1-72 0 0,2-2 0 0 0,3-2 72 0 0,1-1-72 0 0,0 0 0 0 0,3-1 0 0 0,3 0 0 0 0,1-2 0 0 0,3-1 0 0 0,2-3 64 0 0,1-1-64 0 0,0-3 0 0 0,1-1 0 0 0,-1-1 72 0 0,-2 1-72 0 0,-1-1 0 0 0,-2-1 0 0 0,-1-3 0 0 0,-3 1 0 0 0,-3 2 0 0 0,-1 2 0 0 0,-1-2 0 0 0,-3-1 0 0 0,-2 2 0 0 0,1 2 0 0 0,0-3 0 0 0,-2-3-104 0 0,1 1 40 0 0,0 2-184 0 0,-1 1-32 0 0,-2 2-8 0 0,0-3-9032 0 0</inkml:trace>
  <inkml:trace contextRef="#ctx0" brushRef="#br0" timeOffset="22">4683 4294 2759 2916 3116,'-6'3'248'0'0,"0"1"-248"0"0,3 1 0 0 0,1-2 0 0 0,1-1 544 0 0,-2 1 56 0 0,-1 4 8 0 0,-5 2 8 0 0,2 1 312 0 0,0 2 56 0 0,5 3 8 0 0,2-6 8 0 0,2-4-312 0 0,5-3-64 0 0,3-2-16 0 0,0-2 0 0 0,3-2-256 0 0,-3-1-48 0 0,2-2-16 0 0,-3 2 0 0 0,-1-2-136 0 0,-3 3-32 0 0,-2 0-8 0 0,-1-1 0 0 0,-2-4-112 0 0,-2 1 0 0 0,-1 2 0 0 0,-1 3 0 0 0,-1 2-552 0 0,1-2-136 0 0</inkml:trace>
  <inkml:trace contextRef="#ctx0" brushRef="#br0" timeOffset="23">5755 5085 5423 2812 3391,'0'-4'480'0'0,"-1"1"-384"0"0,1 1-96 0 0,0 0 0 0 0,1 2 248 0 0,-1-1 24 0 0,0 1 8 0 0,0-4 0 0 0,0 1 296 0 0,0-3 64 0 0,0 1 16 0 0,0-1 0 0 0,0 0 48 0 0,0 2 0 0 0,0-1 8 0 0,0 1 24 0 0,-1 2 40 0 0,1-1 16 0 0,-2 0 0 0 0,2 0 0 0 0,0 1-80 0 0,-3-1-8 0 0,2 2-8 0 0,0 1 16 0 0,0 2-120 0 0,-2 1-24 0 0,3 0-8 0 0,-3 3 0 0 0,1 3-296 0 0,0 3-56 0 0,2-1-16 0 0,-2 4 0 0 0,1 5-88 0 0,1-1-16 0 0,-1-2-8 0 0,1 3 16 0 0,1 4-16 0 0,-1 3-8 0 0,1 4 0 0 0,-1 2 0 0 0,2 2 8 0 0,-2 2 0 0 0,0 0 0 0 0,-2 0 16 0 0,2 0-32 0 0,-1-3 0 0 0,-1 1-64 0 0,1-8 96 0 0,0-3-96 0 0,-1 1 0 0 0,1 3 0 0 0,-1 3 0 0 0,1-1 0 0 0,0 0 0 0 0,-1-1 96 0 0,2-4-8 0 0,0 1 16 0 0,0-4 8 0 0,2-2 0 0 0,-2-4 0 0 0,1 0-16 0 0,0-2 0 0 0,-1-2 0 0 0,0-1 0 0 0,0 0-96 0 0,0-1 88 0 0,0 0-88 0 0,0-1 80 0 0,0-4-80 0 0,0 1 96 0 0,0-1-96 0 0,1-2 96 0 0,-1-1-96 0 0,1 0 0 0 0,0-2 72 0 0,-1 0-72 0 0,2 0 0 0 0,0-2 64 0 0,-1 0-64 0 0,0-1 0 0 0,0-2 72 0 0,-1 5-72 0 0,0 0 96 0 0,0-23-96 0 0,0 16 64 0 0,-1-2-64 0 0,0 0 0 0 0,0-1 0 0 0,-1 2 0 0 0,-1 0 0 0 0,1 1 0 0 0,0 2 0 0 0,-1-1 0 0 0,0 1 80 0 0,-1 5-80 0 0,0-2 64 0 0,0 0-64 0 0,0 2 0 0 0,-2 0-80 0 0,-1 2 80 0 0,-1 2 0 0 0,0 0 0 0 0,-1 3-64 0 0,-1 0 64 0 0,1 0 0 0 0,-1 0 0 0 0,2 3 0 0 0,0-1 0 0 0,1 2 0 0 0,1-2 0 0 0,2 0-64 0 0,2 2 64 0 0,-1-2 0 0 0,3 1 0 0 0,0 0 0 0 0,3-1 0 0 0,-1 1 0 0 0,5-1 0 0 0,-2-2 0 0 0,1 0 0 0 0,3-3 0 0 0,3 1 0 0 0,3-1 0 0 0,-1-2 0 0 0,4-2 0 0 0,-2-2 0 0 0,2-1 0 0 0,-2-3 0 0 0,0-1 0 0 0,0 0 0 0 0,-2-3 0 0 0,-1 1 0 0 0,-4 1 0 0 0,0-3 0 0 0,-4 2 0 0 0,-1-1 0 0 0,-3 1 0 0 0,-2-2 0 0 0,-3 4 0 0 0,-1-2 0 0 0,-4 2 0 0 0,0 3 0 0 0,-2-1 0 0 0,-3 3 0 0 0,0 2 0 0 0,1 0 0 0 0,2 2 0 0 0,-3 3 0 0 0,0 1 0 0 0,1 1 0 0 0,-1 0 0 0 0,1 2 0 0 0,1 1 0 0 0,2-1 0 0 0,2 2 0 0 0,0-1 0 0 0,2 0 64 0 0,0 2-64 0 0,4-3 0 0 0,1-1 0 0 0,1 0 0 0 0,3 0 0 0 0,0 0 0 0 0,3 0 0 0 0,2-1 0 0 0,1-4 0 0 0,0 0 0 0 0,1-2 0 0 0,1-3 0 0 0,0-1 0 0 0,3 0 0 0 0,0-3 0 0 0,2-1 0 0 0,-2-2 0 0 0,-1-1 0 0 0,-2 0 0 0 0,-2-1 0 0 0,-3 2 0 0 0,-3 1 0 0 0,-2 0 0 0 0,-2 1 64 0 0,-1 0-64 0 0,-4 0 0 0 0,-1 1 0 0 0,0 1 0 0 0,-4 1 80 0 0,-1 2-80 0 0,1-1 64 0 0,0 3-64 0 0,0 0 0 0 0,-1 2 0 0 0,0 0 0 0 0,1 3 0 0 0,-1-1 0 0 0,2 1 0 0 0,0-1 0 0 0,4 1-112 0 0,1 0 16 0 0,1-1 0 0 0,2 1 0 0 0,1-2-120 0 0,2 1-16 0 0,3 0-8 0 0,1 0 0 0 0,2-1-776 0 0,3-2-152 0 0</inkml:trace>
  <inkml:trace contextRef="#ctx0" brushRef="#br0" timeOffset="24">5761 6008 2303 2834 3023,'-2'-1'200'0'0,"2"0"-200"0"0,-2 1 0 0 0,2 0 0 0 0,-1-2 520 0 0,0 2 64 0 0,0-2 16 0 0,-1 1 0 0 0,-1-1 504 0 0,1-2 104 0 0,0 3 16 0 0,0-1 8 0 0,2 1-16 0 0,0 2 0 0 0,0 0 0 0 0,3 1 0 0 0,-1 0-288 0 0,0 1-64 0 0,3 3-16 0 0,1 1 0 0 0,-1 0-120 0 0,4 3-24 0 0,0 0-8 0 0,1 2 0 0 0,-2-4-248 0 0,3 2-40 0 0,3 3-16 0 0,2 2 0 0 0,3 2-168 0 0,1 0-32 0 0,1-1 0 0 0,3 4-8 0 0,3 0-64 0 0,2 3-16 0 0,3 4 0 0 0,1 2 0 0 0,0 1-8 0 0,-1 1-8 0 0,1-1 0 0 0,-2-2 0 0 0,-7-6-24 0 0,2 0-64 0 0,-1 2 96 0 0,0 1-32 0 0,0 0 0 0 0,1 1-64 0 0,0 2 96 0 0,1 0-32 0 0,3 3 16 0 0,-4-3 0 0 0,-1 3 0 0 0,-1-1 0 0 0,-1-2-8 0 0,-3 1 0 0 0,-2 0 0 0 0,-2-1 0 0 0,-1-4 24 0 0,-2-1 8 0 0,1 2 0 0 0,-4-2 0 0 0,-1-4 8 0 0,0-1 0 0 0,-2 1 0 0 0,0 2 0 0 0,2 2-24 0 0,-2-1-8 0 0,3 1 0 0 0,-1-3 0 0 0,0-1 0 0 0,1 2 0 0 0,-1 1 0 0 0,1-2 0 0 0,0-2-16 0 0,0-3 0 0 0,1 0 0 0 0,-2-4 0 0 0,2-1-64 0 0,-1-1 80 0 0,-1-2-80 0 0,0 2 80 0 0,0 4-80 0 0,0 1 0 0 0,-2-5 0 0 0,0-1 64 0 0,0-3-64 0 0,0 0 0 0 0,-2-1 72 0 0,-1-2-72 0 0,1 0 64 0 0,1-1-64 0 0,-3 1 64 0 0,1-2-64 0 0,-1 0 64 0 0,0 2-64 0 0,1-2 64 0 0,-1-4-64 0 0,1-3 64 0 0,-1 4-64 0 0,-1 4 64 0 0,0-2-64 0 0,0 0 0 0 0,1 0 64 0 0,-3 2-64 0 0,3-2 0 0 0,-1-4 0 0 0,0 0 0 0 0,0 2 0 0 0,0-1 0 0 0,0 2 0 0 0,-1-3 0 0 0,1-5 0 0 0,-2 0 0 0 0,0 0 0 0 0,0 1 0 0 0,-3-1 0 0 0,-1 1 0 0 0,0 0 0 0 0,-1 2 0 0 0,-2 0 0 0 0,-2 2 0 0 0,0 2-128 0 0,0 1 24 0 0,-1 2 0 0 0,-2 2 0 0 0,3 3 8 0 0,-1 4 8 0 0,-2-1 0 0 0,2 2 0 0 0,0 1 88 0 0,1-2 0 0 0,4 0 0 0 0,0 1 0 0 0,2 1 0 0 0,0-1 0 0 0,5 1 0 0 0,1-5 0 0 0,-1-2 0 0 0,3 0 0 0 0,3 3 0 0 0,1-2 0 0 0,-1-3 0 0 0,1-1 0 0 0,2 3 0 0 0,1-1 0 0 0,1-3 0 0 0,0 0 0 0 0,-1-2 0 0 0,1-1 0 0 0,-1-2 0 0 0,-3 0 0 0 0,0-1 0 0 0,-4 2-64 0 0,0-3 64 0 0,-3 2 0 0 0,0-1 0 0 0,-4 1 0 0 0,0-1 0 0 0,-1 1-80 0 0,-3 2 80 0 0,-4 5 0 0 0,1 5 0 0 0,-3-1-64 0 0,1-3 64 0 0,1 3 0 0 0,-1 4 0 0 0,0 2 0 0 0,1-1 0 0 0,1-2 0 0 0,3 0 0 0 0,2-2 0 0 0,1-2 0 0 0,3 0 0 0 0,1-1 0 0 0,3-1 0 0 0,1-1 0 0 0,2-1 0 0 0,0-1 0 0 0,4-1 0 0 0,1-2 0 0 0,3-3 0 0 0,1-2 0 0 0,0 1 0 0 0,-2-2 0 0 0,-1 0 0 0 0,-3 0 0 0 0,-2-1 0 0 0,-1 3 0 0 0,-3 0-80 0 0,-2 2 8 0 0,-3 0 0 0 0,-2 3 0 0 0,-1-3 0 0 0,-1-1 72 0 0,-3 1 0 0 0,-2 5-72 0 0,-1 4 72 0 0,-3 6-64 0 0,1-1 64 0 0,1-1-80 0 0,-1 0 80 0 0,2-2 0 0 0,2-2 0 0 0,1 1-64 0 0,0-4 64 0 0,2 0 0 0 0,0 0 0 0 0,1 1-80 0 0,1 0 80 0 0,1 3-256 0 0,1-3-8 0 0,2 0-8 0 0,0-2-6432 0 0,4 0-1288 0 0</inkml:trace>
  <inkml:trace contextRef="#ctx0" brushRef="#br0" timeOffset="25">6170 5682 1375 2577 3244,'-1'-2'128'0'0,"0"1"-128"0"0,1 1 0 0 0,0 0 0 0 0,-1 0 600 0 0,-1 0 96 0 0,2-1 16 0 0,-2-2 8 0 0,0 3 304 0 0,0-2 64 0 0,-1 1 16 0 0,1-1 0 0 0,1 2-128 0 0,0-1-24 0 0,1 1-8 0 0,-1-1 0 0 0,1 1-232 0 0,0 0-40 0 0,2 0-16 0 0,-1 0 0 0 0,0 0-104 0 0,2 0-16 0 0,-1 0-8 0 0,-2 0 0 0 0,0 0-24 0 0,0 0-8 0 0,0 0 0 0 0,19-2 0 0 0,-13 2-72 0 0,1 0-8 0 0,2-2-8 0 0,1 0 0 0 0,1 1-72 0 0,0-1-16 0 0,3 2 0 0 0,0-2 0 0 0,0 1-120 0 0,1 0-24 0 0,1 0-8 0 0,2 0 0 0 0,2-2-64 0 0,-1 2-8 0 0,-1 0-8 0 0,-2 1 0 0 0,0-1-24 0 0,-2 1 0 0 0,-1 1 0 0 0,-4-1 0 0 0,0 0-64 0 0,-2 0 0 0 0,-3 1 0 0 0,-1-1 64 0 0,0 0-64 0 0,-2 1 0 0 0,-1-1 0 0 0,-2 0 0 0 0,0-1 0 0 0,-2 1 0 0 0,1 0 0 0 0,-1-1 0 0 0,-1 0-312 0 0,-4 1-24 0 0,2-1-8 0 0,0 1 0 0 0,-2-1-1312 0 0,-1-1-264 0 0</inkml:trace>
  <inkml:trace contextRef="#ctx0" brushRef="#br0" timeOffset="26">6217 5647 1839 2576 3341,'-4'2'80'0'0,"2"-1"16"0"0,0 1-96 0 0,1-1 0 0 0,0 0 0 0 0,0 0 0 0 0,-1 1 608 0 0,-1 2 96 0 0,-1 3 16 0 0,-2 0 8 0 0,-1 5 240 0 0,-1-1 56 0 0,1 0 0 0 0,1 2 8 0 0,1-2-88 0 0,0 2-16 0 0,0 0-8 0 0,1-2 0 0 0,1 1-56 0 0,1-3 0 0 0,0 1-8 0 0,1-2 0 0 0,1 0-176 0 0,-2-2-32 0 0,2 0-8 0 0,0-1 0 0 0,0-2-192 0 0,-1-1-48 0 0,1 0-8 0 0,0 0 0 0 0,0 0-120 0 0,1-1-24 0 0,-1 0-8 0 0,2-1 0 0 0,-2 0-48 0 0,1 0-16 0 0,-1 1 0 0 0,0 1 0 0 0,2-2-48 0 0,-1 0-16 0 0,3-2 0 0 0,-2 1 0 0 0,3 0 0 0 0,-1-2 0 0 0,3 1 0 0 0,0-1 0 0 0,1 1-40 0 0,0-2-8 0 0,2 1 0 0 0,-1 1 0 0 0,2-1-64 0 0,-1 1 96 0 0,-1 1-96 0 0,1 0 96 0 0,0 1 8 0 0,-2 1 8 0 0,0 1 0 0 0,-1 0 0 0 0,0 2-112 0 0,-1-1 0 0 0,-1 2 0 0 0,0-1 0 0 0,-1 2 0 0 0,1 0 0 0 0,1 0 0 0 0,0 1 0 0 0,-2 0 0 0 0,1 0 0 0 0,0 1 0 0 0,-1 0 0 0 0,1-1 0 0 0,-2 0 0 0 0,1 0 0 0 0,-2 0 0 0 0,-1 0 0 0 0,-2 0 0 0 0,0 0 0 0 0,-2-2 0 0 0,-2 2 0 0 0,-1-1 0 0 0,-1-1 0 0 0,-1 0 0 0 0,-4 1 0 0 0,0 0 0 0 0,-2-1 0 0 0,1 0 0 0 0,0-1 0 0 0,-2 1 0 0 0,0-2 0 0 0,-1 1 0 0 0,3-1 0 0 0,1-1 64 0 0,-1 0-64 0 0,3-2 0 0 0,1 2 0 0 0,2-4 0 0 0,1 2 0 0 0,0-2 0 0 0,1 1 0 0 0,0 0 0 0 0,2-2 0 0 0,1 1 0 0 0,0 0 0 0 0,-1-1 0 0 0,2 0 0 0 0,0 0 0 0 0,-1 0-96 0 0,4 0-24 0 0,-1 1 0 0 0,1-2 0 0 0,2 0-416 0 0,1 0-80 0 0</inkml:trace>
  <inkml:trace contextRef="#ctx0" brushRef="#br0" timeOffset="27">6653 5762 10135 2423 3279,'-6'1'448'0'0,"3"0"96"0"0,-1 1-440 0 0,1 0-104 0 0,1-1 0 0 0,0 1 0 0 0,-1 2 1216 0 0,-3 3 216 0 0,-3 4 40 0 0,-1 4 16 0 0,0 4-272 0 0,0-3-64 0 0,3 2 0 0 0,4-4-8 0 0,2 0-664 0 0,1-2-136 0 0,2 0-24 0 0,3-2-8 0 0,0 1-160 0 0,4-4-32 0 0,0 0-8 0 0,1-1 0 0 0,2-3-16 0 0,0-1-8 0 0,3-2 0 0 0,0-2 0 0 0,2-1-8 0 0,2-3 0 0 0,-1-2 0 0 0,0-1 0 0 0,-1 0-16 0 0,-2 0 0 0 0,-2-1 0 0 0,-2 0 0 0 0,-1-1-64 0 0,-2-1 0 0 0,-1 1 0 0 0,-2-3 64 0 0,-4 0-64 0 0,-2-1 0 0 0,-1 1 0 0 0,-3 0 64 0 0,-2 1-64 0 0,-2-1 0 0 0,-2 0 72 0 0,-3 1-72 0 0,-2 2 80 0 0,0 0-16 0 0,3 4-64 0 0,-3 0 96 0 0,0 0-96 0 0,-2 2 88 0 0,2 3-88 0 0,1 0 80 0 0,1 2-80 0 0,2 2 0 0 0,0-1 0 0 0,2 0 0 0 0,2 1 0 0 0,1 1 0 0 0,1-1 0 0 0,1 0-88 0 0,2 1-144 0 0,0 0-32 0 0,3 1-8 0 0,0-1-9416 0 0</inkml:trace>
  <inkml:trace contextRef="#ctx0" brushRef="#br0" timeOffset="28">2399 1529 3223 2773 3059,'1'-1'288'0'0,"-1"0"-288"0"0,0 0 0 0 0,0 0 0 0 0,1 0 608 0 0,0-1 64 0 0,0 0 8 0 0,2-1 8 0 0,-1-3 288 0 0,2 0 56 0 0,0-1 16 0 0,1-1 0 0 0,-2 1-96 0 0,1 1-24 0 0,-1 1 0 0 0,1-1 0 0 0,0-1-152 0 0,1-1-32 0 0,-1 1-8 0 0,1-1 0 0 0,0 1-128 0 0,-2 1-24 0 0,0 1-8 0 0,0-1 0 0 0,-1 1-120 0 0,-1 0-24 0 0,0 2-8 0 0,0 1 0 0 0,-1 0-128 0 0,0 0-24 0 0,0 0-8 0 0,0 1 0 0 0,0 0-96 0 0,0 0-16 0 0,0 1-8 0 0,-1 0 0 0 0,1 0-64 0 0,0 0-16 0 0,0 1 0 0 0,-1 1 0 0 0,1-2-64 0 0,0 0 0 0 0,0 0 72 0 0,0 0-72 0 0,0 24 0 0 0,0-17 0 0 0,0 0 0 0 0,1 0 64 0 0,-1 4-64 0 0,0 0 64 0 0,0 1-64 0 0,0 2 64 0 0,0 1-64 0 0,0 0 96 0 0,1 2-32 0 0,-1-1 0 0 0,2 2-64 0 0,-2-2 96 0 0,1 0-32 0 0,1-1 0 0 0,-1-1-64 0 0,0-2 64 0 0,0 0-64 0 0,1-1 64 0 0,-1-2-64 0 0,0-2 0 0 0,1-2 0 0 0,1 0 0 0 0,-1-1-80 0 0,0-1-24 0 0,1-1-8 0 0,0-2-9336 0 0</inkml:trace>
  <inkml:trace contextRef="#ctx0" brushRef="#br0" timeOffset="29">2438 1691 5527 2773 3112,'0'0'488'0'0,"0"0"-392"0"0,0 0-96 0 0,0 0 0 0 0,0 0 1032 0 0,0 2 184 0 0,0-2 40 0 0,1 1 8 0 0,0 0 272 0 0,1 1 48 0 0,2-1 16 0 0,-4-1 0 0 0,0 0-592 0 0,0 0-112 0 0,24 5-32 0 0,-16-5 0 0 0,3 0-392 0 0,-2 0-88 0 0,2-1-8 0 0,2-2-8 0 0,0 1-192 0 0,0-1-40 0 0,1-1-8 0 0,0 2 0 0 0,0 1-128 0 0,-3 0 64 0 0,0-1-64 0 0,-1 2 0 0 0,-2 0 0 0 0,-1 0 0 0 0,-2 0 0 0 0,0 0 0 0 0,-1 2-320 0 0,-1-1-88 0 0</inkml:trace>
  <inkml:trace contextRef="#ctx0" brushRef="#br0" timeOffset="30">2374 2316 9215 3048 3662,'2'-4'816'0'0,"-1"1"-656"0"0,0 1-160 0 0,0 2 0 0 0,0-1 832 0 0,0-2 128 0 0,3 0 24 0 0,1-3 8 0 0,0-2 192 0 0,3-1 32 0 0,1-1 16 0 0,0 3 0 0 0,0 1-632 0 0,1 0-128 0 0,-2 3-24 0 0,0 0-8 0 0,0 3-248 0 0,0-2-56 0 0,-1 2-8 0 0,0 2 0 0 0,0 0-64 0 0,0 1-64 0 0,-1 1 96 0 0,0-1-96 0 0,-2 3 88 0 0,1-1-88 0 0,-2 2 80 0 0,-1 1-80 0 0,0 2 64 0 0,-2-1-64 0 0,0 1 0 0 0,-4 0 72 0 0,-1 3-72 0 0,1-1 0 0 0,-2-2 0 0 0,0 3 64 0 0,-3-1-64 0 0,1 1 0 0 0,0 1 0 0 0,-1-1 64 0 0,1-2-64 0 0,0-1 64 0 0,1 1-64 0 0,1-4 64 0 0,1 2 64 0 0,1-4 0 0 0,1 2 8 0 0,0-3 0 0 0,1-1 24 0 0,1 0 0 0 0,1-2 0 0 0,1 0 0 0 0,0 0-8 0 0,3 0 0 0 0,-1 0 0 0 0,3-1 0 0 0,-2 0 8 0 0,3 2 0 0 0,0-2 0 0 0,1 0 0 0 0,3 0 16 0 0,0 0 8 0 0,0 0 0 0 0,1-2 0 0 0,-1 1-96 0 0,2 1-24 0 0,2-1 0 0 0,1 0 0 0 0,1 0 0 0 0,-3 0-64 0 0,1-1 96 0 0,-3 2-32 0 0,-1 0-64 0 0,-3 0 0 0 0,0 2 0 0 0,-2-1 64 0 0,-1 0-64 0 0,-2 0 0 0 0,-1 0 0 0 0,1 2 0 0 0,-2-3 0 0 0,-1 2-96 0 0,0-1 32 0 0,0 1 64 0 0,1 0-336 0 0,-1 0-8 0 0,1-1 0 0 0,-1 0 0 0 0,0 0-168 0 0,1 1-40 0 0,-1-2-8 0 0,0 0-8560 0 0</inkml:trace>
  <inkml:trace contextRef="#ctx0" brushRef="#br0" timeOffset="31">763 2932 4607 3091 3505,'-1'-2'408'0'0,"0"1"-328"0"0,0 0-80 0 0,1 1 0 0 0,0-1 528 0 0,0 0 88 0 0,-1 0 24 0 0,-1-2 0 0 0,2 0 192 0 0,0-2 48 0 0,-2 1 8 0 0,4-1 0 0 0,0-2 16 0 0,0 1 8 0 0,1 1 0 0 0,3-2 0 0 0,-1 1-80 0 0,0-1-8 0 0,1 2-8 0 0,0 0 0 0 0,0 0-128 0 0,1 1-24 0 0,0-1-8 0 0,2 0 0 0 0,-2 3-240 0 0,-1-2-40 0 0,1 3-16 0 0,2 1 0 0 0,-2 0-200 0 0,2 3-48 0 0,0-1-8 0 0,-2 3 0 0 0,-3-1-104 0 0,2 2 0 0 0,-1 1 0 0 0,-2 2 0 0 0,1 1 0 0 0,-3 2-96 0 0,0 2 96 0 0,-2-1-104 0 0,0 1-48 0 0,-3 1-8 0 0,1-1 0 0 0,-2 0 0 0 0,-1-2 72 0 0,0-1 16 0 0,-1-2 0 0 0,3-1 0 0 0,-2-1 72 0 0,2 0 0 0 0,0 0 0 0 0,1-4 0 0 0,1-4 0 0 0,-1-1 72 0 0,2 0-8 0 0,0 0-64 0 0,1 0 256 0 0,1 0 0 0 0,0-1 0 0 0,2 1 0 0 0,-1 1-128 0 0,3-1-24 0 0,1-1-8 0 0,1 1 0 0 0,3 1-96 0 0,0 0 72 0 0,0 1-72 0 0,2 0 64 0 0,-1 2-64 0 0,0 0 0 0 0,1 2 72 0 0,-1 0-72 0 0,-2 1 0 0 0,-1 1 0 0 0,-1 1 0 0 0,-3 0 0 0 0,1 0 0 0 0,-4 0 0 0 0,0 2 0 0 0,-2-2 0 0 0,-1 2 0 0 0,-2-1 0 0 0,0 0 0 0 0,-2 0 64 0 0,-1-1-64 0 0,-1 0 0 0 0,-2 0 0 0 0,1-2 64 0 0,-1 1-64 0 0,1-1 0 0 0,0-1 0 0 0,-2-1 64 0 0,1-1-64 0 0,0-1 0 0 0,1-1 0 0 0,-2 0 0 0 0,-1 0 0 0 0,3 0 0 0 0,-3-1 0 0 0,1-1 64 0 0,1 2-64 0 0,1 0 0 0 0,1-2 64 0 0,1 2-64 0 0,1-1 0 0 0,1 0 0 0 0,1 0 0 0 0,1 1 0 0 0,3 1 0 0 0,-2-1 0 0 0,2 0 0 0 0,0 0 0 0 0,2 1 0 0 0,1-1-160 0 0,1 1 32 0 0,1 1-6096 0 0,-5-2-1224 0 0</inkml:trace>
  <inkml:trace contextRef="#ctx0" brushRef="#br0" timeOffset="32">3665 2936 7831 2519 3027,'5'-2'696'0'0,"-3"-2"-560"0"0,-2 3-136 0 0,-2 1 0 0 0,2-1 960 0 0,0 0 168 0 0,0-1 32 0 0,2-3 8 0 0,-1 0 296 0 0,0 1 56 0 0,0-1 16 0 0,1 2 0 0 0,-2 0-736 0 0,0 2-136 0 0,0 0-32 0 0,-2 3-8 0 0,1 1-368 0 0,0 1-80 0 0,-2 2-16 0 0,-1 1 0 0 0,4-7-64 0 0,-10 19-8 0 0,4-8-8 0 0,1 1 0 0 0,-2 1-80 0 0,1-1 64 0 0,0 1-64 0 0,0 0 64 0 0,2 1-64 0 0,0-2 80 0 0,1-3-80 0 0,-1 1 80 0 0,2-1-16 0 0,1-2-64 0 0,-1 0 96 0 0,2-1-32 0 0,0-2 32 0 0,2 0 8 0 0,0-1 0 0 0,1 1 0 0 0,1-2 8 0 0,-1-1 0 0 0,3-1 0 0 0,0 1 0 0 0,2 0 16 0 0,0 1 8 0 0,2-2 0 0 0,-1 0 0 0 0,3 1-24 0 0,1 0-8 0 0,1-1 0 0 0,-2 1 0 0 0,3-1-104 0 0,0 0 72 0 0,1 0-72 0 0,-1 0 64 0 0,-1 0-64 0 0,-1-1 0 0 0,-2 1 0 0 0,-2-1 0 0 0,-2 0-88 0 0,0-1-32 0 0,-1 0-8 0 0,-1 0 0 0 0,-1 1-400 0 0,-1-2-80 0 0,0 1-24 0 0,-2 0-8712 0 0</inkml:trace>
  <inkml:trace contextRef="#ctx0" brushRef="#br0" timeOffset="33">3878 2951 3223 2458 3088,'0'0'288'0'0,"-1"0"-288"0"0,1 0 0 0 0,0 0 0 0 0,-1 1 1440 0 0,-1 0 240 0 0,1 1 48 0 0,-1 1 0 0 0,0 1 192 0 0,-3 3 40 0 0,2 0 8 0 0,0 1 0 0 0,1 1-880 0 0,1 2-184 0 0,0-1-32 0 0,1 3-8 0 0,0-1-472 0 0,0 4-96 0 0,1 0-16 0 0,-1 0-8 0 0,0-1-144 0 0,0-1-24 0 0,0 0-8 0 0,-1 0 0 0 0,1-1 16 0 0,-2-1 0 0 0,2 1 0 0 0,-2 0 0 0 0,2-1-16 0 0,-1 0 0 0 0,1-1 0 0 0,0 0 0 0 0,-1-3-96 0 0,1 1 88 0 0,0 0-88 0 0,-1-1 80 0 0,1 0-80 0 0,-2-1 0 0 0,2-1 0 0 0,0 0 64 0 0,0-1-64 0 0,0-1 0 0 0,0 1 0 0 0,0-1 0 0 0,2-1 0 0 0,-1 1 0 0 0,0-3 0 0 0,-1 1 0 0 0,3-2 0 0 0,-1 0-96 0 0,0-1 32 0 0,1-1 64 0 0,2-2-392 0 0,0 0-24 0 0</inkml:trace>
  <inkml:trace contextRef="#ctx0" brushRef="#br0" timeOffset="34">6146 4750 7831 2572 3150,'0'-3'696'0'0,"0"2"-560"0"0,1 0-136 0 0,-1 0 0 0 0,0 1 640 0 0,0-1 96 0 0,0-2 16 0 0,0 1 8 0 0,0-1 360 0 0,-1-1 80 0 0,0 3 16 0 0,-1 0 0 0 0,-1 3-536 0 0,0 0-104 0 0,0 5-16 0 0,0-1-8 0 0,-1 4-296 0 0,0 1-64 0 0,-1 2-16 0 0,0 1 0 0 0,0 2 48 0 0,-1 1 0 0 0,-1 0 8 0 0,0-1 0 0 0,0 2 72 0 0,2-4 16 0 0,-1 0 0 0 0,1-3 0 0 0,2 0-128 0 0,0-2-16 0 0,-1-2-8 0 0,2-2 0 0 0,2 1-16 0 0,-1-2-8 0 0,1-1 0 0 0,1 1 0 0 0,0-1-24 0 0,0-1-8 0 0,0-1 0 0 0,3 0 0 0 0,0 0 16 0 0,2 0 8 0 0,0 0 0 0 0,2-1 0 0 0,3 0 48 0 0,-2 0 8 0 0,4-1 0 0 0,0-1 0 0 0,1 1-24 0 0,1 0 0 0 0,-2-1 0 0 0,0 2 0 0 0,3-3-40 0 0,1 3 0 0 0,1-1-8 0 0,-3 0 0 0 0,-3-1-120 0 0,1 2 72 0 0,-1-2-72 0 0,-1 2 64 0 0,-2-1-64 0 0,-2 0 0 0 0,0-1 0 0 0,-2 1 0 0 0,0-2-240 0 0,0 1-40 0 0,-2 0-8 0 0,1-2-6464 0 0,1 1-1304 0 0</inkml:trace>
  <inkml:trace contextRef="#ctx0" brushRef="#br0" timeOffset="35">6317 4790 3223 2602 3111,'-3'-5'288'0'0,"0"3"-288"0"0,3 1 0 0 0,-2 0 0 0 0,1 0 288 0 0,0 1 8 0 0,1 0 0 0 0,-1 1 0 0 0,-1 0 1016 0 0,-2 2 208 0 0,1 0 40 0 0,1 1 8 0 0,-1 3-408 0 0,1 1-72 0 0,0 2-24 0 0,-2 3 0 0 0,1 0-208 0 0,1 2-48 0 0,0 1-8 0 0,1 2 0 0 0,0 0-256 0 0,0 0-48 0 0,-1-1-16 0 0,2 0 0 0 0,-2-4-112 0 0,2 3-24 0 0,-1 0-8 0 0,0-2 0 0 0,0 0-64 0 0,-1 0-16 0 0,2 1 0 0 0,0-1 0 0 0,-2-1-104 0 0,2-1-24 0 0,0-3-8 0 0,0 0 0 0 0,0-2-40 0 0,0 0-8 0 0,0-3 0 0 0,2 1 0 0 0,-2-1-72 0 0,2-2 0 0 0,0-1 0 0 0,1-3 64 0 0,1-1-64 0 0,1-2-136 0 0,2-3 32 0 0,0-2-9248 0 0</inkml:trace>
  <inkml:trace contextRef="#ctx0" brushRef="#br0" timeOffset="36">6696 4907 3679 2487 3183,'0'1'80'0'0,"0"1"16"0"0,0-2 8 0 0,0 2 0 0 0,0-1-104 0 0,0-1 0 0 0,0 1 0 0 0,-2 2 0 0 0,2 0 696 0 0,2 0 112 0 0,-1 1 24 0 0,0-2 8 0 0,0 0 40 0 0,1 1 8 0 0,-2-3 0 0 0,2 0 0 0 0,0-1-168 0 0,-1-2-32 0 0,1 1-8 0 0,1 0 0 0 0,-1-1-120 0 0,-1-1-24 0 0,2 0-8 0 0,-3-1 0 0 0,3 0-40 0 0,-2 1-8 0 0,-1-3 0 0 0,1 2 0 0 0,-1-2-40 0 0,2 0-16 0 0,-2 1 0 0 0,0-1 0 0 0,-2 2-136 0 0,2-2-32 0 0,-2 0-8 0 0,1-1 0 0 0,-1 2-96 0 0,-2-1-24 0 0,2 0 0 0 0,-1 2 0 0 0,1 0-64 0 0,-1 1-64 0 0,-1-3 96 0 0,-1 2-96 0 0,1 1 72 0 0,-2-1-72 0 0,-1 0 0 0 0,0 2 72 0 0,0 0-72 0 0,-2 2 0 0 0,0 0 0 0 0,-3 1 64 0 0,1 1-64 0 0,0 2 0 0 0,0 0 0 0 0,1 1 64 0 0,1 3-64 0 0,0-1 0 0 0,-1 1 0 0 0,2 1 0 0 0,-1 3 0 0 0,2 1 0 0 0,0 1 0 0 0,2-2 0 0 0,0 2 0 0 0,3-1 0 0 0,-1 0 0 0 0,3-3 0 0 0,0-1 0 0 0,1 0 0 0 0,2 1 0 0 0,0-2 0 0 0,2-2 64 0 0,0-1 32 0 0,0-1 0 0 0,2-2 0 0 0,1 1 80 0 0,1-3 16 0 0,1-1 8 0 0,1-3 0 0 0,-1 1-56 0 0,1-2-16 0 0,-1-1 0 0 0,2 0 0 0 0,-2 0-48 0 0,0 1-16 0 0,0-1 0 0 0,0 1 0 0 0,-2-1-64 0 0,0 2 80 0 0,-2 2-80 0 0,-2 1 80 0 0,0 0-80 0 0,-1 0 80 0 0,-1 1-80 0 0,1 0 80 0 0,1 1-80 0 0,-2 1 0 0 0,0 2 72 0 0,1 0-72 0 0,-1 1 0 0 0,0 2 0 0 0,0 1 0 0 0,1 0 0 0 0,-3 2 0 0 0,2-1 0 0 0,-2 1 0 0 0,0 2 64 0 0,0-1-64 0 0,-2 0 0 0 0,0 1 0 0 0,-1 0 0 0 0,-1 1 0 0 0,0-1 0 0 0,-1-1 0 0 0,0 0 0 0 0,1-1 0 0 0,-3-1 0 0 0,0 3 0 0 0,-2-1 64 0 0,-2 0-64 0 0,2-1 0 0 0,-2 1 0 0 0,1-4 0 0 0,1 1 0 0 0,-2-2 64 0 0,1 1-64 0 0,-2-2 0 0 0,4 0 64 0 0,-1-2-64 0 0,0 2 64 0 0,-2-2-64 0 0,2-1 80 0 0,0 0-16 0 0,2 0-64 0 0,0-1 96 0 0,0 2-96 0 0,1-2 88 0 0,0 0-88 0 0,0 2 80 0 0,1-2-80 0 0,2 0 0 0 0,-1 0 0 0 0,2-2 64 0 0,0 2-64 0 0,-1 0 0 0 0,2 0 0 0 0,0-2 0 0 0,0 2 0 0 0,1 0 0 0 0,0-1 0 0 0,0 1 0 0 0,1 0-120 0 0,0 0-8 0 0,1 0-8 0 0,2-1 0 0 0,1 0-400 0 0,-5 1-72 0 0</inkml:trace>
  <inkml:trace contextRef="#ctx0" brushRef="#br0" timeOffset="37">6928 7402 1375 2708 3316,'-1'-1'128'0'0,"0"0"-128"0"0,-1 0 0 0 0,2 0 0 0 0,0-1 376 0 0,0 1 48 0 0,0-1 16 0 0,-2-2 0 0 0,1 0 208 0 0,0-2 48 0 0,1 0 8 0 0,0 2 0 0 0,0 0 152 0 0,1 1 32 0 0,0-1 8 0 0,1 2 0 0 0,1-1 0 0 0,0 1 0 0 0,2 0 0 0 0,1 1 0 0 0,-2 0-104 0 0,2 1-24 0 0,1 2 0 0 0,1 0 0 0 0,0 0-160 0 0,1 1-40 0 0,4 1-8 0 0,1 3 0 0 0,4-1-80 0 0,4 1-8 0 0,2 0-8 0 0,5 0 0 0 0,-2-1-112 0 0,3-1-32 0 0,-1 0 0 0 0,5 1 0 0 0,5 2-72 0 0,-1 0-24 0 0,-6 0 0 0 0,5 3 0 0 0,6 1-96 0 0,2 2-32 0 0,-2 0 0 0 0,-2 0 0 0 0,2 2-32 0 0,-1 0-64 0 0,0-2 88 0 0,-2 2-88 0 0,-2-1 80 0 0,-2-1-80 0 0,-1-2 64 0 0,-5-1-64 0 0,-4-2 64 0 0,-5 0-64 0 0,2 0 64 0 0,-3-1-64 0 0,-2 0 0 0 0,-3-3 0 0 0,-2-2 0 0 0,-1 0 0 0 0,0-1 0 0 0,-1-4 0 0 0,-2 2 72 0 0,1-3-72 0 0,-1 0 96 0 0,0 0-24 0 0,-1 0 0 0 0,2-2 0 0 0,-1 0-72 0 0,0-1 96 0 0,-1 1-96 0 0,-2 0 96 0 0,-2 1-96 0 0,-2-1 0 0 0,1 2 0 0 0,-3 1 64 0 0,-1-2-64 0 0,-1 1 0 0 0,-3 1 0 0 0,1-1 0 0 0,0 2 0 0 0,-3 0 0 0 0,-3 2 0 0 0,-4 1 0 0 0,-3 0 0 0 0,3 4 0 0 0,-1 0 0 0 0,2 1 0 0 0,3-1 0 0 0,3 1 0 0 0,1-2 0 0 0,4 2 0 0 0,1 0 0 0 0,2-1 0 0 0,1 0 0 0 0,3-1 0 0 0,0 0-64 0 0,4-1 64 0 0,1-1 0 0 0,1-2 0 0 0,1 0 0 0 0,3 1 0 0 0,2-4 0 0 0,0 0 0 0 0,2-1 0 0 0,-3 0 0 0 0,0 0 0 0 0,-3-3 0 0 0,0 2 0 0 0,-3 1 0 0 0,-5 0 0 0 0,0 0 0 0 0,-3 1 0 0 0,-2 1 0 0 0,0 2 0 0 0,-3-1 0 0 0,-2 1 0 0 0,-1 2 0 0 0,-2 0 0 0 0,-1 1 0 0 0,0 1 0 0 0,0 2 0 0 0,0 1 0 0 0,2-1 0 0 0,2 1 0 0 0,1 0 0 0 0,4-2 0 0 0,0 1 64 0 0,3-3-64 0 0,1 1 0 0 0,2-2 72 0 0,2-1-72 0 0,1-2 0 0 0,3-3 0 0 0,-1 0 0 0 0,2-2 0 0 0,-2 1 0 0 0,-1-2 72 0 0,3-2-72 0 0,-4-1 0 0 0,0 2 64 0 0,-4-2-64 0 0,-1 3 0 0 0,-3-1 0 0 0,-2 0 0 0 0,-3 1 0 0 0,0 0 0 0 0,-3 2 0 0 0,-2 0 0 0 0,-1 1 0 0 0,-2 1 0 0 0,2-1 0 0 0,1 2-192 0 0,0 0-64 0 0,4 0-8 0 0,-2 1-9176 0 0</inkml:trace>
  <inkml:trace contextRef="#ctx0" brushRef="#br0" timeOffset="38">6788 7426 6911 2748 3318,'1'-2'608'0'0,"-2"-1"-480"0"0,0 3-128 0 0,-1 0 0 0 0,2 0 632 0 0,-2-2 104 0 0,0 2 16 0 0,-3 0 8 0 0,0 0 264 0 0,-5 2 48 0 0,1 5 16 0 0,-3 2 0 0 0,1 5-376 0 0,-3 3-72 0 0,2 2-8 0 0,-4 4-8 0 0,-1 2-192 0 0,-1 4-40 0 0,-1 3-8 0 0,-2 0 0 0 0,-2 7 0 0 0,-3-1-8 0 0,3 0 0 0 0,-4-1 0 0 0,-1-1 8 0 0,6-5 8 0 0,3-5 0 0 0,-1 4 0 0 0,-4 8-136 0 0,-1 1-32 0 0,-3 4-8 0 0,1 1 0 0 0,0 0-88 0 0,2-5-24 0 0,3-5 0 0 0,3-2 0 0 0,3-5-8 0 0,4-3-8 0 0,1-3 0 0 0,4-4 0 0 0,1-1-24 0 0,1-3-64 0 0,3-2 96 0 0,1-4-32 0 0,1-1-64 0 0,0-3 0 0 0,1-1 72 0 0,1-4-72 0 0,0 0 0 0 0,2-4 0 0 0,-1-2 0 0 0,2-3 64 0 0,-1-1-64 0 0,-1-1 0 0 0,-2 0 0 0 0,-1-2 0 0 0,0 0 0 0 0,-4 2-128 0 0,1 1 16 0 0,-1 3 8 0 0,-2 2-48 0 0,-1 4-8 0 0,2 3 0 0 0,-3 1 0 0 0,-2 3 64 0 0,-3 1 16 0 0,1 4 0 0 0,-1 0 0 0 0,1 0 80 0 0,0 1-80 0 0,3 2 80 0 0,-1 0-80 0 0,3-3 80 0 0,3 2 0 0 0,-1-2 0 0 0,4-1 0 0 0,0-2 0 0 0,3-1 0 0 0,2-1 0 0 0,1 0 0 25-18,3-2 0-25 18,2-2 0 0 0,1 0 0 0 0,0-3 0 0 0,3-2 0 0 0,-1-2 0 0 0,-1-1 0 0 0,-1 0 0 0 0,1-1 0 0 0,-3 0 0 0 0,-2 0 0 0 0,-3 0 0 0 0,-2 2 0 0 0,-2 0 0 0 0,-2-1 0 0 0,-5 1 0 0 0,2 2 0 25-20,-2-1 0-25 20,-2 3 0 0 0,-2 0 0 0 0,0 1 0 0 0,-2 0 0 0 0,1 2 0 0 0,1 3 64 0 0,2 1-64 0 0,-1-2 64 0 0,1 3-64 0 0,3-1 64 0 0,0-1-64 0 0,1 3 0 0 0,3 0 64 0 0,-1-1-64 0 0,3 0 0 0 0,0 1 0 0 0,4-1 0 0 0,1-2 0 0 0,2 2-408 0 0,2-1-88 0 0,4-2-16 0 0,3-2-8152 0 0</inkml:trace>
  <inkml:trace contextRef="#ctx0" brushRef="#br0" timeOffset="39">6992 7398 3223 2687 3348,'0'-6'288'0'0,"0"2"-288"0"0,0 1 0 0 0,0 1 0 0 0,2-1 384 0 0,-2 2 16 0 0,0 0 8 0 0,3-3 0 0 0,1 1 672 0 0,-2-1 136 0 0,0-1 24 0 0,-2 1 8 0 0,1 3 72 0 0,-2 2 24 0 0,0 3 0 0 0,-2 1 0 0 0,1 1-392 0 0,-1 2-80 0 0,-1 3-8 0 0,1 2-8 0 0,-1 1-296 0 0,1 2-56 0 0,1-3-16 0 0,0 6 0 0 0,0 2-160 0 0,0 7-32 0 0,0 5-8 0 0,1 4 0 0 0,-1 3-32 0 0,2 2 0 0 0,-2-1-8 0 0,0-2 0 0 0,1-4-72 0 0,-1 4-16 0 0,2 3 0 0 0,-2 1 0 0 0,1-5-16 0 0,0 2-8 0 0,0 2 0 0 0,-1 0 0 0 0,-1 1 24 0 0,1-2 8 0 0,0-3 0 0 0,-1-4 0 0 0,1-2-88 0 0,0-3-16 0 0,1 1-64 0 0,-2-5 96 0 0,2-5-16 0 0,0 3-8 0 0,1-2 0 0 0,0 1 0 0 0,0-1 8 0 0,0-3 0 0 0,0-4 0 0 0,0-4 0 0 0,0 0-80 0 0,1-5 80 0 0,0-1-80 0 0,0-4 80 0 0,2 0-80 0 0,-1-4 0 0 0,1-3 0 0 0,2-2 0 0 0,0 1 0 0 0,-2-3 64 0 0,0-3-64 0 0,1 0 0 0 0,-1 1 0 0 0,-3 0 0 0 0,0-1 0 0 0,-4 3 0 0 0,-1 1 0 0 0,-2 2-136 0 0,-3 5 32 0 0,-2 3 8 0 0,3 2-8 0 0,-3 3 0 0 0,-4 2 0 0 0,0 6 0 0 0,-2 2 104 0 0,1 1-96 0 0,0 4 96 0 0,1-2-96 0 0,4 2 96 0 0,2-2 0 0 0,3-1 0 0 0,2-1 0 0 0,3-1 0 0 0,3-2 0 0 0,2-1 0 0 0,2-3 0 0 0,4-2 0 0 0,0 0 0 0 0,-2 0 0 0 0,4-3 0 0 0,0-3 0 0 0,2-3 0 0 0,0-1 0 0 0,-1-1 0 0 0,1-2 0 0 0,-2-1 0 26-18,2 1 0-26 18,-3-1 0 0 0,-1-2 0 27-18,0 0 0-27 18,-2 1 0 0 0,-3 1 0 0 0,0-1 0 0 0,-3 1 0 0 0,-2 3 0 0 0,-3-1 0 0 0,0 3 0 25-18,-3 0 0-25 18,-2 2 0 0 0,-2 0 0 0 0,-1 2 0 0 0,-2 2 0 0 0,0 1 96 0 0,-1 1-96 0 0,1 1 144 0 0,0 1-24 0 0,1 0-8 0 0,2 1 0 0 0,2-1-112 0 0,0 1 88 0 0,2-1-88 0 0,1 0 80 25-18,3 3-80-25 18,0-2 0 0 0,2 1 0 0 0,2 0 0 0 0,3-1 0 0 0,1-4 0 0 0,4-1-88 0 0,2-2 88 0 0,3-2-440 0 0,2 0-40 0 0,3-1-16 0 0,5-2-9272 0 0</inkml:trace>
  <inkml:trace contextRef="#ctx0" brushRef="#br0" timeOffset="40">4737 4236 2303 2826 3283,'-2'-1'200'0'0,"0"-1"-200"0"0,0 2 0 0 0,1 0 0 0 0,0 0 400 0 0,-2 0 40 0 0,0 0 8 0 0,-3-1 0 0 0,-4 1 128 0 0,0-1 24 0 0,0 2 8 0 0,1 2 0 0 0,1 0 72 0 0,1 1 24 0 0,2 0 0 0 0,-1 3 0 0 0,3 0-64 0 0,-1 1 0 0 0,1 0-8 0 0,0 0 0 0 0,2 0-152 0 0,0-1-24 0 0,2 2-8 0 0,0-2 0 0 0,2 0-88 0 0,1 0-16 0 0,2-3-8 0 0,0 1 0 0 0,-1-1 0 0 0,3-2 0 0 0,2-1 0 0 0,-2-1 0 0 0,-1 0-48 0 0,0-1 0 0 0,0-1-8 0 0,2 0 0 0 0,0-2-112 0 0,0-1-16 0 0,0-1-8 0 0,-1 1 0 0 0,0-2-144 0 0,-2 0 64 0 0,0 1-64 0 0,-2 0 0 0 0,-1 0 0 0 0,-1 1 0 0 0,-1-2 0 0 0,-2 0 0 0 0,0 1 0 0 0,-1 1 0 0 0,-2-2 0 0 0,-1 1 0 0 0,1 3-128 0 0,-2-2 0 0 0,-1 1 0 0 0,-2 2 0 0 0,-1 1-64 0 0,-1 1-8 0 0,1 1-8 0 0,-1 0 0 0 0,4 2 128 0 0,-2 0 80 0 0,-2 1-96 0 0,2 3 96 0 0,0-1 0 0 0,0 2 96 0 0,2 3 0 0 0,-2-1 0 0 0,2 3 160 0 0,0 1 24 0 0,2 0 8 0 0,1 0 0 0 0,4 0 16 0 0,0-2 8 0 0,2-1 0 0 0,1-1 0 0 0,4-1-24 0 0,1 0-8 0 0,1-4 0 0 0,1 1 0 0 0,3-4-56 0 0,1 1-16 0 0,2-3 0 0 0,0-3 0 0 0,2-1-64 0 0,1-3-16 0 0,3-1 0 0 0,-2-2 0 0 0,-4 3-64 0 0,0-4-64 0 0,0 1 96 0 0,-2-1-96 0 0,-4 0 0 0 0,-3-1 0 0 0,-2 1 0 0 0,-2 0 0 0 0,-2 0 0 0 0,-2-1 0 0 0,-2 0 0 0 0,-3-1 0 0 0,-2 1 0 0 0,-3 1 0 0 0,-1 1 0 0 0,-2 1 0 0 0,-1 3 0 0 0,0 2 0 0 0,0 2 0 0 0,1 2 0 0 0,4 2 0 0 0,-3 1 0 0 0,-2 4 0 0 0,0 2 0 0 0,1 1 0 0 0,1 2 0 0 0,1 1 0 0 0,3 1 0 0 0,1 0 0 0 0,3 0 80 0 0,3 0-80 0 0,2-2 64 0 0,2 2-64 0 0,5-2 0 0 0,4 1 0 0 0,4-4 0 0 0,6-2-472 0 0,6 0-56 0 0</inkml:trace>
  <inkml:trace contextRef="#ctx0" brushRef="#br0" timeOffset="41">4745 4268 4607 2858 3223,'-1'-3'408'0'0,"0"1"-328"0"0,0 1-80 0 0,-1 1 0 0 0,1 0 336 0 0,0-1 48 0 0,-2 0 16 0 0,-3-1 0 0 0,-2 0 104 0 0,-3 1 16 0 0,-2 0 8 0 0,-2 2 0 0 0,2 2-184 0 0,-1 0-40 0 0,1 1-8 0 0,0 1 0 0 0,1 2 64 0 0,1 0 16 0 0,1 1 0 0 0,1 0 0 0 0,5 0 104 0 0,0 1 16 0 0,3-1 8 0 0,2 2 0 0 0,1-1 8 0 0,2 0 0 0 0,4 0 0 0 0,2-1 0 0 0,-1 0-16 0 0,2-1 0 0 0,1 0 0 0 0,2-1 0 0 0,2-2-152 0 0,-3-1-32 0 0,1-3-8 0 0,-1 0 0 0 0,-1-1-136 0 0,0-2-24 0 0,-1 0-8 0 0,0-3 0 0 0,-2 0-40 0 0,-2 1-16 0 0,-1-2 0 0 0,-1-2 0 0 0,-2 0-80 0 0,-2 0 80 0 0,-1 0-80 0 0,-1 0 80 0 0,-2 0-80 0 0,0-1 0 0 0,-1 4 0 0 0,-2-1 64 0 0,0 1 8 0 0,-1 1 0 0 0,-1 2 0 0 0,-1 1 0 0 0,0 0 88 0 0,0 4 8 0 0,-1 0 8 0 0,0 3 0 0 0,0-1-48 0 0,0 1-16 0 0,0 2 0 0 0,1 2 0 0 0,0-1-112 0 0,-1 0 88 0 0,4 0-88 0 0,-1-1 80 0 0,2 1-80 0 0,1-2 0 0 0,2 1 0 0 0,2-2 0 0 0,2-1 0 0 0,4 0-112 0 0,4-1 16 0 0,2-3-5584 0 0,4-2-1112 0 0</inkml:trace>
  <inkml:trace contextRef="#ctx0" brushRef="#br0" timeOffset="42">3884 3470 6911 3405 2969,'0'0'608'0'0,"0"0"-480"0"0,0 1-128 0 0,1-1 0 0 0,0 0 584 0 0,0 1 96 0 0,0 0 24 0 0,3 1 0 0 0,1 0 256 0 0,2 1 64 0 0,-1 1 0 0 0,1-1 8 0 0,0-1-512 0 0,0 2-104 0 0,-2-1-16 0 0,2 1-8 0 0,-1 0-296 0 0,0-1-96 0 0,0 2 0 0 0,-1-1 0 0 0,1-1-432 0 0,-1-1-144 0 0</inkml:trace>
  <inkml:trace contextRef="#ctx0" brushRef="#br0" timeOffset="43">4095 3605 4607 3270 2966,'0'0'408'0'0,"0"0"-328"0"0,2-1-80 0 0,-2 1 0 0 0,0 0 608 0 0,0 0 96 0 0,0 1 32 0 0,0-1 0 0 0,0 0-440 0 0,0 2-80 0 0,0-2-24 0 0,0 0 0 0 0,0 0-192 0 0</inkml:trace>
  <inkml:trace contextRef="#ctx0" brushRef="#br0" timeOffset="44">3602 3343 5983 3515 3073,'0'1'536'0'0,"0"-1"-432"0"0,1 1-104 0 0,0-1 0 0 0,0 1 480 0 0,0 1 80 0 0,2-1 16 0 0,0 1 0 0 0,2 2 432 0 0,3-1 88 0 0,1 2 24 0 0,2 0 0 0 0,1 0-384 0 0,-1 1-64 0 0,2-1-24 0 0,-1 0 0 0 0,-1-1-424 0 0,-2 3-80 0 0,3-2-16 0 0,-1 1-8 0 0,-2-1-120 0 0,0 2 0 0 0,0-2 0 0 0,-1 1-4432 0 0,0 0-832 0 0</inkml:trace>
  <inkml:trace contextRef="#ctx0" brushRef="#br0" timeOffset="45">4083 3641 9215 3351 3029,'-6'-1'408'0'0,"3"1"80"0"0,0 0-392 0 0,2 1-96 0 0,1-1 0 0 0,0 0 0 0 0,0 1 0 0 0,1 0 88 0 0,2 1-88 0 0,0 2 80 0 0,3-1 152 0 0,-6-3 32 0 0,0 0 8 0 0,21 11 0 0 0,-12-6 200 0 0,-2-2 40 0 0,2 1 0 0 0,-2 1 8 0 0,-1-1-200 0 0,1 0-48 0 0,-1-1-8 0 0,0 2 0 0 0,0-1-136 0 0,-1-1-24 0 0,1 2-8 0 0,0-2 0 0 0,-2 1-96 0 0,1-2 0 0 0,-1 0 0 0 0,0 2-4016 0 0,-1-2-768 0 0</inkml:trace>
  <inkml:trace contextRef="#ctx0" brushRef="#br0" timeOffset="46">4358 3894 9215 3413 2884,'0'0'816'0'0,"0"1"-656"0"0,0 1-160 0 0,0-2 0 0 0,0 2 344 0 0,0-2 32 0 0,0 2 8 0 0,2 1 0 0 0,-1 0 80 0 0,1 3 16 0 0,3 1 8 0 0,-1-3 0 0 0,5 1-328 0 0,-4-2-64 0 0,2-1-8 0 0,-1 0-8 0 0,0 2-80 0 0,1 1-88 0 0,-2-2 24 0 0,1 1-5496 0 0</inkml:trace>
  <inkml:trace contextRef="#ctx0" brushRef="#br0" timeOffset="47">4546 4075 12439 3283 2816,'-4'-1'544'0'0,"2"1"128"0"0,1 0-544 0 0,0 1-128 0 0,1 0 0 0 0,0 0 0 0 0,1 0 296 0 0,0 2 32 0 0,1 0 8 0 0,3 3 0 0 0,2 1 72 0 0,2 0 8 0 0,2-1 8 0 0,0 0 0 0 0,3 1-224 0 0,1 0-40 0 0,0 0-16 0 0,-2-2 0 0 0,3 1-144 0 0,-4 1 0 0 0,0-2 0 0 0,-2 0 0 0 0,-1-1 0 0 0,-3-1 0 0 0,0-1 0 0 0,-2 0 0 0 0,-2 0-376 0 0,1-1-48 0 0,-1 1-16 0 0,0-2 0 0 0,-2 2-480 0 0,0-1-96 0 0,0 1-16 0 0,0 0-4176 0 0</inkml:trace>
  <inkml:trace contextRef="#ctx0" brushRef="#br0" timeOffset="48">5227 3961 919 3048 3019,'0'-4'80'0'0,"1"2"-80"0"0,-1-1 0 0 0,0 1 0 0 0,2 1 336 0 0,-2-3 48 0 0,2 0 16 0 0,0-5 0 0 0,1 0 368 0 0,1-3 64 0 0,-1 2 24 0 0,1 0 0 0 0,-2 2 176 0 0,0 1 40 0 0,1 1 8 0 0,-3 1 0 0 0,0 2-48 0 0,2 2-8 0 0,-2-1 0 0 0,1 1 0 0 0,-1 1-224 0 0,-1 1-56 0 0,1 2-8 0 0,-2 0 0 0 0,2 3-288 0 0,-3 3-64 0 0,0 2-16 0 0,-2 2 0 0 0,0 3-152 0 0,0 0-32 0 0,-2 2-8 0 0,-2 1 0 0 0,1 0-64 0 0,0-2-16 0 0,1-2 0 0 0,0-1 0 0 0,2 0 8 0 0,1-2 0 0 0,-1-1 0 0 0,3-3 0 0 0,1-1 32 0 0,-1-2 8 0 0,2 1 0 0 0,2-1 0 0 0,0-1 48 0 0,0-1 0 0 0,2-1 8 0 0,-1-1 0 0 0,3 0-16 0 0,-1-1-8 0 0,0 0 0 0 0,1-1 0 0 0,2 0-40 0 0,1-1-8 0 0,2 2 0 0 0,-1-3 0 0 0,-1 1-56 0 0,2 1-8 0 0,1-2-64 0 0,0 3 96 0 0,0-2-32 0 0,0 1-64 0 0,-1 0 88 0 0,0 0-88 0 0,-1 1 64 0 0,-1 0-64 0 0,-1 0 0 0 0,-1 0 0 0 0,0 0 0 0 0,-1 0 0 0 0,-1 0 0 0 0,0 0 0 0 0,0 0-352 0 0,-1-2-80 0 0,1 0-16 0 0,1 0-8456 0 0</inkml:trace>
  <inkml:trace contextRef="#ctx0" brushRef="#br0" timeOffset="49">5449 3942 4607 2945 3104,'0'-1'200'0'0,"-1"0"48"0"0,1 1-248 0 0,-1 0 0 0 0,1 1 0 0 0,-1 0 0 0 0,-1 2 984 0 0,0 1 144 0 0,-1 3 32 0 0,-3 5 8 0 0,-1 3 104 0 0,2-1 16 0 0,0 2 8 0 0,-1 0 0 0 0,3 1-312 0 0,-1-1-64 0 0,1 1-16 0 0,1-1 0 0 0,0 2-240 0 0,0-2-56 0 0,1 1 0 0 0,1 0-8 0 0,0-1-216 0 0,0-1-48 0 0,0-3-8 0 0,0-1 0 0 0,0 1-144 0 0,0-1-32 0 0,0 2-8 0 0,0-1 0 0 0,0-3-72 0 0,0 1-8 0 0,1-2-64 0 0,-1-1 96 0 0,1-2-96 0 0,0-1 0 0 0,1 1 0 0 0,-2-3 0 0 0,2 0 0 0 0,0-1 0 0 0,-1-1 0 0 0,1 0 0 0 0,0 0-224 0 0,1-1-64 0 0,1-2-8 0 0,-2-1-8 0 0,2 0-1136 0 0,-1-2-232 0 0</inkml:trace>
  <inkml:trace contextRef="#ctx0" brushRef="#br0" timeOffset="50">5759 4013 2759 2812 2698,'2'0'248'0'0,"-2"0"-248"0"0,1 0 0 0 0,-1 0 0 0 0,1 0 448 0 0,-1-2 48 0 0,2 2 8 0 0,1 0 0 0 0,-1-2 232 0 0,1 1 40 0 0,1-1 16 0 0,-2 0 0 0 0,0 2 8 0 0,1-2 8 0 0,-1 1 0 0 0,-1-1 0 0 0,1 0 24 0 0,0 0 0 0 0,-1 1 0 0 0,0-1 0 0 0,0 0-96 0 0,0 0-8 0 0,-1 0-8 0 0,0 0 0 0 0,1-1-272 0 0,-2 2-48 0 0,1-1-16 0 0,-1 0 0 0 0,0 1-216 0 0,-1-1-40 0 0,0 0-16 0 0,0 1 0 0 0,-1 0-112 0 0,-1 0 64 0 0,-1-1-64 0 0,0 2 0 0 0,0 0 72 0 0,-1 2-72 0 0,-1 0 64 0 0,1 0-64 0 0,-2 2 0 0 0,1-1 0 0 0,0 1 64 0 0,0-1-64 0 0,0 2 64 0 0,0-1-64 0 0,2 3 96 0 0,-2-1-32 0 0,3 1-64 0 0,-1-2 0 0 0,3 1 0 0 0,-1 0 0 0 0,1 0 0 0 0,0-1 0 0 0,1 2 0 0 0,1 0 0 0 0,1 0 0 0 0,1-1 0 0 0,1 0 0 0 0,1-3 0 0 0,1 2 88 0 0,-1-1-24 0 0,1 1-64 0 0,2-1 96 0 0,0-1 48 0 0,0 1 8 0 0,0 0 0 0 0,2-1 0 0 0,1 2 16 0 0,1-1 8 0 0,0 2 0 0 0,-1 0 0 0 0,-1-1-40 0 0,0-1-8 0 0,0 2 0 0 0,0 0 0 0 0,0 1-48 0 0,0-2-16 0 0,-2 2 0 0 0,0-2 0 0 0,-2 1-64 0 0,1 2 0 0 0,-1 0 0 0 0,-2-1 0 0 0,-1 0 0 0 0,-1-2 0 0 0,-1 1 0 0 0,-1 1 0 0 0,0 0 0 0 0,-1-1 0 0 0,0-1 0 0 0,-2 1 0 0 0,1 0 0 0 0,-2 0 0 0 0,-1 1 0 0 0,-1-2 0 0 0,0 2 0 0 0,0-1 0 0 0,-2-1 0 0 0,0 0 0 0 0,1 0 0 0 0,-1-2 0 0 0,1 0 0 0 0,-1-1 0 0 0,0-1 0 0 0,0-1 0 0 0,2 0 64 0 0,0-1-64 0 0,1 0 0 0 0,1-2 0 0 0,0 1 0 0 0,2-1 64 0 0,0-2-64 0 0,-1 1 0 0 0,2-3 72 0 0,-1-2-72 0 0,1 2 80 0 0,1-2-16 0 0,2-1-64 0 0,-1-1 96 0 0,2-2-96 0 0,1 0 88 0 0,1 2-88 0 0,1-2 80 0 0,2 3-80 0 0,0 0 64 0 0,1 3-64 0 0,0-2 64 0 0,4 0-64 0 0,0 0 0 0 0,1 0 0 0 0,-2 1 0 0 0,0 0 0 0 0,0 0 0 0 0,1 0 64 0 0,-1 0-64 0 0,1-2 0 0 0,-2 1 0 0 0,0 1 0 0 0,-2-1 0 0 0,-2 3 0 0 0,-1-2 0 0 0,-1 0 0 0 0,-2-2 0 0 0,1 0 0 0 0,-3-1 0 0 0,-3 1 0 0 0,1-2 0 0 0,-2 3 64 0 0,-1 0-64 0 0,-2 1 64 0 0,0-1-64 0 0,0 3 0 0 0,-1 1 64 0 0,0 2-64 0 0,0-1 0 0 0,0 2 64 0 0,-1 0-64 0 0,1 1 0 0 0,-1-1 64 0 0,1 4-64 0 0,1-2 0 0 0,0 2 0 0 0,0-1 0 0 0,-1 3 0 0 0,2-1 0 0 0,1 1 0 0 0,0 1 0 0 0,0 2-296 0 0,3 0-24 0 0,0 1-8 0 0,3 1-8768 0 0</inkml:trace>
  <inkml:trace contextRef="#ctx0" brushRef="#br0" timeOffset="51">1901 279 3679 3213 3054,'1'-3'328'0'0,"-1"-1"-264"0"0,0 2-64 0 0,0 1 0 0 0,0-1 536 0 0,0 0 88 0 0,0-3 16 0 0,0-2 8 0 0,1 0 344 0 0,-1-2 64 0 0,-1 2 8 0 0,1 0 8 0 0,0 1-240 0 0,-1 1-56 0 0,1 2-8 0 0,0-1 0 0 0,0 3-224 0 0,0 0-40 0 0,0 0-16 0 0,1 0 0 0 0,-1 1-120 0 0,0 0-24 0 0,0 0-8 0 0,0 1 0 0 0,0-1-16 0 0,0 0-8 0 0,0 0 0 0 0,0 0 0 0 0,0 0 16 0 0,0 0 8 0 0,0 23 0 0 0,0-15 0 0 0,-1 3-56 0 0,1 0-16 0 0,-2 4 0 0 0,0 3 0 0 0,2 2-16 0 0,-1 0-8 0 0,0 0 0 0 0,0 2 0 0 0,0 2-32 0 0,0 1-8 0 0,-1 0 0 0 0,2-1 0 0 0,0-1-104 0 0,-2 0-32 0 0,2 4 0 0 0,2 1 0 0 0,-2 1 0 0 0,2 1-64 0 0,-1-1 96 0 0,1-2-32 0 0,0-1 0 0 0,0-2-64 0 0,-2-1 96 0 0,2-2-32 0 0,-1-1 8 0 0,0-4 0 0 0,0-2 0 0 0,1-3 0 0 0,-2 0-8 0 0,0 1 0 0 0,0-1 0 0 0,0-2 0 0 0,-2-1 0 0 0,1-1-64 0 0,0 1 96 0 0,0-1-32 0 0,-1 1-64 0 0,-1-3 0 0 0,0 1 72 0 0,0-1-72 0 0,3-2 0 0 0,-3 1 0 0 0,1-1 0 0 0,0-1 64 0 0,0 0-64 0 0,1 0 0 0 0,-1-1 0 0 0,0 0 0 0 0,0-1 0 0 0,0 0 0 0 0,1 0 0 0 0,-1-2 0 0 0,0 0 0 0 0,-1-1 0 0 0,1 0 0 0 0,-2-2 0 0 0,1-2 0 0 0,-2 0 0 0 0,2-2 0 0 0,-2 0 0 0 0,1 0 0 0 0,-1-2 0 0 0,0 0 0 0 0,1 1 0 0 0,0 1 0 0 0,1 0 0 0 0,-1-1-64 0 0,0 0 64 0 0,1-1-72 0 0,-2 2 72 0 0,1 1-80 0 0,1 1 80 0 0,-1 1 0 0 0,1 1-72 0 0,1 0 72 0 0,-1 1 0 0 0,1-1 0 0 0,0 1 0 0 0,-1 0 0 0 0,1 1 0 0 0,1 0 0 0 0,-1 1 0 0 0,0-2 0 0 0,1 2-64 0 0,0 1 64 0 0,1-1 0 0 0,0 0 0 0 0,0 2 0 0 0,0 0 0 0 0,0-1 0 0 0,0 2 0 0 0,1-1 0 0 0,0 3 0 0 0,1-1 0 0 0,-2-2 0 0 0,0 0 0 0 0,0 0 0 0 0,9 20 0 0 0,-6-13 0 0 0,1 2 0 0 0,-1 3 0 0 0,2 0 0 0 0,-2-2 0 0 0,2 2 0 0 0,1 3 0 0 0,1-1 96 0 0,-2-1-32 0 0,0-1 0 0 0,1-1 0 0 0,1 2 8 0 0,-1-1 0 0 0,1-1 0 0 0,0 1-8 0 0,-1-3 0 0 0,1 1 0 0 0,-2-2 0 0 0,0-2 0 0 0,-1-2-64 0 0,1 1 96 0 0,-1-2-32 0 0,1 1 16 0 0,2-3 0 0 0,-2-1 0 0 0,3-1 0 0 0,0-3 48 0 0,1-2 0 0 0,4-4 8 0 0,0-1 0 0 0,1-3 24 0 0,0-3 8 0 0,2-2 0 0 0,2 0 0 0 0,-2-2-16 0 0,-1 2-8 0 0,-1 0 0 0 0,-4 3 0 0 0,-1 3-72 0 0,-2 2-8 0 0,-3 4-64 0 0,-1 1 96 0 0,-2 1-96 0 0,-1 5 0 0 0,0-2 0 0 0,0 1 0 0 0,-1 0 0 0 0,1 0 0 0 0,0 2 0 0 0,0-1 0 0 0,1 1-480 0 0,2-2-96 0 0,3 0-24 0 0,2-3-9720 0 0</inkml:trace>
  <inkml:trace contextRef="#ctx0" brushRef="#br0" timeOffset="52">2567 216 2303 3041 3175,'0'-1'200'0'0,"0"0"-200"0"0,0-1 0 0 0,-1 1 0 0 0,1 0 632 0 0,0 0 80 0 0,-2 0 24 0 0,2-3 0 0 0,-1 0 448 0 0,-1-1 96 0 0,0-1 24 0 0,0 2 0 0 0,0-1-248 0 0,1 1-56 0 0,-1 0-8 0 0,1 1 0 0 0,-2 0-208 0 0,2 1-48 0 0,0 1 0 0 0,-1 0-8 0 0,0 1-168 0 0,1 0-32 0 0,-1 1-8 0 0,1 0 0 0 0,-2 2-184 0 0,3 2-40 0 0,-3 1-8 0 0,1 1 0 0 0,0 1-96 0 0,0 2-32 0 0,1 2 0 0 0,0 1 0 0 0,-1 3 16 0 0,1 0 0 0 0,1 1 0 0 0,-2 0 0 0 0,2 1 24 0 0,0 0 8 0 0,-2 0 0 0 0,2 0 0 0 0,-1-2-120 0 0,1 0-24 0 0,0 3-64 0 0,0-1 96 0 0,-1 1 0 0 0,1-2 0 0 0,0 1 0 0 0,0-2 0 0 0,0 3 8 0 0,0-1 0 0 0,0 1 0 0 0,0-2 0 0 0,2-2-24 0 0,0 0-8 0 0,-2-1 0 0 0,2-3 0 0 0,-1 1-72 0 0,0-3 96 0 0,-1-1-96 0 0,1-1 96 0 0,0-1-96 0 0,-1-1 0 0 0,1-3 0 0 0,-1 2 0 0 0,0-3 0 0 0,0 1 0 0 0,0-2 0 0 0,0 0 0 0 0,2-2-320 0 0,-2 0-48 0 0,2-1-16 0 0,0-2-9024 0 0</inkml:trace>
  <inkml:trace contextRef="#ctx0" brushRef="#br0" timeOffset="53">2524 230 6911 3038 3163,'-1'-7'304'0'0,"0"2"64"0"0,0 1-296 0 0,1-1-72 0 0,0 3 0 0 0,0-1 0 0 0,1 0 576 0 0,-1-3 96 0 0,2-2 16 0 0,0-3 8 0 0,2-2 456 0 0,1-1 88 0 0,0-1 16 0 0,3 0 8 0 0,0 1-504 0 0,2 1-104 0 0,1 0-16 0 0,2 0-8 0 0,0 3-232 0 0,0 1-48 0 0,6 1 0 0 0,-1 1-8 0 0,-4 3-24 0 0,-1 2 0 0 0,0 2 0 0 0,0 1 0 0 0,0 3-152 0 0,-2 1-32 0 0,-1 3-8 0 0,-3 1 0 0 0,0-2-128 0 0,-2 5 0 0 0,-2 1 0 0 0,-3 1 0 0 0,-1 3 80 0 0,-1 1-16 0 0,-3 3 0 0 0,-1 0 0 0 0,-2 2-64 0 0,0-1 0 0 0,-2-2 0 0 0,0-1 0 0 0,-1 0 0 0 0,0-3-88 0 0,-1-1 24 0 0,2-2 0 0 0,-2-2 64 0 0,2-1 0 0 0,-1-3 64 0 0,1 0-64 0 0,0 0 88 0 0,0-2-24 0 0,1-2 0 0 0,2 0 0 0 0,0-2 72 0 0,1 0 16 0 0,1-1 0 0 0,1-1 0 0 0,1 0-64 0 0,1-2-16 0 0,0 1 0 0 0,2-3 0 0 0,0 2-216 0 0,2-4-48 0 0,3 2 0 0 0,1 2-8608 0 0</inkml:trace>
  <inkml:trace contextRef="#ctx0" brushRef="#br0" timeOffset="54">2852 472 3223 2887 3090,'-1'-4'136'0'0,"1"1"40"0"0,0 1-176 0 0,0 0 0 0 0,0 1 0 0 0,0-1 0 0 0,0 1 584 0 0,0-1 88 0 0,1-2 8 0 0,0 0 8 0 0,1-2 944 0 0,0 0 184 0 0,2 2 40 0 0,-1-2 0 0 0,1 2-608 0 0,1 0-128 0 0,-1-1-32 0 0,2 2 0 0 0,0-1-352 0 0,-1 2-80 0 0,2 0-16 0 0,0-1 0 0 0,1 3-256 0 0,-2-2-48 0 0,-1 0-16 0 0,0 2 0 0 0,-1 1-152 0 0,-1 0-32 0 0,2 1-8 0 0,-1-2 0 0 0,-1 3 0 0 0,-1-2-8 0 0,0 2 0 0 0,0-1 0 0 0,-2 0-120 0 0,0-1 0 0 0,2 1 0 0 0,-2 0 0 0 0,0-1 0 0 0,-2 0 0 0 0,2 0 0 0 0,-2 0 0 0 0,0 2 96 0 0,-1-1-24 0 0,-2-1-8 0 0,1 1 0 0 0,-2 2-64 0 0,-2-1 0 0 0,0 1 0 0 0,-3 1 0 0 0,0 0 0 0 0,-1 1 0 0 0,0-1 0 0 0,1 1 0 0 0,1 0 0 0 0,-1 0 0 0 0,4 0 0 0 0,0-1 0 0 0,1 1 0 0 0,2-1 0 0 0,2 0 0 0 0,1 0 0 0 0,0-1 0 0 0,2 0 0 0 0,1 1 0 0 0,2 2 0 0 0,1-2 0 0 0,1 1 0 0 0,2 1 0 0 0,1 1 0 0 0,0 0 0 0 0,2 0 0 0 0,-2 0 0 0 0,1 1 0 0 0,0 0 0 0 0,-1 2 0 0 0,0-1 0 0 0,-1 1 0 0 0,-1-1 0 0 0,-1 0 0 0 0,-1 2 0 0 0,-2-2 0 0 0,-1 0 0 0 0,-2 1 0 0 0,-1-1 0 0 0,0 1 0 0 0,-2 0 0 0 0,-1-2 0 0 0,-1-1 0 0 0,0-1 0 0 0,-2-1 0 0 0,0-2 0 0 0,0 0 0 0 0,-1-1 0 0 0,0-1 0 0 0,0 0 0 0 0,-1-2 0 0 0,2-2 0 0 0,-2 0 0 0 0,0 0 0 0 0,2-1 0 0 0,-3-1 0 0 0,2 1 0 0 0,-1-2 0 0 0,0 1 0 0 0,0-2 0 0 0,3 0 0 0 0,-1 0 0 0 0,1 0 0 0 0,0 2 0 0 0,3-2 0 0 0,1 2 0 0 0,0 0 0 0 0,2 1 0 0 0,0 1-416 0 0,3 2-32 0 0,1-2 0 0 0,1 2-5456 0 0,4-1-1096 0 0</inkml:trace>
  <inkml:trace contextRef="#ctx0" brushRef="#br0" timeOffset="55">3125 523 2759 2895 3094,'2'-6'248'0'0,"-1"3"-248"0"0,-1-1 0 0 0,0 1 0 0 0,0 1 752 0 0,0 2 104 0 0,0-2 16 0 0,-1 1 8 0 0,-1 0 1056 0 0,2 0 208 0 0,-2-1 48 0 0,-2 2 8 0 0,1 3-1048 0 0,0 1-200 0 0,1 1-48 0 0,-2 1-8 0 0,2 3-464 0 0,0 0-96 0 0,2 3-16 0 0,-1-1-8 0 0,-1 2-176 0 0,2-1-32 0 0,2 2-8 0 0,-2-2 0 0 0,2-1 16 0 0,0 1 0 0 0,1-3 0 0 0,1-1 0 0 0,1-1-16 0 0,0 0-8 0 0,1-3 0 0 0,0 0 0 0 0,0-1-88 0 0,1-3 96 0 0,0 0-96 0 0,2 0 96 0 0,-1-3-8 0 0,0-1 0 0 0,0-1 0 0 0,0-1 0 0 0,1 1-24 0 0,-1-4-64 0 0,0 1 96 0 0,-1-1-32 0 0,-1 0-64 0 0,-1-1 96 0 0,1-2-96 0 0,-1 1 96 0 0,0-1-96 0 0,-2 2 0 0 0,-1 0 72 0 0,1 4-72 0 0,-2 1 0 0 0,0 0 0 0 0,-1 1 0 0 0,0 0 64 0 0,0 2-64 0 0,0-1 0 0 0,-1 3 0 0 0,0 0 0 0 0,1 0 0 0 0,-2 0 0 0 0,1 0 0 0 0,0 0 64 0 0,0 2-64 0 0,0 0 0 0 0,1-2 0 0 0,0 0 0 0 0,0 0 0 0 0,0 0 0 0 0,0 0 0 0 0,-1 22 0 0 0,2-16 0 0 0,0 0 0 0 0,1 1 0 0 0,2 2 0 0 0,-2-4 0 0 0,3 1 0 0 0,-1 1 0 0 0,3-2 0 0 0,-2 2 0 0 0,-1-3 0 0 0,3 1 0 0 0,-1-1 0 0 0,1 0 0 0 0,0-1 0 0 0,0 0 0 0 0,0-2 0 0 0,0 0 120 0 0,2-1-16 0 0,-1 0 0 0 0,1-1 0 0 0,0-2-104 0 0,1 1 0 0 0,-3-1 64 0 0,2-2-64 0 0,0 1 64 0 0,1-3-64 0 0,-1 0 88 0 0,-1 2-88 0 0,-2-1 0 0 0,2-1 0 0 0,0-2 0 0 0,0-1 0 0 0,1-2 0 0 0,0 1 0 0 0,0-4 0 0 0,0 1 0 0 0,-1-1 0 0 0,-1-1 0 0 0,0 1 0 0 0,-2 1 0 0 0,0 0 0 0 0,-3 2 0 0 0,0 1 0 0 0,0 0 0 0 0,-2 2 0 0 0,0-1 0 0 0,-2 2 0 0 0,2 0 0 0 0,-3 0 0 0 0,2 1 0 0 0,-1 0 0 0 0,1 2 0 0 0,-2-2 64 0 0,2 1-64 0 0,1 1 0 0 0,-1-1 0 0 0,0 1 72 0 0,1 2-8 0 0,-1 1-64 0 0,1-1 96 0 0,0 3-96 0 0,0-1 0 0 0,0 1 0 0 0,0 0 0 0 0,-2 2 0 0 0,1 0 0 0 0,1 2 0 0 0,-1 2 0 0 0,1 0 0 0 0,-1 1 0 0 0,0-1 0 0 0,1 1 0 0 0,-1 3 0 0 0,1 1 0 0 0,0 0 0 0 0,0 0 0 0 0,1 0 0 0 0,-1 1 0 0 0,1 2 0 0 0,0 2 0 0 0,0-2 0 0 0,0 0 0 0 0,1-1 0 0 0,-2 0 0 0 0,1 1 0 0 0,-1 2 0 0 0,0 2 0 0 0,0-2 0 0 0,0-5 0 0 0,1 3 0 0 0,0-1 0 0 0,-1 2 0 0 0,2 1 0 0 0,1-2 0 0 0,-2-2 0 0 0,1 0 0 0 0,1-1 0 0 0,0-2 0 0 0,1 0 0 0 0,-2-2 0 0 0,1-2 0 0 0,-1 0 0 0 0,0-1 0 0 0,1-2 0 0 0,-1-1 0 0 0,0-1 0 0 0,1 0 0 0 0,-1-3 0 0 0,0 1 0 0 0,1-3 0 0 0,-1 0 0 0 0,0-3 72 0 0,0 0 48 0 0,2 0 8 0 0,-1 0 0 0 0,0-3 0 0 0,0-2-24 0 0,2-2 0 0 0,-2 2 0 0 0,2-1 0 0 0,1 1-32 0 0,1-3-8 0 0,-1 3 0 0 0,3 1 0 0 0,-2 2-64 0 0,0 3 0 0 0,2 0 0 0 0,-2 1 0 0 0,0 4 0 0 0,-1 0 0 0 0,-1 0 0 0 0,0 2 0 0 0,0 2 0 0 0,-1 1 0 0 0,-1 1 0 0 0,-1 0 0 0 0,1 2-144 0 0,-2 1 32 0 0,-1 1 8 0 0,0 0 0 0 0,0-1-64 0 0,-1 1-16 0 0,-2 3 0 0 0,1 2 0 0 0,-1-1 64 0 0,-1 0 16 0 0,1 0 0 0 0,-1-1 0 0 0,1-1 104 0 0,-1-3 0 0 0,1 2-80 0 0,-1-2 80 0 0,1 0 0 0 0,1-2 0 0 0,0-1 0 0 0,0 0 0 0 0,2-1 0 0 0,0-1 0 0 0,0 0 0 0 0,2-1 0 0 0,-2 1 96 0 0,3-2-32 0 0,1 0 0 0 0,0-1 0 0 0,1 0 16 0 0,2-2 0 0 0,0 1 0 0 0,2-1 0 0 0,0-1-80 0 0,0-1 80 0 0,2-1-80 0 0,0-2 80 0 0,1 2-80 0 0,-3-3 0 0 0,0 2 0 0 0,0-2 0 0 0,0 0 72 0 0,2-2-72 0 0,-2 1 80 0 0,-1 1-80 0 0,-2 0 0 0 0,3 0 0 0 0,-2 0 0 0 0,2 0 0 0 0,-2 2 96 0 0,0 2-24 0 0,0 0-8 0 0,-1 0 0 0 0,1 3-64 0 0,0 0 0 0 0,-1 2 0 0 0,0 0 0 0 0,0 2 0 0 0,-2 0 0 0 0,-1 1 0 0 0,1 0 0 0 0,-1 2 0 0 0,-1 2 0 0 0,1-1 0 0 0,-2 3 0 0 0,0 0-88 0 0,-2-1 88 0 0,0 2-64 0 0,-2 0 64 0 0,1-1-72 0 0,-3-1 72 0 0,-1 1-80 0 0,-1-1 80 0 0,0 0 0 0 0,-2 0 0 0 0,0-1 0 0 0,0-1 0 0 0,-1 1 0 0 0,2-3 0 0 0,0-1 0 0 0,0 0 0 0 0,1-1 0 0 0,0 0 0 0 0,0-2 0 0 0,2 0 0 0 0,-1 0 0 0 0,-1-2 0 0 0,0 0 0 0 0,0-1-6432 0 0,0-1-1216 0 0</inkml:trace>
  <inkml:trace contextRef="#ctx0" brushRef="#br0" timeOffset="56">76 1134 2759 3358 3030,'0'-6'248'0'0,"0"3"-248"0"0,0 0 0 0 0,0 1 0 0 0,0 0 496 0 0,0 2 48 0 0,0-2 16 0 0,0 0 0 0 0,0 0 496 0 0,0-1 104 0 0,0-2 24 0 0,0 0 0 0 0,2 2-248 0 0,-2-2-40 0 0,0 4-16 0 0,0-3 0 0 0,0 2-176 0 0,1 1-32 0 0,-1-1 0 0 0,0 2-8 0 0,1-1-184 0 0,-1 1-32 0 0,1 1 0 0 0,0 0-8 0 0,-1-1-152 0 0,0 0-24 0 0,0 0-8 0 0,10 23 0 0 0,-5-12 40 0 0,1 2 8 0 0,0 2 0 0 0,1 1 0 0 0,-2 4-80 0 0,1-1-24 0 0,0 2 0 0 0,0-3 0 0 0,1 1-40 0 0,-2-2 0 0 0,2-1-8 0 0,0 0 0 0 0,0 0-40 0 0,1 0-8 0 0,-1-2 0 0 0,0-3 0 0 0,-1 0 8 0 0,-1-1 0 0 0,2-1 0 0 0,-1 2 0 0 0,2-2-112 0 0,-2-2 72 0 0,-1-1-72 0 0,0-2 64 0 0,0 0 24 0 0,-1-2 0 0 0,1-2 0 0 0,-1-1 0 0 0,1-1 16 0 0,0-2 8 0 0,-1 0 0 0 0,2-5 0 0 0,0-1 32 0 0,1-1 8 0 0,1-3 0 0 0,0-2 0 0 0,1-2-32 0 0,-1 0-8 0 0,1-2 0 0 0,0-3 0 0 0,2 0 0 0 0,-2-2 0 0 0,0 1 0 0 0,-1 3 0 0 0,-1 3-16 0 0,0 2 0 0 0,-2 0 0 0 0,0 2 0 0 0,-2 3-96 0 0,-1 2 0 0 0,0 0 0 0 0,-2 2 0 0 0,0 0 0 0 0,0 3 0 0 0,0-1 72 0 0,0 1-72 0 0,0 0 64 0 0,0 1-64 0 0,0 1 0 0 0,0-1 64 0 0,0-1-64 0 0,0 2 0 0 0,0-1 0 0 0,0 1 0 0 0,0-1 0 0 0,0 2 0 0 0,2 0 0 0 0,-2 0 0 0 0,0 0 0 0 0,0 1 0 0 0,-2 0 0 0 0,2 1 0 0 0,0 2-328 0 0,0 2-8 0 0,0 0 0 0 0,0 4-6240 0 0,2 0-1248 0 0</inkml:trace>
  <inkml:trace contextRef="#ctx0" brushRef="#br0" timeOffset="57">582 1434 1839 3270 3073,'-2'-4'160'0'0,"2"2"-160"0"0,0 0 0 0 0,0-1 0 0 0,0 2 792 0 0,0 1 120 0 0,0-1 24 0 0,0-1 8 0 0,2-1 448 0 0,-2 0 88 0 0,4-1 24 0 0,-1-1 0 0 0,1 0-240 0 0,-1 2-48 0 0,2 0 0 0 0,-1-1-8 0 0,1 1-384 0 0,0 3-80 0 0,-1-2-8 0 0,0 1-8 0 0,1 0-272 0 0,-1 1-48 0 0,1 1-16 0 0,-2-1 0 0 0,1 0-152 0 0,-1 0-32 0 0,0 0-8 0 0,0 0 0 0 0,1 0 0 0 0,-2 0 0 0 0,-1 1 0 0 0,1-1 0 0 0,0 0-136 0 0,-2 0-64 0 0,0-1 64 0 0,0 1-64 0 0,0 1 80 0 0,0-1-80 0 0,0 0 96 0 0,0-1-96 0 0,0 1 88 0 0,0 0-88 0 0,0 0 80 0 0,0 0-80 0 0,0 0 64 0 0,-23 6-64 0 0,16-2 0 0 0,-2 0 72 0 0,0-1-72 0 0,-2 2 0 0 0,-1-1 0 0 0,-1 1 0 0 0,2 1 0 0 0,1 0 0 0 0,-1-1 0 0 0,3 0 0 0 0,1 0 0 0 0,2-1 0 0 0,0 0 0 0 0,1-1 0 0 0,1-1 0 0 0,1 2 0 0 0,2-1 0 0 0,0 2 0 0 0,0 2 0 0 0,4-1 0 0 0,1 1 0 0 0,2 0 0 0 0,-2-2 0 0 0,1 0 0 0 0,1-1 0 0 0,0 1 0 0 0,1 1 0 0 0,0 0 0 0 0,1-1 0 0 0,-2 2 0 0 0,2 2 0 0 0,-3 0 0 0 0,0 3 0 0 0,0-3 0 0 0,-3-2 0 0 0,-2-1 0 0 0,0 2 0 0 0,-2 0 0 0 0,0 3 0 0 0,-1-2 0 0 0,-1-6 0 0 0,-4 3 0 0 0,2 3 0 0 0,-1-4 0 0 0,-1-5 0 0 0,0 0 0 0 0,-2 7 0 0 0,2-7 0 0 0,0-2 0 0 0,0 0 0 0 0,1 4 0 0 0,-3-3 0 0 0,4-7 0 0 0,-1 1 0 0 0,1 2 0 0 0,0-1 0 0 0,3 1 0 0 0,-1 2 0 0 0,1-1 0 0 0,2 3 0 0 0,-2 2 0 0 0,2 3 0 0 0,2-4-112 0 0,1-2-16 0 0,1-3 0 0 0,1-1 0 0 0,4 0-1024 0 0,0 3-200 0 0,0-1-48 0 0,1 2-8 0 0</inkml:trace>
  <inkml:trace contextRef="#ctx0" brushRef="#br0" timeOffset="58">829 1442 6967 3076 3011,'-2'-5'152'0'0,"0"3"32"0"0,1 0 8 0 0,0 0 0 0 0,0 2-192 0 0,0 0 0 0 0,0 0 0 0 0,-2 2 0 0 0,1-1 1424 0 0,-1 0 240 0 0,-2 1 56 0 0,1 3 8 0 0,0 0-960 0 0,1-1-192 0 0,1-1-40 0 0,1 1-8 0 0,0 1-288 0 0,-2 2-56 0 0,3 0-16 0 0,0 2 0 0 0,0 3-16 0 0,0 1-8 0 0,2-3 0 0 0,-1 2 0 0 0,1 0 40 0 0,2 0 8 0 0,0-4 0 0 0,2-1 0 0 0,0 3-80 0 0,0-3-16 0 0,-1-5 0 0 0,2 0 0 0 0,0-1-24 0 0,0-2-8 0 0,1-1 0 0 0,-2 1 0 0 0,0-1 40 0 0,-1 1 8 0 0,4 0 0 0 0,-3-4 0 0 0,1-2-8 0 0,-1 1 0 0 0,-1 1 0 0 0,0-2 0 0 0,2 0 8 0 0,0-4 0 0 0,-2 2 0 0 0,-2 1 0 0 0,0-1 32 0 0,0 1 8 0 0,-1 1 0 0 0,0 1 0 0 0,0-2-24 0 0,-1 2 0 0 0,0-3 0 0 0,-1 2 0 0 0,0 0 0 0 0,0 2-8 0 0,0 1 0 0 0,0 3 0 0 0,-1 0-48 0 0,1 1-8 0 0,-1 0 0 0 0,1 0 0 0 0,0 0-64 0 0,-2 1 0 0 0,2 2 0 0 0,0 0 64 0 0,0 3-64 0 0,0-6 0 0 0,0 0 0 0 0,0 23 0 0 0,0-16 0 0 0,3 3 0 0 0,-1-1 0 0 0,2 0 0 0 0,-1 3 0 0 0,3-2 0 0 0,-1-1 0 0 0,2-2 0 0 0,-1 4 0 0 0,1-4 0 0 0,0-5 0 0 0,0-1 0 0 0,1 0 0 0 0,-1 0 0 0 0,1-1 0 0 0,1 2 0 0 0,-2-2 0 0 0,1 2 0 0 0,0-2 0 0 0,1-5 0 0 0,-2-1 0 0 0,1-1 0 0 0,0 0 0 0 0,-1 0 0 0 0,-1 2 0 0 0,1-3 0 0 0,0-1 64 0 0,-1-2-64 0 0,3 0 0 0 0,-2-3 0 0 0,0-1 0 0 0,0-2 64 0 0,0 0-64 0 0,-1-1 0 0 0,0 1 0 0 0,-3-2 0 0 0,1 3 0 0 0,-3 2 0 0 0,0 0 0 0 0,-1 1 0 0 0,0 3 0 0 0,-2 0 0 0 0,1 1 64 0 0,-2 2-64 0 0,1 2 0 0 0,-1-1 0 0 0,-1 1 0 0 0,2 2 0 0 0,1-1 64 0 0,-2 2-64 0 0,1 0 64 0 0,1 1-64 0 0,-1-1 72 0 0,0 2-72 0 0,1 0 80 0 0,0 3-80 0 0,0-1 64 0 0,0 0-64 0 0,1 3 0 0 0,-1 0 72 0 0,1 1-72 0 0,0 3 0 0 0,1 1 0 0 0,0-1 0 0 0,0 2 0 0 0,0 0 0 0 0,0 0 0 0 0,1 1 0 0 0,0-1 0 0 0,-1 1 0 0 0,1 2 64 0 0,1-3-64 0 0,-2 0 0 0 0,1-2 0 0 0,-1-1 0 0 0,2 1 0 0 0,-1 3 0 0 0,1 0 0 0 0,0 2 0 0 0,-1-1 0 0 0,2-2 0 0 0,-1 1 0 0 0,-1-1 0 0 0,2 0 0 0 0,-2-1 0 0 0,1 1 0 0 0,-1 1 0 0 0,0-2 0 0 0,-1 1 0 0 0,0-6 0 0 0,2-1 0 0 0,-3-2 0 0 0,2 1 0 0 0,-2-1 0 0 0,1 3 0 0 0,0-2 0 0 0,0-2 0 0 0,1-1 0 0 0,-2-1 0 0 0,0-2 0 0 0,2 0 80 0 0,-2-3 0 0 0,0 6 0 0 0,0 0 0 0 0,7-23 16 0 0,-4 13 0 0 0,1 2 0 0 0,-1-3 0 0 0,3-2-96 0 0,1-1 64 0 0,1 0-64 0 0,0 0 64 0 0,0 3-64 0 0,1 0 0 0 0,0 2 0 0 0,1 2 0 0 0,-1 3 0 0 0,-2 1 0 0 0,0 1 0 0 0,-1 2 0 0 0,0 2 0 0 0,-2 0 0 0 0,1 1 0 0 0,-1 3 0 0 0,-3-1-96 0 0,0 2 24 0 0,-1 0 0 0 0,-1 2 0 0 0,-2 1-48 0 0,1-1-8 0 0,-3-1 0 0 0,2 1 0 0 0,-1 2 56 0 0,0-1 8 0 0,1 3 0 0 0,-2-4 0 0 0,3-2 64 0 0,-2-2 0 0 0,2 2 0 0 0,1-1-64 0 0,-1 0 64 0 0,2-1 0 0 0,2-2 0 0 0,-1 1 0 0 0,1 1 0 0 0,0-1 0 0 0,3-2 0 0 0,0-2 0 0 0,1-1 0 0 0,3-2 88 0 0,-1-7-88 0 0,1 2 96 0 0,-1 2-32 0 0,1 1 0 0 0,0-6 0 0 0,2 2 0 0 0,-1 1-64 0 0,1-1 64 0 0,1-2-64 0 0,-2-1 64 0 0,1 1-64 0 0,-1 2 64 0 0,1 1-64 0 0,-1 0 64 0 0,0 1-64 0 0,-2 1 80 0 0,1 3-80 0 0,1-1 80 0 0,-1 2-16 0 0,-1 0-64 0 0,1 1 96 0 0,-1 1-32 0 0,-1 1-64 0 0,-1 0 0 0 0,-2 2 0 0 0,0-1 64 0 0,-1 2-64 0 0,-1 1 0 0 0,0 0 0 0 0,-2 1 0 0 0,0 1 0 0 0,-2-1 0 0 0,-1 2 0 0 0,1-1 0 0 0,-2 1-96 0 0,-1-2 96 0 0,0 0-96 0 0,-1 1 96 0 0,1 2-72 0 0,-4-2 72 0 0,2-3 0 0 0,-3 1 0 0 0,2 2 0 0 0,-1 0 0 0 0,2-1 0 0 0,0-1 0 0 0,3 0 0 0 0,-2-3 0 0 0,0-1 0 0 0,2 0 0 0 0,0-1 0 0 0,1-1 0 0 0,1-3 0 0 0,-1 0 0 0 0,2 3 0 0 0,0 1 0 0 0,-1 0 0 0 0,2-1 0 0 0,2 0-128 0 0,-1-3 0 0 0,3-2 0 0 0,0 3-9280 0 0</inkml:trace>
  <inkml:trace contextRef="#ctx0" brushRef="#br0" timeOffset="59">2491 5078 1375 3262 3400,'0'0'128'0'0,"-1"-2"-128"0"0,1 1 0 0 0,0 1 0 0 0,0-1 296 0 0,-1 0 40 0 0,-1-1 8 0 0,0-3 0 0 0,0 1 352 0 0,-2-2 72 0 0,0 0 8 0 0,0 0 8 0 0,1 1-32 0 0,-2 2-8 0 0,0 1 0 0 0,0 0 0 0 0,-1 0 16 0 0,-1 1 0 0 0,2 2 0 0 0,-4 1 0 0 0,2 0-144 0 0,-2 1-24 0 0,1 2-8 0 0,0 1 0 0 0,0-1-328 0 0,-1 1-72 0 0,1 2-16 0 0,-1 0 0 0 0,2 0-168 0 0,0 0 64 0 0,1 0-64 0 0,1-1 0 0 0,1 0 0 0 0,1 0 0 0 0,1-1 0 0 0,2 0 0 0 0,0-1 0 0 0,0-1 64 0 0,2-1-64 0 0,0 2 0 0 0,3-1 176 0 0,0-2 0 0 0,2 1 0 0 0,0-2 0 0 0,2 0 144 0 0,2-2 32 0 0,1 1 8 0 0,1-2 0 0 0,-2 0-128 0 0,2-3-24 0 0,-1 1-8 0 0,1-3 0 0 0,-3 2-72 0 0,0-1-8 0 0,-2 1-8 0 0,-2-1 0 0 0,-2 0-112 0 0,-3 0 88 0 0,1 0-88 0 0,-4 1 80 0 0,0-2-80 0 0,-3 0 80 0 0,1 0-80 0 0,-2-1 80 0 0,0 1-8 0 0,-2 2 0 0 0,1-2 0 0 0,-2 3 0 0 0,1-1-8 0 0,-1 2 0 0 0,0-1 0 0 0,1 3 0 0 0,0 0-64 0 0,1 2 80 0 0,0 0-80 0 0,0 3 80 0 0,0-1-80 0 0,0 2 96 0 0,2 1-96 0 0,-2 1 96 0 0,0 2-8 0 0,1 0 0 0 0,0 1 0 0 0,2 2 0 0 0,-1-1-88 0 0,1 1 80 0 0,2-3-80 0 0,0 1 80 0 0,2 1 0 0 0,0-2 0 0 0,2 0 0 0 0,0 0 0 0 0,3-1-8 0 0,1 0 0 0 0,-1-2 0 0 0,2 0 0 0 0,0-2 24 0 0,2-1 8 0 0,0-2 0 0 0,0-1 0 0 0,-2-1 24 0 0,2-2 0 0 0,0 0 0 0 0,0-3 0 0 0,0-1-24 0 0,0 1 0 0 0,0-3 0 0 0,-4 0 0 0 0,0 1-104 0 0,-1-1 72 0 0,-1-2-72 0 0,-2-1 64 0 0,-1 1-64 0 0,-1-1 0 0 0,-2 2 72 0 0,-1-1-72 0 0,-2 1 0 0 0,0 2 0 0 0,-1 0 0 0 0,-2 1 0 0 0,2 1 0 0 0,-2 1 0 0 0,0 3 0 0 0,-1 1 0 0 0,0 1 0 0 0,-1 3-120 0 0,-1 0 24 0 0,3 1 0 0 0,-2 1 0 0 0,1 1 8 0 0,0 1 0 0 0,1 0 0 0 0,2 0 88 0 0,2 0 0 0 0,0 3 0 0 0,1-2 0 0 0,1 1 0 0 0,2-2 0 0 0,0 1 0 0 0,2 0 0 0 0,1 0 0 0 0,0 0 0 0 0,2 1 0 0 0,2 0 0 0 0,-1-3 0 0 0,1 1 72 0 0,2 0-72 0 0,0-1 80 0 0,2-3 16 0 0,-1 0 0 0 0,1-1 0 0 0,1-2 0 0 0,1-1-16 0 0,-1-1 0 0 0,1-2 0 0 0,0-1 0 0 0,-1 0-16 0 0,-1-2-64 0 0,1 0 96 0 0,-2-1-32 0 0,0-1-64 0 0,-2 0 0 0 0,0-2 0 0 0,-2-1 64 0 0,-2 2-64 0 0,-2 0 0 0 0,-1 1 0 0 0,-2 0 64 0 0,0 0-64 0 0,-3 2 0 0 0,-1-2 0 0 0,-2 2 0 0 0,0 3 0 0 0,0-1 0 0 0,-1 3 0 0 0,-2 2 0 0 0,2 1-112 0 0,0 2 40 0 0,-1 4 8 0 0,-1-2 0 0 0,0 4 64 0 0,0 0-80 0 0,2 3 80 0 0,0-1-80 0 0,2 1 80 0 0,2-2 0 0 0,1-1 0 0 0,2 0 0 0 0,1 2 0 0 0,1-2 0 0 0,3 1 64 0 0,1-3-64 0 0,3 2 0 0 0,0-4 0 0 0,4 1 0 0 0,0-1 64 0 0,2-2-64 0 0,0 0 0 0 0,-1-1 0 0 0,2-1 0 0 0,1 0-232 0 0,1 0-88 0 0</inkml:trace>
  <inkml:trace contextRef="#ctx0" brushRef="#br0" timeOffset="60">1879 4315 1839 3116 3172,'0'-4'160'0'0,"-1"1"-160"0"0,-1-1 0 0 0,2 2 0 0 0,0 1 544 0 0,0-1 80 0 0,0-3 16 0 0,-2-3 0 0 0,0-2 288 0 0,-1-1 56 0 0,-2 2 8 0 0,-1 1 8 0 0,2 2-152 0 0,-3 3-32 0 0,-2 1-8 0 0,0 2 0 0 0,0 2-216 0 0,-2 1-48 0 0,-2 2 0 0 0,0 2-8 0 0,2 0-248 0 0,-2 2-40 0 0,1 0-16 0 0,1 3 0 0 0,2-2-24 0 0,2 2-8 0 0,2-1 0 0 0,2 0 0 0 0,0-1-64 0 0,2 1-8 0 0,-1 1-8 0 0,2-2 0 0 0,2 0 96 0 0,0 0 16 0 0,1-2 8 0 0,2 0 0 0 0,1-1 32 0 0,1-2 8 0 0,2-1 0 0 0,1-1 0 0 0,1-1-32 0 0,1-4-8 0 0,1 2 0 0 0,0-5 0 0 0,1 0-16 0 0,1-2-8 0 0,-1 0 0 0 0,0-2 0 0 0,-3 2-104 0 0,0-1-16 0 0,-3 0-8 0 0,0 0 0 0 0,-3-1-88 0 0,-1 1 0 0 0,-1 0 0 0 0,-3 0 0 0 0,0 0 0 0 0,-2-2 0 0 0,0 3 64 0 0,-3 0-64 0 0,1-2 0 0 0,-3 2 0 0 0,0 0 0 0 0,-1 2 0 0 0,0 1 0 0 0,0 1 0 0 0,1 2 0 0 0,-1 2 0 0 0,-1 0 0 0 0,3 3 0 0 0,-1-1 0 0 0,0 1 64 0 0,0 1-64 0 0,2 1 96 0 0,-1 1-96 0 0,0 0 96 0 0,1 0 40 0 0,2 0 16 0 0,1-1 0 0 0,2 1 0 0 0,0-1-56 0 0,1 0 0 0 0,2-2-8 0 0,1 1 0 0 0,1-1-88 0 0,2-2 0 0 0,2-1 0 0 0,-2 0 0 0 0,2-1-224 0 0,0-1-32 0 0,3-2 0 0 0,0 1-8 0 0,0-1-1264 0 0,0-1-248 0 0,-1 1-48 0 0,-2-1-16 0 0</inkml:trace>
  <inkml:trace contextRef="#ctx0" brushRef="#br0" timeOffset="61">1118 4228 1375 3216 3245,'-3'1'128'0'0,"0"0"-128"0"0,0 0 0 0 0,3 0 0 0 0,-2 0 560 0 0,-1 2 88 0 0,-3 0 24 0 0,-2 3 0 0 0,-3 2 288 0 0,1 0 64 0 0,1 0 16 0 0,2-1 0 0 0,1-2-144 0 0,4 0-24 0 0,1 0-8 0 0,1-2 0 0 0,2 0-96 0 0,2 0-32 0 0,3-2 0 0 0,-1-1 0 0 0,5-1-192 0 0,-1-2-32 0 0,1 1-16 0 0,-2 0 0 0 0,-1 0-152 0 0,0-1-32 0 0,-1-1-8 0 0,0-1 0 0 0,0 0-224 0 0,-1 1-80 0 0,-1-1 0 0 0,0 0 72 0 0,-2 0-72 0 0,-2-1 0 0 0,0 2 0 0 0,-2-1 0 0 0,0 1 0 0 0,-2 0 0 0 0,-2 0 0 0 0,-1-2 64 0 0,-2 1-64 0 0,0-1 0 0 0,-2 3 0 0 0,1-1 0 0 0,-2 2 80 0 0,1 0-80 0 0,1 2 96 0 0,-2 1-96 0 0,2 2 0 0 0,1-1 0 0 0,0 2 0 0 0,1 0 0 0 0,-1 0 80 0 0,1 1-80 0 0,2 1 64 0 0,-1 0-64 0 0,1 1 112 0 0,0-1-16 0 0,1 2-8 0 0,-1 1 0 0 0,3-2 64 0 0,1 2 8 0 0,1 1 8 0 0,0-1 0 0 0,2-1-8 0 0,2-1 0 0 0,0 0 0 0 0,1-1 0 0 0,2-1 16 0 0,1 0 0 0 0,1-1 0 0 0,0-2 0 0 0,1 0-16 0 0,2-2 0 0 0,-1 0 0 0 0,2-2 0 0 0,-2 0-56 0 0,-1-2-8 0 0,-1 1-8 0 0,0-3 0 0 0,0 0-24 0 0,0-2-64 0 0,-3 0 96 0 0,-1 0-32 0 0,0 0-64 0 0,-3-2 0 0 0,0 1 0 0 0,-2 0 0 0 0,-1 0 0 0 0,-2 0 0 0 0,-1-1 0 0 0,-3 0 0 0 0,0 1 64 0 0,-2 0-64 0 0,-1 2 64 0 0,-1 1-64 0 0,-1 2 0 0 0,0 2 0 0 0,0 2 0 0 0,0 3 0 0 0,-1 1 0 0 0,2 2 0 0 0,1 1 0 0 0,1 1 0 0 0,-1 1 0 0 0,0 2-88 0 0,2 1 88 0 0,0 0-64 0 0,2 0 64 0 0,1-3 0 0 0,3 3 0 0 0,2-1 0 0 0,1-1 0 0 0,3-2 0 0 0,0-1 0 0 0,2-1 0 0 0,2-1-288 0 0,1-1-8 0 0,4-2-8 0 0,1-2-5376 0 0,2 0-1072 0 0</inkml:trace>
  <inkml:trace contextRef="#ctx0" brushRef="#br0" timeOffset="62">151 4020 2303 3358 3476,'0'-3'200'0'0,"0"1"-200"0"0,0 0 0 0 0,-1 0 0 0 0,0 1 480 0 0,0 0 48 0 0,-1-2 16 0 0,-4-3 0 0 0,-2-1 8 0 0,-1 1 8 0 0,-2 3 0 0 0,1 2 0 0 0,0 1-176 0 0,1 1-40 0 0,0 2-8 0 0,0 3 0 0 0,2 1-16 0 0,0 0-8 0 0,2 1 0 0 0,-2 1 0 0 0,2-1 112 0 0,2 1 24 0 0,0 2 8 0 0,1 0 0 0 0,2-2 88 0 0,3 2 24 0 0,1-1 0 0 0,2-1 0 0 0,1-1-72 0 0,0 0-16 0 0,5-1 0 0 0,1-1 0 0 0,1-1-40 0 0,0-2-16 0 0,3-1 0 0 0,0-3 0 0 0,0 0-144 0 0,2-2-32 0 0,-1-2-8 0 0,0-2 0 0 0,-2 1-64 0 0,0-1-16 0 0,-2-2 0 0 0,-1 0 0 0 0,-2 1-72 0 0,-2-2-24 0 0,-2 3 0 0 0,-3-3 0 0 0,-1 1-64 0 0,-3-1 0 0 0,0 2 0 0 0,-5-1 0 0 0,1 0 0 0 0,-3 2 0 0 0,0 0 64 0 0,-2 0-64 0 0,-2 0 0 0 0,-1 2 0 0 0,2 1 0 0 0,-2-1 0 0 0,1 3-224 0 0,-2-1 24 0 0,3 3 0 0 0,-2 0 0 0 0,3 3 8 0 0,-1-1 8 0 0,0 3 0 0 0,1-1 0 0 0,-1 1 88 0 0,1 2 24 0 0,0 0 0 0 0,1 1 0 0 0,-1 1 136 0 0,2-1 32 0 0,0 1 8 0 0,2 0 0 0 0,1 1 160 0 0,0-1 32 0 0,3 0 8 0 0,-1 0 0 0 0,2 0-72 0 0,2-2-8 0 0,1 2-8 0 0,1-3 0 0 0,1 1 40 0 0,1-1 0 0 0,1-2 8 0 0,1 1 0 0 0,1-3-88 0 0,3 0-16 0 0,2-4-8 0 0,0 0 0 0 0,0-1-16 0 0,0-2 0 0 0,2-1 0 0 0,-1-1 0 0 0,1 0-136 0 0,-2-2 80 0 0,0 0-80 0 0,-4-1 64 0 0,1-1-64 0 0,-4 1 0 0 0,-2-2 0 0 0,-1 0 0 0 0,-2 1 0 0 0,-2 1 0 0 0,-2-1 64 0 0,-3 0-64 0 0,-1 1 0 0 0,-2 0 0 0 0,-3 0 0 0 0,-1 2 0 0 0,0 3 0 0 0,-2-1 0 0 0,-1 3 0 0 0,-1 1 0 0 0,1 4 0 0 0,0 1 0 0 0,0 1-96 0 0,1 5 96 0 0,0 1 0 0 0,2 0 0 0 0,0 3 0 0 0,2-1 0 0 0,2 2 0 0 0,1 0 0 0 0,2 1 0 0 0,5-3 0 0 0,0-1 0 0 0,2 0 0 0 0,3-1 0 0 0,3 0 0 0 0,4 0-624 0 0,4-1-64 0 0</inkml:trace>
  <inkml:trace contextRef="#ctx0" brushRef="#br0" timeOffset="63">8141 7791 2759 2545 3441,'0'-2'248'0'0,"0"2"-248"0"0,0-2 0 0 0,0 1 0 0 0,0 0 0 0 0,0 1-80 0 0,0-2 0 0 0,-1-3 0 0 0,0 0 584 0 0,-1 0 112 0 0,-1 1 24 0 0,-1-1 8 0 0,-1 3-216 0 0,1-1-48 0 0,-3 2 0 0 0,0 0-8 0 0,-2 1-136 0 0,0 0-24 0 0,-1 2-8 0 0,1-1 0 0 0,-1 1-72 0 0,0-2-8 0 0,0 2-8 0 0,1-1 0 0 0,0 0 104 0 0,1 0 16 0 0,1 1 8 0 0,0 0 0 0 0,0 0 56 0 0,1 1 16 0 0,1 2 0 0 0,0-1 0 0 0,3 1 16 0 0,0 1 8 0 0,2-1 0 0 0,0 2 0 0 0,0 2 72 0 0,3-2 8 0 0,0 2 8 0 0,2-3 0 0 0,3 3-48 0 0,0-1-16 0 0,3-2 0 0 0,0 1 0 0 0,1-3 32 0 0,4-1 8 0 0,0-1 0 0 0,2-2 0 0 0,0-3-88 0 0,2-1-8 0 0,1-3-8 0 0,-1-1 0 0 0,-1-2-80 0 0,1 0-24 0 0,-2 0 0 0 0,-4-3 0 0 0,0 3-72 0 0,-4-1-8 0 0,-2 1-8 0 0,-4-1 0 0 0,0 0-112 0 0,-4 0 0 0 0,-2 0 64 0 0,-2 2-64 0 0,1 1 0 0 0,-4 0 0 0 0,-4 0 0 0 0,-2 1-80 0 0,1 1 8 0 0,-3 2 0 0 0,-2 1 0 0 0,1 0 0 0 0,1 2-88 0 0,-1 0-8 0 0,0 2-8 0 0,2 1 0 0 0,-2 2 96 0 0,1 0 80 0 0,0 2-104 0 0,-2 0 40 0 0,4 1 64 0 0,-1 2 0 0 0,2-1 0 0 0,1 0 0 0 0,2 1 0 0 0,1 2 96 0 0,2-2 0 0 0,2 0-8 0 0,2 1 40 0 0,1-1 16 0 0,4 0 0 0 0,0 1 0 0 0,3-1 32 0 0,1-1 8 0 0,2 0 0 0 0,1-1 0 0 0,0-2 72 0 0,1-2 24 0 0,-2 1 0 0 0,3-3 0 0 0,2-1-72 0 0,3-3-16 0 0,0 0 0 0 0,1-3 0 0 0,0 0-88 0 0,-2-2-16 0 0,2 0-8 0 0,-2-1 0 0 0,-1-1-80 0 0,-1 1 80 0 0,-3-2-80 0 0,-1 1 80 0 0,-4 1-80 0 0,-1 0 0 0 0,-3-3 0 0 0,-2 2 0 0 0,-2-1 64 0 0,-3 2-64 0 0,-1 1 64 0 0,-1 1-64 0 0,-2 1 0 0 0,-3 3 0 0 0,1 1 0 0 0,-2 2 0 0 0,2 1-80 0 0,-1 1-32 0 0,-1 2-8 0 0,-1 3 0 0 0,3-1 48 0 0,1 1 8 0 0,-1 1 0 0 0,3-1 0 0 0,0 1-8 0 0,2-1 0 0 0,2 1 0 0 0,0-1 0 0 0,3 0-344 0 0,0 0-72 0 0,2 0-16 0 0,3 0-7368 0 0</inkml:trace>
  <inkml:trace contextRef="#ctx0" brushRef="#br0" timeOffset="64">8088 7880 3223 2427 3255,'-2'0'288'0'0,"0"0"-288"0"0,1 0 0 0 0,0 0 0 0 0,1 2 584 0 0,-1-1 64 0 0,-3 1 16 0 0,0 4 0 0 0,-2 2 136 0 0,-2 3 24 0 0,-1 6 8 0 0,0 2 0 0 0,2 3-72 0 0,-2 3-16 0 0,0 7 0 0 0,-1 0 0 0 0,-1 6-32 0 0,0-1-8 0 0,0 4 0 0 0,-1-1 0 0 0,-1 2-104 0 0,1 1-24 0 0,-2-2-8 0 0,1 2 0 0 0,-2 0-88 0 0,0 2-8 0 0,-1 4-8 0 0,0 0 0 0 0,0 0-128 0 0,1-5-24 0 0,2-4-8 0 0,1 0 0 0 0,-1 1-88 0 0,1-1-24 0 0,3-10 0 0 0,2-1 0 0 0,0 3-32 0 0,-2-2 0 0 0,4-1-8 0 0,-2-2 0 0 0,0-1-32 0 0,1-3-8 0 0,-1-1 0 0 0,0-2 0 0 0,1-1 8 0 0,-1-1 0 0 0,0-2 0 0 0,1-1 0 0 0,0-2-24 0 0,-1-3-8 0 0,0 1 0 0 0,3-4 0 0 0,-2 0-24 0 0,2 0 0 0 0,1-3 0 0 0,-1-3 0 0 0,2 0-64 0 0,1-1 0 0 0,-1-1 72 0 0,0 0-72 0 0,2-1 0 0 0,-3 0 0 0 0,3-2 0 0 0,-1 1 64 0 0,0 1-64 0 0,-1-1 0 0 0,2 1-64 0 0,0 0 64 0 0,0 0-224 0 0,0 1-8 0 0,0 1 0 0 0,0 0 0 0 0,2 1-816 0 0,-1-1-160 0 0</inkml:trace>
  <inkml:trace contextRef="#ctx0" brushRef="#br0" timeOffset="65">7778 9178 4143 2875 3302,'-1'-8'368'0'0,"-1"5"-296"0"0,2 0-72 0 0,-2 0 0 0 0,2 0 448 0 0,-3 2 64 0 0,-1 1 24 0 0,0-1 0 0 0,-5-1 376 0 0,-4 1 80 0 0,-2 1 8 0 0,0 1 8 0 0,1 2-312 0 0,0 2-64 0 0,2 0-16 0 0,1 4 0 0 0,-1 0-112 0 0,3 1-24 0 0,1 1-8 0 0,1 2 0 0 0,1 0-112 0 0,3 0-16 0 0,0 0-8 0 0,3-2 0 0 0,3 1-48 0 0,-1-5-16 0 0,-1 0 0 0 0,3 0 0 0 0,2-1 40 0 0,4 0 8 0 0,-1-3 0 0 0,2-1 0 0 0,3 0-48 0 0,1-4-8 0 0,4 0 0 0 0,-1-4 0 0 0,2-1-96 0 0,-4-2-16 0 0,0 0-8 0 0,-2 0 0 0 0,-2-1-72 0 0,-3-1-8 0 0,-3 1-64 0 0,-3-1 96 0 0,-1 2-96 0 0,-5 0 0 0 0,-1 0 64 0 0,-4 0-64 0 0,-2 3 0 0 0,-1 0 0 0 0,-3 2 0 0 0,0 2 0 0 0,-5 2 0 0 0,0 0 0 0 0,0 4 0 0 0,-2 1 0 0 0,3 4 96 0 0,-1 0-32 0 0,2 1-64 0 0,0 2 96 0 0,0 0 0 0 0,5 1 0 0 0,-1 2 0 0 0,5-4 0 0 0,1 0-32 0 0,2-1 0 0 0,1 2-64 0 0,2-2 96 0 0,3 1-32 0 0,1 1-64 0 0,3-1 88 0 0,2-2-88 0 0,3-2 120 0 0,2 0-32 0 0,2-3-8 0 0,2-1 0 0 0,2-1 48 0 0,2-4 16 0 0,-1 0 0 0 0,2-3 0 0 0,-1-2-72 0 0,-2-2-8 0 0,0 0-64 0 0,-2-2 96 0 0,-4 1-96 0 0,-1-1 0 0 0,1-2 64 0 0,-4-1-64 0 0,-1-2 0 0 0,-4 2 0 0 0,-2 1 0 0 0,-3-1 0 0 0,1 1 0 0 0,-4 1 64 0 0,0-1-64 0 0,-4 1 0 0 0,-1 1 64 0 0,0 1-64 0 0,-2 3 0 0 0,0 1 72 0 0,-2 3-72 0 0,0 1 0 0 0,0 4 0 0 0,0 0 64 0 0,0 3-64 0 0,1 0 0 0 0,0 2 0 0 0,2 0 0 0 0,1 0 0 0 0,3 0 0 0 0,2-1 0 0 0,3-2 0 0 0,-1 1 0 0 0,4-2-72 0 0,1 1 72 0 0,3-2-104 0 0,3-1-480 0 0,3-1-96 0 0,1-1-24 0 0,2-3-5016 0 0,2 1-1000 0 0</inkml:trace>
  <inkml:trace contextRef="#ctx0" brushRef="#br0" timeOffset="66">8215 7934 919 2544 3465,'1'-10'80'0'0,"1"6"-80"0"0,-2-1 0 0 0,0 2 0 0 0,0 0 464 0 0,2 2 80 0 0,-2-1 8 0 0,0-1 8 0 0,1-1 264 0 0,0-2 48 0 0,-1 2 16 0 0,-1 0 0 0 0,1 2-48 0 0,-3 2-8 0 0,3 2 0 0 0,-3 2 0 0 0,3 1-344 0 0,0 2-72 0 0,-1 1-8 0 0,2-1-8 0 0,2 1-16 0 0,-1 2-8 0 0,2 1 0 0 0,2 1 0 0 0,1 2 24 0 0,0 2 8 0 0,1 2 0 0 0,2 2 0 0 0,0 3 72 0 0,0 0 8 0 0,0 4 8 0 0,0 2 0 0 0,-1-1-48 0 0,1 5-16 0 0,-2 0 0 0 0,1 3 0 0 0,-2 2-16 0 0,0 2-8 0 0,1 2 0 0 0,0 3 0 0 0,0 3-88 0 0,2 1-8 0 0,1 0-8 0 0,0 0 0 0 0,3-2-72 0 0,-1-5-8 0 0,1-3-8 0 0,0-6 0 0 0,-2-2-56 0 0,1-2-16 0 0,1 1 0 0 0,0-2 0 0 0,0 0-48 0 0,-1-2 0 0 0,0-2-8 0 0,1-1 0 0 0,-2-1 8 0 0,1-3 8 0 0,-2-1 0 0 0,0-2 0 0 0,-1-1 0 0 0,-1-3 0 0 0,-1-1 0 0 0,2-3 0 0 0,-4 0-32 0 0,1-2-8 0 0,-1 0 0 0 0,-3-4 0 0 0,1 1-64 0 0,-2-1 0 0 0,-1-2 72 0 0,-1 0-72 0 0,-1-2 0 0 0,0 0 0 0 0,-1-1 0 0 0,-2-3 64 0 0,-1 0-64 0 0,1-2 0 0 0,-3 0 64 0 0,0-1-64 0 0,-1 1 0 0 0,-1 2 0 0 0,0 0 0 0 0,-2 4 0 0 0,1 1 0 0 0,-4 2 0 0 0,0 3 0 0 0,0 3 0 0 0,-2 2 0 0 0,2 1 0 0 0,0 0 0 0 0,1 0 0 0 0,2 2 0 0 0,4 0 0 0 0,1-2 0 0 0,3 1 0 0 0,1-2 0 0 0,2-2 0 0 0,2 2 0 0 0,2-2 0 0 0,1 0 0 0 0,2-2 0 0 0,2 0 0 0 0,1-3-64 0 0,2-1 64 0 0,0-1 0 0 0,2-2 0 0 0,0-3 0 0 0,-1 1 0 0 0,-1-5 0 0 0,2 2 0 0 0,-1-2 0 0 0,-2-3 0 0 0,-2 1 0 0 0,0 2 0 0 0,-5 0-64 0 0,-1 1 64 0 0,-1 1 0 0 0,-4 2 0 0 0,0 1 0 0 0,-1 1 0 0 0,-3 1 0 0 0,1 2 0 0 0,-2 0 0 0 0,-2 2 0 0 0,2 1 0 0 0,0 1 0 0 0,2-1 0 0 0,1 0 0 0 0,2 1 0 0 0,1-1 0 0 0,1 1 0 0 0,1-1 0 0 0,1-1 0 0 0,3 1 0 0 0,-1-2 0 0 0,3 0 0 0 0,2-2 0 0 0,1 0 0 0 0,0-3 0 0 0,0 2 0 0 0,1-1 0 0 0,-3 0 0 0 0,0 0-96 0 0,-2-1-136 0 0,-2 2-32 0 0,0-2-8 0 0,-3 1 0 0 0,1-1-528 0 0,-2 1-96 0 0,0-1-32 0 0,0-2-7408 0 0</inkml:trace>
  <inkml:trace contextRef="#ctx0" brushRef="#br0" timeOffset="67">8372 7889 919 2476 3527,'-4'-4'80'0'0,"2"1"-80"0"0,-1-1 0 0 0,1 2 0 0 0,1 1 624 0 0,1-1 112 0 0,-1 0 16 0 0,0-1 8 0 0,-1-1 360 0 0,2-3 64 0 0,0 0 24 0 0,0 1 0 0 0,2 1-48 0 0,0 2-8 0 0,3 0 0 0 0,0 2 0 0 0,-1 1-336 0 0,3 1-72 0 0,2 3-8 0 0,1 2-8 0 0,3 2-240 0 0,1 0-40 0 0,-1 1-16 0 0,1 3 0 0 0,4 4-80 0 0,5 2-24 0 0,3 2 0 0 0,3 3 0 0 0,3 4-72 0 0,4 2-24 0 0,2 3 0 0 0,3 3 0 0 0,2 1-72 0 0,-1 1-8 0 0,2 3-8 0 0,0 1 0 0 0,-2 1-64 0 0,-4-5-16 0 0,-2-5 0 0 0,4 3 0 0 0,7 1-64 0 0,4-1 0 0 0,3 0 0 0 0,1-1 0 0 0,0 0 208 0 0,-1-2 0 0 0,-2 1 0 0 0,-7-3 0 0 0,-5-4-32 0 0,-3-2-8 0 0,-4-1 0 0 0,-4 0 0 0 0,-2-2-168 0 0,-4-1 0 0 0,-2-2 0 0 0,-3-2 0 0 0,-3 0 80 0 0,-1 0-16 0 0,0-2-64 0 0,0 2 96 0 0,-1-3 0 0 0,-3-2-8 0 0,0-2 0 0 0,-1-2 0 0 0,-4 0-24 0 0,1-2 0 0 0,0-1 0 0 0,-2-1 0 0 0,0 1 24 0 0,-1-2 0 0 0,2 1 0 0 0,-2-1 0 0 0,0 0-16 0 0,1 0 0 0 0,1 0 0 0 0,-2-1 0 0 0,2 1-72 0 0,-3-1 0 0 0,2 0 72 0 0,-1 0-72 0 0,-1-1 0 0 0,1 1 0 0 0,-1-1 0 0 0,0 1 0 0 0,-1-1 0 0 0,2 0 0 0 0,-1 0 0 0 0,0 0 0 0 0,1-1 0 0 0,-2 1 0 0 0,1-1 0 0 0,-1 0 0 0 0,1 0 0 0 0,0 0 0 0 0,-1-2 0 0 0,0 2 0 0 0,-1-2 0 0 0,0-1 0 0 0,-1 1 0 0 0,1-1 0 0 0,-1-1 0 0 0,-1 1 0 0 0,-1-1 0 0 0,-1 1 0 0 0,-1 1 0 0 0,-2 0 0 0 0,-2 3 0 0 0,-4 0 0 0 0,-2 3 0 0 0,0 1 0 0 0,-2 3 0 0 0,-2 1 0 0 0,-3 2 0 0 0,-1 2 0 0 0,1 3 0 0 0,1-1 0 0 0,1 2 0 0 0,2-2 0 0 0,2 2 0 0 0,4-1 0 0 0,2-1 0 0 0,4-3 0 0 0,4-1 0 0 0,1-1 0 0 0,3-2 0 0 0,3-1 0 0 0,2-1 0 0 0,2-2 0 0 0,3-1 0 0 0,2-2 0 0 0,4-1 0 0 0,0-3 0 0 0,4 2 0 0 0,-1-5 0 0 0,3-2 0 0 0,-2 0 0 0 0,-3 2 0 0 0,0-4 0 0 0,-3 1 0 0 0,-4-1 64 0 0,-1 0-64 0 0,-5 0 0 0 0,-1 1-64 0 0,-3 1 64 0 0,0 2-72 0 0,-5 0 72 0 0,0 0-80 0 0,-3 1 80 0 0,-1 2 0 0 0,-2 1-72 0 0,-1 2 72 0 0,-2 2 0 0 0,-1 2 0 0 0,-4 1 0 0 0,1 2 0 0 0,-1 1 0 0 0,1 2 0 0 0,0-1 0 0 0,1 3 0 0 0,1 0 0 0 0,4-1 0 0 0,0 1 88 0 0,5-2-88 0 0,1-1 96 0 0,2 0-96 0 0,2-1 64 0 0,2 0-64 0 0,4-1 64 0 0,1-2-64 0 0,2-1 0 0 0,2-1 0 0 0,5-2 0 0 0,0-2 0 0 0,3-1 0 0 0,2-1 0 0 0,0-2 0 0 0,-1-1 0 0 0,-1-2 64 0 0,-2-1-64 0 0,-2 0 0 0 0,-4 0 0 0 0,-2-1 0 0 0,-5 2 0 0 0,-1 0 0 0 0,-3 1 0 0 0,-3 1 0 0 0,-1 1 0 0 0,-6 2 0 0 0,0-1-160 0 0,-5 3-56 0 0,-2 2-8 0 0,-3 1 0 0 0,1 2 352 0 0,-2 0 64 0 0,1 1 8 0 0,2 1 8 0 0,2 1-208 0 0,1-1 0 0 0,3 0 0 0 0,2-1 0 0 0,1 3 0 0 0,2-3-88 0 0,1 1 24 0 0,2-1 0 0 0,1 0-264 0 0,1-1-56 0 0,0 1 0 0 0,4-2-8864 0 0</inkml:trace>
  <inkml:trace contextRef="#ctx0" brushRef="#br0" timeOffset="68">6908 8729 455 2681 3491,'0'-4'0'0'0,"0"1"0"0"0,2 1 0 0 0,-2 0 0 0 0,0 1 256 0 0,0-1 0 0 0,2-2 8 0 0,-1-1 0 0 0,0 0 120 0 0,2-5 32 0 0,-1-2 0 0 0,-1 0 0 0 0,0 1 80 0 0,-1 0 16 0 0,-1 0 8 0 0,1 1 0 0 0,-1-1 96 0 0,-1 2 24 0 0,2 1 0 0 0,-2 0 0 0 0,1 0 248 0 0,0 2 48 0 0,0 2 16 0 0,-1 0 0 0 0,2 2-56 0 0,-2 1 0 0 0,2 1-8 0 0,-2 2 0 0 0,0 1-200 0 0,-3 3-40 0 0,0 4-8 0 0,-4 4 0 0 0,-3 5-264 0 0,-1 2-56 0 0,-1 5-16 0 0,-1 1 0 0 0,-2 2-80 0 0,-3 2-24 0 0,-5 5 0 0 0,1-1 0 0 0,3-5 72 0 0,-6 5 16 0 0,-3 7 0 0 0,-2 1 0 0 0,0 5 16 0 0,-1-1 8 0 0,3-1 0 0 0,2-4 0 0 0,2-4-88 0 0,3-4-24 0 0,3 0 0 0 0,4-5 0 0 0,2-4-96 0 0,0 2-16 0 0,1 1-8 0 0,1 0 0 0 0,1 0-16 0 0,2-1-64 0 0,1-3 96 0 0,1-2-32 0 0,3-2 0 0 0,-1-1 0 0 0,3-4 0 0 0,1-3 0 0 0,1-2-64 0 0,2-3 80 0 0,0-3-80 0 0,2-1 80 0 0,-1-2-80 0 0,2-2 0 0 0,1-3 0 0 0,1-3 0 0 0,0-3 0 0 0,2-3 0 0 0,-2-2 0 0 0,0-1 64 0 0,-1-1-64 0 0,-1-3 0 0 0,-3 0 0 0 0,0 1 0 0 0,-2 1-64 0 0,-2-2-32 0 0,-2 2-8 0 0,-1 0 0 0 0,-4 6-24 0 0,0 3-8 0 0,0 3 0 0 0,-3 4 0 0 0,-3 3 40 0 0,-4 4 16 0 0,1 2 0 0 0,-2 4 0 0 0,-3 3 80 0 0,1 2-80 30-18,-1 2 80-1 0,3 3-80-1-1,3-1 80-28 19,1 1 0 0 0,2 1 64 0 0,2-1-64 0 0,5-3 96 0 0,2 0-24 0 0,2-4 0 26-18,3-1 0-26 18,3-1 0 0 0,1-2 0 0 0,2-2 0 0 0,3-1 0 0 0,0-3-8 0 0,3-4-64 0 0,2 0 96 26-18,0-2-32-26 18,2 0 0 0 0,-2-3-64 0 0,2 0 96 0 0,1-4-32 0 0,-3-1-64 0 0,0 0 64 0 0,-5 2-64 0 0,0-2 64 0 0,-2 3-64 27-20,-2-3 0-27 20,-1 4 0 0 0,-3-3 0 0 0,-2 4 0 0 0,-3-1 0 0 0,1 1 0 0 0,-2 1 0 0 0,1 0 0 0 0,-2 1 0 0 0,-1-1 0 0 0,2 1 0 0 0,1 1 0 0 0,1-2-112 0 0,-1 1 16 0 0,1-2 0 0 0,3 1-360 0 0,0-1-72 0 0,3-2-16 0 0,1-1-8320 0 0</inkml:trace>
  <inkml:trace contextRef="#ctx0" brushRef="#br0" timeOffset="69">6120 8282 5063 2858 3481,'2'-2'448'0'0,"-1"-1"-352"0"0,0 1-96 0 0,-2 1 0 0 0,1 1 736 0 0,0-1 128 0 0,0-2 24 0 0,-1 0 8 0 0,-4 0 192 0 0,-1 0 32 0 0,-5 6 16 0 0,-1 2 0 0 0,-1 6-464 0 0,-3 2-88 0 0,-3 3-16 0 0,-1 5-8 0 0,-3 3-104 0 0,-1 6-16 0 0,-3 2-8 0 0,-3 6 0 0 0,-2 1-32 0 0,-2 2-8 0 0,1 2 0 0 0,1 1 0 0 0,-1 0 0 0 0,1-3 0 0 0,3 2 0 0 0,1-8 0 0 0,7-7-40 0 0,-1 2 0 0 0,0 0-8 0 0,-1 2 0 0 0,2 0-120 0 0,-1-1-32 0 0,1 1 0 0 0,1 0 0 0 0,2-2-96 0 0,0-3-32 0 0,2 0 0 0 0,0-2 0 0 0,3-2 0 0 0,1-3-64 0 0,-2 1 96 0 0,1-2-32 0 0,2-1-64 0 0,3-4 0 0 0,2-2 0 0 0,2-1 0 0 0,1-3 0 0 0,0-1 0 0 0,2-3 0 0 0,1-2 0 0 0,1-2 0 0 0,2-4 0 0 0,2-3 64 0 0,1-4-64 0 0,2-3 64 0 0,-1-2-64 0 0,1 0 96 0 0,-1-2-32 0 0,0-2-64 0 0,-3-1 0 0 0,0 2 0 0 0,-3 0 0 0 0,-2 3 0 0 0,-3 1 0 0 0,1 2 0 0 0,-4 4 0 0 0,1 2 0 0 0,1 2-88 0 0,-2 3 88 0 0,-1 2-64 0 0,-1 7 64 0 0,-2 0-104 0 0,2 2 40 0 0,-1 4 64 0 0,-2 1-80 0 0,2 2 80 0 0,0 0 0 0 0,2 2-72 0 0,-1-2 72 0 0,4-2 0 0 0,0 2 0 0 0,3-3 0 0 0,0-1 0 0 0,4-2 0 0 0,1-2 0 0 0,1-2 0 0 0,2-1 0 28-19,1-2 0-28 19,1-2 0 0 0,2-3 0 0 0,1 0 0 0 0,1-4 0 0 0,2-1 0 0 0,-2-2 0 0 0,-1-1 0 0 0,0 1 0 0 0,-2-1 0 0 0,-3 0 0 0 0,-1 1 0 0 0,-3-1 0 0 0,-2 2 0 0 0,-4 0 0 0 0,0 1 0 0 0,-3 0 0 0 0,-1 1 0 0 0,-3 2 0 0 0,1 0 0 26-18,-2 3 0-26 18,-2 1 0 0 0,1 3 0 0 0,-1 0 0 0 0,1 3 0 0 0,1 2 0 0 0,0 0 0 0 0,2 1 0 0 0,0 2 0 0 0,-1 0 0 0 0,1 1 0 0 0,2 2 0 0 0,2-1 0 0 0,3 0 0 0 0,2-1 0 0 0,1-3-96 0 0,1-2 16 0 0,0-2 8 0 0,2 1-6080 0 0,4-1-1216 0 0</inkml:trace>
  <inkml:trace contextRef="#ctx0" brushRef="#br0" timeOffset="70">6168 9715 1839 2950 3173,'1'-1'160'0'0,"-1"1"-160"0"0,0-1 0 0 0,0 0 0 0 0,0-1 528 0 0,1 2 72 0 0,1-4 8 0 0,-2-1 8 0 0,2-2 296 0 0,-1 0 56 0 0,0 2 16 0 0,0 0 0 0 0,1-1 80 0 0,-2 2 24 0 0,2 0 0 0 0,-2 0 0 0 0,0 1-48 0 0,2 0-8 0 0,-2 1 0 0 0,0 0 0 0 0,0 1-264 0 0,0 1-48 0 0,-2 1-16 0 0,0 3 0 0 0,-1 4-232 0 0,-1 4-56 0 0,-3 2 0 0 0,3 0-8 0 0,1-1-216 0 0,-3 4-48 0 0,-2 6-8 0 0,-2 7 0 0 0,0 5-24 0 0,-3 7-8 0 0,2 5 0 0 0,-1 2 0 0 0,-1-3 24 0 0,2-3 0 0 0,1-2 0 0 0,1-2 0 0 0,2-3-32 0 0,0-6-8 0 0,1-2 0 0 0,-1 3 0 0 0,0 4 8 0 0,0 2 0 0 0,0-2 0 0 0,-2 2 0 0 0,1 0 0 0 0,0-4 0 0 0,0-2 0 0 0,0-4 0 0 0,2-4-8 0 0,1-4 0 0 0,1-2 0 0 0,2-3 0 0 0,1-1-24 0 0,-1-3 0 0 0,4-2 0 0 0,-2-1 0 0 0,1-2-64 0 0,0-3 64 0 0,2-2-64 0 0,-3-2 64 0 0,3-3-64 0 0,-2-2 80 0 0,2-2-80 0 0,-1-2 80 0 0,2-2-16 0 0,-3-2-64 0 0,1 2 96 0 0,-2-3-32 0 0,-2-2-64 0 0,-1 0 0 0 0,-2 2 0 0 0,-1 2 0 0 0,-1 3-120 0 0,0 2 16 0 0,-2 2 0 0 0,-2 3 0 0 0,1 4 8 0 0,-3 3 0 0 0,0 3 0 0 0,1 2 0 0 0,-2 2 96 0 0,0 1-96 0 0,1 3 96 0 0,0 1-96 0 0,2-1 96 0 0,2 1 0 0 0,1 0 0 0 0,2-1-72 0 0,3-1 72 0 0,1-1 0 0 0,2-3 0 0 0,0 0 0 0 0,5-1 0 0 0,1 1 0 0 0,2-2 0 0 0,2-3 0 0 0,3-1 0 0 0,1-1 0 0 0,1-4 0 0 0,1 0 0 0 0,0-2 0 0 0,-1-1 0 0 0,-2-2 0 0 0,-1 0 0 0 0,1-2 0 0 0,-1 1-64 0 0,-3-2 64 0 0,-2 3-64 0 0,-2-2 64 0 0,-3 3 0 0 0,0-1 0 0 0,-4 1-64 0 0,-1 2 64 0 0,-3 0 0 0 0,-1 2 0 0 0,-2 1 0 0 0,0 2 0 0 0,-3 1 0 0 0,1 0 0 0 0,0 2 0 0 0,-2 1 0 0 0,-1 2 64 0 0,0 0-64 0 0,0 2 64 0 0,3 0-64 0 0,1-2 64 0 0,3 3-64 23-19,1-3 64-23 19,3-2-64 0 0,0 1 0 0 0,4 1 0 0 0,2-2 0 0 0,1-2 0 0 0,2-1 0 0 0,4-2 0 0 0,1 0 0 0 0,1-3-112 0 0,2 0-8 22-21,-1-1 0-22 21,2-2 0 0 0,2 1-608 0 0,1 0-120 0 0</inkml:trace>
  <inkml:trace contextRef="#ctx0" brushRef="#br0" timeOffset="71">7578 9344 3223 2594 3598,'-1'-2'288'0'0,"-1"-1"-288"0"0,2 2 0 0 0,0 1 0 0 0,0-1 864 0 0,-2-1 128 0 0,2 2 16 0 0,-2-3 8 0 0,0 1 264 0 0,-2 2 48 0 0,2 5 16 0 0,-2 4 0 0 0,1 3-440 0 0,0 6-80 0 0,-1 5-24 0 0,1 6 0 0 0,-1 3-104 0 0,1 5-24 0 0,-1 3-8 0 0,1 2 0 0 0,-1 0-200 0 0,1 0-40 0 0,1 2-8 0 0,-2-2 0 0 0,2 2-24 0 0,-1-4-8 0 0,0-2 0 0 0,1 3 0 0 0,2 0-120 0 0,-1-5-24 0 0,1 0-8 0 0,1-4 0 0 0,-1-4-104 0 0,0-3-16 0 0,2-1-8 0 0,-2-5 0 0 0,1-2-40 0 0,1-1 0 0 0,0-2-64 0 0,-1-3 96 0 0,-1-4-96 0 0,1 0 72 0 0,0 0-72 0 0,-1-3 64 0 0,0-2-64 0 0,0-2 0 0 0,2 3 72 0 0,-4-6-72 0 0,2 1 0 0 0,-1-4 72 0 0,0-2-72 0 0,-2-3 0 0 0,0-2 88 0 0,-1 0-88 0 0,-1 1 80 0 0,-3 1-80 0 0,1 3 0 0 0,-2 2 0 0 0,-1 2 0 0 0,-3 1 0 0 0,0 3 0 0 0,-3 3 0 0 0,0 3 0 0 0,-1-2 0 0 0,-1 6 0 0 0,2 1 0 0 0,3-1 0 0 0,0 1 0 0 0,4-2 0 0 0,1 1 0 0 0,0 0 0 0 0,2 2 0 0 0,2-1 0 0 0,3-2 0 0 0,2 2 0 0 0,3-3 0 0 0,2-1 0 0 0,2-1 0 0 0,2-3 0 0 0,3 0 0 0 0,1-5 0 0 0,3 0 0 0 0,1-1 0 0 0,-1-3 0 0 0,1-1 0 0 0,-4 1 0 0 0,-3 1 0 0 0,0-2 0 0 0,1 0 0 0 0,-1-2 0 0 0,-2-2 0 0 0,-2 1 0 0 0,-4 1 0 0 0,-4 3 0 0 0,-3 0 0 0 0,-1 3 0 0 0,-4 1 0 0 0,-4 1 0 0 0,-1 4 0 0 0,-4-1 0 0 0,2 2 0 0 0,2 0 0 0 0,2 1 0 0 0,-1-1 0 0 0,2 2 0 0 0,-2 0 72 0 0,3 1-72 0 0,1 0 64 0 0,2 0-64 0 0,2 0 0 0 0,3-1 0 0 0,2 0 64 0 0,2-2-64 0 0,3 0 0 0 0,2-2 0 0 0,3-1 0 0 0,4-2-176 0 0,1-2-24 0 0,3-1-8 0 0,0-2 0 0 0,1 1-880 0 0,2-4-184 0 0</inkml:trace>
  <inkml:trace contextRef="#ctx0" brushRef="#br0" timeOffset="72">8698 9148 3679 2183 3661,'4'-5'160'0'0,"-3"3"40"0"0,1 0-200 0 0,-1 1 0 0 0,1-1 0 0 0,-2 2 0 0 0,0-1 760 0 0,2 1 104 0 0,-1 0 32 0 0,1 1 0 0 0,0 3 192 0 0,-2 2 32 0 0,0 3 16 0 0,-3 3 0 0 0,1 4-48 0 0,0 0 0 0 0,-2 4-8 0 0,-1 3 0 0 0,2 2-208 0 0,-2 5-40 0 0,1 3 0 0 0,0 2-8 0 0,0 5-296 0 0,-1-1-56 0 0,1 2-16 0 0,-1-4 0 0 0,1-8-144 0 0,-1 3-32 0 0,1 1-8 0 0,-1 0 0 0 0,-2 0-112 0 0,2-1-32 0 0,-2 0 0 0 0,0 0 0 0 0,0 4-8 0 0,1-2-8 0 0,1 0 0 0 0,-1-3 0 0 0,2-1-112 0 0,1-2 0 0 0,1-3-72 0 0,-2-1 72 0 0,3-2 104 0 0,-1-2 72 0 0,0-2 16 0 0,0 0 0 0 0,0-3-192 0 0,-1-1 0 0 0,3-2 0 0 0,-2-1 64 0 0,2-2-64 0 0,-2-1 0 0 0,2-1 0 0 0,0-1 0 0 0,0-2 64 0 0,0-1-64 0 0,0-1 80 0 0,2-1-80 0 0,-2 0 64 0 0,0-1-64 0 0,2 0 0 0 0,-2-1 72 0 0,2 0-72 0 0,-1-1 0 0 0,-1 2 72 0 0,0 0-72 0 0,0 0 0 0 0,0 0 72 0 0,11-20-72 0 0,-11 15 0 0 0,-2-2 64 0 0,1 0-64 0 0,-1 0 0 0 0,-3 0 0 0 0,1-1 0 0 0,-2 2 0 0 0,-2 1 0 0 0,-1 2 0 0 0,-2 3 0 0 0,-1 1 0 0 0,-2 4 0 0 0,-1 0 0 0 0,-3 2 0 0 0,2 2 0 0 0,0-2-64 0 0,2 2 64 0 0,1 0 0 0 0,1 0 0 0 0,2-1 0 0 0,1 1 0 0 0,3-2 0 0 0,2 0 0 0 0,1 0 0 0 0,2 0 0 0 0,1-2 0 0 0,4 2 0 0 0,0-1 0 0 0,2-1 0 0 0,3-2 0 0 0,1-1 0 0 0,4-2 0 0 0,1 0 0 0 0,2-3 0 0 0,1-1 0 0 0,-2 0 0 0 0,2-1 0 0 0,2-4 0 0 0,-2 1 0 0 0,-1-1-80 0 0,-3 2 80 0 0,-3 1-72 0 0,-5 0 72 0 0,-3 3-96 0 0,-3-1 96 0 0,-4 4-64 0 0,-4-2 64 0 0,-3 4 0 0 0,-3 1 0 0 0,-4 1 0 0 0,0 2 0 0 0,-2 1 0 0 0,1-1 0 0 0,2 0 0 0 0,1 0 0 0 0,1-1 64 0 0,1 1-64 0 0,2-1 80 0 0,2 2-80 0 0,3-2 80 0 0,1-1-80 0 0,4 1 0 0 0,1-1 0 0 0,4 1 0 0 0,0-3 0 0 0,3 0-104 0 0,4-1-48 0 0,3-1-8 0 0,2-1-6328 0 0,2 0-1264 0 0</inkml:trace>
  <inkml:trace contextRef="#ctx0" brushRef="#br0" timeOffset="73">7392 10330 5703 2583 3261,'4'0'512'0'0,"-2"-2"-416"0"0,-2 2-96 0 0,2 0 0 0 0,-1-1 0 0 0,-1 1 0 0 0,0 0 0 0 0,0 0 0 0 0,1 0 0 0 0,0 0 0 0 0,-1 0 0 0 0,0 0 0 0 0,0 0 0 0 0,0 0 0 0 0,0 0 0 0 0,0 0 0 0 0,0 0 0 0 0,0 0 0 0 0,0 0 0 0 0,0 0 0 0 0</inkml:trace>
  <inkml:trace contextRef="#ctx0" brushRef="#br0" timeOffset="74">7437 10297 5623 2570 3261,'0'0'504'0'0,"0"-1"-408"0"0,0 1-96 0 0,0 0 0 0 0,2 0 384 0 0,-2-1 48 0 0,0 0 16 0 0,1 0 0 0 0,0-2 152 0 0,1 0 24 0 0,-1 0 8 0 0,-1 3 8 0 0,0 0 24 0 0,0 0 8 0 0,0 0 0 0 0,0 0 0 0 0,0 0-24 0 0,6-17-8 0 0,-3 15 0 0 0,-2 1 8 0 0,0-1-72 0 0,-1 2-24 0 0,0 0 0 0 0,0 0 8 0 0,-1 0-136 0 0,0 3-24 0 0,-3 0-8 0 0,-1 3 8 0 0,0 2-160 0 0,-4 3-32 0 0,-2 1-8 0 0,-1 6 8 0 0,-1 1-80 0 0,-3 7-24 0 0,-2 4 0 0 0,-1 4 8 0 0,-3 0-112 0 0,0 2 72 0 0,-2-1-72 0 0,-1 3 72 0 0,-2-1 32 0 0,2 0 8 0 0,1-2 0 0 0,2-4 8 0 0,2-5-16 0 0,2-1 0 0 0,0 0 0 0 0,0-1 8 0 0,2-1-40 0 0,-2-2-8 0 0,2 0 0 0 0,1-1 8 0 0,0-2 56 0 0,2 0 16 0 0,2-4 0 0 0,-2 0 16 0 0,2 0-72 0 0,0-2-16 0 0,2-1 0 0 0,1-1 0 0 0,1-4-72 0 0,2 0 96 0 0,0-2-96 0 0,3-2 96 0 0,0 1-96 0 0,2-3 0 0 0,2 0 0 0 0,0-3 64 0 0,1-2-64 0 0,3-2 0 0 0,2-3 0 0 0,1 0 0 0 0,-1-2 64 0 0,1-2-64 0 0,0 0 0 0 0,-4 0 64 0 0,0 3-64 0 0,-3-1-96 0 0,0 0 16 0 0,-2 3 8 0 0,-2-1-16 0 0,-1 3 0 0 0,-1 3 0 0 0,0 1 0 0 0,-2 5-88 0 0,-1 1-16 0 0,-2 5-8 0 0,-1 3 0 0 0,-2-1 64 0 0,1 3 8 0 0,0 1 8 0 0,1-1 0 0 0,2 0 120 0 0,1-2 0 0 0,1 1 0 0 0,0-2 0 0 0,3 2 0 0 0,0-3 0 0 0,3-1 0 0 0,2-1 0 0 0,-1-2 0 0 0,2 0 0 0 0,1-3 0 0 0,1 1 0 0 0,2-3 0 0 0,2-3 0 0 0,0 0 0 0 0,1-1 0 0 0,1-3 64 0 0,0 2-64 0 0,-2-2 0 0 0,-1 1 0 0 0,-1-1 64 0 0,-2 0-64 0 0,-2 1 0 0 0,-1 0 0 0 0,-2 1 0 0 0,0 1 0 0 0,-1-1 0 0 0,-1 0 0 0 0,1 2-280 0 0,0-1-8 0 0,-1 0 0 0 0,2-1 0 0 0,2 0-688 0 0,2-4-144 0 0</inkml:trace>
  <inkml:trace contextRef="#ctx0" brushRef="#br0" timeOffset="75">7478 10227 5815 2500 2998,'-3'-9'128'0'0,"3"4"24"0"0,-2 2 8 0 0,1 0 0 0 0,1 2-160 0 0,0 0 0 0 0,0 0 0 0 0,0 1 0 0 0,1 0 1232 0 0,1 0 208 0 0,0 3 48 0 0,0 3 8 0 0,1 2-480 0 0,1 1-96 0 0,1 4-24 0 0,0 2 0 0 0,2 2-168 0 0,0 2-40 0 0,2 1-8 0 0,2 3 0 0 0,1 3-232 0 0,1 2-40 0 0,1 0-16 0 0,-1 1 0 0 0,1 1-72 0 0,-1-1-24 0 0,2-1 0 0 0,-1 0 0 0 0,1 0-32 0 0,0-1-8 0 0,-3 1 0 0 0,1-3 0 0 0,-3-1-104 0 0,3 3-24 0 0,1 0-8 0 0,-1 2 0 0 0,1 0-48 0 0,-2-2-8 0 0,1 1 0 0 0,-1-2 0 0 0,1-1 8 0 0,-1 1 0 0 0,0-3 0 0 0,0-1 0 0 0,-1 0-8 0 0,-2-1 0 0 0,1-2 0 0 0,-3-4 0 0 0,-1-4-64 0 0,0 1 0 0 0,0 1 72 0 0,-1-1-72 0 0,0-3 0 0 0,0 0 72 0 0,-1-3-72 0 0,0-3 0 0 0,-1 1 104 0 0,0-3-32 0 0,1-2-8 0 0,-1-3 0 0 0,1-1 0 0 0,-1-2-64 0 0,-1-2 96 0 0,0 1-32 0 0,-2-2-64 0 0,-2 0 80 0 0,0-1-80 0 0,-2-1 80 0 0,-2 3-80 0 0,-2 1 0 0 0,-1 1 0 0 0,-3 1 0 0 0,-1 3 0 0 0,-1 1 0 0 0,1 5-64 0 0,-1-2 64 0 0,3 2 0 0 0,-1 1-88 0 0,1 3 88 0 0,0 1-64 0 0,2 0 64 0 0,4-1 0 0 0,0 0 0 0 0,3 0 0 0 0,2 0 0 0 0,0-1 0 0 0,4 1 0 0 0,2-3 0 0 0,2 1 0 0 0,1-1 0 0 0,3-1 0 0 0,-2-3 0 0 0,0 2 0 0 0,2-4 0 0 0,1 2 0 0 0,0-3 0 0 0,0 1-64 0 0,-2-2 64 0 0,-1 1-64 0 0,-2-1 64 0 0,-4 1-96 0 0,-2 1 16 0 0,-2-2 8 0 0,0 1 0 0 0,-4 1 72 0 0,-1-2 0 0 0,0 2-72 0 0,-1 1 72 0 0,1-1 0 0 0,-1 1 0 0 0,-3 2 0 0 0,-3 1 0 0 0,0 0 0 0 0,-1 1 0 0 0,0 1 0 0 0,1-1 0 0 0,4 2 0 0 0,0-1 0 0 0,4 1 0 0 0,-1-1 0 0 0,3-2 0 0 0,-1 1-88 0 0,3 1 88 0 0,1-1-64 0 0,2 1-296 0 0,0 0-56 0 0,1-1-16 0 0,-1-1-8624 0 0</inkml:trace>
  <inkml:trace contextRef="#ctx0" brushRef="#br0" timeOffset="76">7812 11125 1375 2413 2601,'0'0'128'0'0,"0"0"-128"0"0,0-1 0 0 0,0 1 0 0 0,0-1 744 0 0,0 1 128 0 0,0-1 24 0 0,0-1 8 0 0,0-1 312 0 0,0 1 56 0 0,0 0 8 0 0,0 2 8 0 0,0 0-80 0 0,0 0-24 0 0,0 0 0 0 0,0 0 0 0 0,0 0-392 0 0,0 0-88 0 0,0 0-8 0 0,0 0-8 0 0,0 0-288 0 0,3 19-56 0 0,-3-8-16 0 0,-1 2 0 0 0,-1 6-8 0 0,1 1 0 0 0,-1 5 0 0 0,0 3 0 0 0,0 0 0 0 0,-1 0 0 0 0,2 3 0 0 0,-1-1 0 0 0,-1-2-80 0 0,2 1-16 0 0,0-2-8 0 0,0-4 0 0 0,1 0-80 0 0,0-1-8 0 0,1-2-8 0 0,0-1 0 0 0,0 0-56 0 0,1-2 0 0 0,-2-2-64 0 0,1 0 96 0 0,-1 3-32 0 0,1 0-64 0 0,-2 0 88 0 0,1 0-88 0 0,0 0 112 0 0,-1-2-32 0 0,-1 0-8 0 0,2-2 0 0 0,-1 0 8 0 0,1-3 0 0 0,0 0 0 0 0,0-1 0 0 0,0-1-16 0 0,0-2-64 0 0,1-1 96 0 0,-1-3-32 0 0,2-2-64 0 0,-2-1 64 0 0,1 1-64 0 0,0 1 64 0 0,-1-2-64 0 0,0-2 0 0 0,0 4 0 0 0,0-2 64 0 0,0-3 0 0 0,0 1-64 0 0,0 2 96 0 0,0 0-32 0 0,0 0 32 0 0,0 0 0 0 0,0 0 0 0 0,-6-18 0 0 0,5 12-96 0 0,-1 0 0 0 0,0 2 0 0 0,-2-1 0 0 0,1 1 0 0 0,-2-1 0 0 0,-1-2-80 0 0,1-3 80 0 0,-4 1 0 0 0,-1 0 0 0 0,-3-3-64 0 0,4 3 64 0 0,2 2-96 0 0,-3-2 8 0 0,-3 0 0 0 0,-3-2 0 0 0,0 0 88 0 0,1 2-104 0 0,1 1 40 0 0,1 1 64 0 0,2 1-128 0 0,-1-1 32 0 0,3 3 0 0 0,-2-1 8 0 0,2 1 88 0 0,-2-1 0 0 0,3 0-72 0 0,-2 1 72 0 0,0-2 0 0 0,1 0 0 0 0,2 2-72 0 0,1 0 72 0 0,1 1 0 0 0,0-1 0 0 0,3 1 0 0 0,0-1 0 0 0,1 2 0 0 0,1 0 0 0 0,1 1 0 0 0,3-1 0 0 0,-1 2 0 0 0,4-3 0 0 0,1 2 0 0 0,1-2 0 0 0,1 1 0 0 0,4 0 0 0 0,2 1 0 0 0,3-3 0 0 0,2 2 80 0 0,0-1-80 0 0,1-1 80 0 0,0 2-80 0 0,1 0 72 0 0,-1-1-72 0 0,2 3 64 0 0,-1-2-64 0 0,0 2 0 0 0,-1 0 0 0 0,0 0 0 0 0,-1 0 0 0 0,-2 0 0 0 0,-1 2 0 0 0,-2 1 0 0 0,-2-1 0 0 0,-1 0 0 0 0,-2 2 0 0 0,-2-2 0 0 0,-2 1 0 0 0,0 1 0 0 0,0-2 0 0 0,0 1 0 0 0,-1 1 0 0 0,0 1 0 0 0,-2-2 0 0 0,1 2 64 0 0,0-1-64 0 0,-2 1 0 0 0,-1 0 0 0 0,0-2 0 0 0,0 1 0 0 0,-1 0 64 0 0,-2-1-64 0 0,-1 4 64 0 0,0-2-64 0 0,-2 3 96 0 0,-3 0-32 0 0,0 1 0 0 0,-1 0 0 0 0,-2-2 8 0 0,-1 2 0 0 0,-3 1 0 0 0,0 2 0 0 0,0 0-72 0 0,-1 1 96 0 0,-1-1-96 0 0,0 1 96 0 0,0 1-96 0 0,0 0 80 0 0,2-2-80 0 0,2 0 80 0 0,0 0-80 0 0,2 1 64 0 0,3 1-64 0 0,-1-3 64 0 0,3-4-64 0 0,1-2 0 0 0,1 2 0 0 0,0-3 0 0 0,3 0 0 0 0,-1-2 0 0 0,2 1 0 0 0,0-3 0 0 0,1 0-160 0 0,2 0-32 0 0,1-2 0 0 0,2-1-6448 0 0,0-1-1296 0 0</inkml:trace>
  <inkml:trace contextRef="#ctx0" brushRef="#br0" timeOffset="77">9873 9174 5703 2183 3536,'4'0'512'0'0,"-4"0"-416"0"0,0-2-96 0 0,0 1 0 0 0,0 1 0 0 0,-1 0 0 0 0,0-1 0 0 0,-1 0 0 0 0,-2-1 0 0 0,-1 0 0 0 0,1 0 0 0 0,1 0 0 0 0,-1 1 0 0 0,2-1 0 0 0,-1 0 0 0 0,2 2 0 0 0,-1-1 0 0 0,1 1 0 0 0,-2-1 0 0 0,2 1 0 0 0,1-1 0 0 0,-2 1 0 0 0,1-2 0 0 0,-2 1 0 0 0,1 1 0 0 0,0-1 0 0 0,-2 0 0 0 0,1 0 0 0 0,1 0 0 0 0,-2 0 0 0 0,1-1-96 0 0,-1 1 32 0 0,1 0 64 0 0,-1 0-96 0 0,2-1 96 0 0,-1 0 0 0 0,1 0 0 0 0,-1 1 0 0 0,1-1 104 0 0,0 0-8 0 0,-2 0 0 0 0,2 1 0 0 0,-1 0-176 0 0,1 0-40 0 0,0-1-8 0 0,-1 2 24 0 0,1-3 24 0 0,0 2 8 0 0,1 0 0 0 0,0-1 0 0 0,0 0 328 0 0,-1-2 72 0 0,1 1 16 0 0,0 0 16 0 0,1 1 152 0 0,0 0 32 0 0,0 0 8 0 0,0-1 0 0 0,0 1 56 0 0,-1 0 0 0 0,1-1 8 0 0,0 2 0 0 0,0 0-56 0 0,1 1-16 0 0,-1 0 0 0 0,0 2 24 0 0,-1 1-120 0 0,1 1-32 0 0,-1 3 0 0 0,0 1 0 0 0,-1 1-72 0 0,0 2-24 0 0,1 3 0 0 0,0 4 24 0 0,0 0 32 0 0,0 4 8 0 0,0 2 0 0 0,-1 0 0 0 0,1 1-40 0 0,-1 5-8 0 0,0 6 0 0 0,-1 5 0 0 0,0 0 48 0 0,-1 0 16 0 0,1 1 0 0 0,-1-2 16 0 0,2-3-120 0 0,-1-3-16 0 0,0-2-8 0 0,1-2 0 0 0,1-1-112 0 0,0-4-32 0 0,1-3 0 0 0,-2 1 0 0 0,2-1-40 0 0,0-2-16 0 0,0 0 0 0 0,0-2 0 0 0,2-2 0 0 0,-2-2 0 0 0,0-2 0 0 0,1-1 0 0 0,-1-4 24 0 0,0 2 8 0 0,1-3 0 0 0,-1 0 0 0 0,1-1-32 0 0,0-2-8 0 0,-1 2 0 0 0,1-3 0 0 0,1 3 0 0 0,-2-3 0 0 0,1 0 0 0 0,0 0 0 0 0,0 1 0 0 0,0-2 0 0 0,0 0 0 0 0,1-1 0 0 0,-1 2 0 0 0,0-2 0 0 0,0 0 0 0 0,1 0 0 0 0,-2 0-64 0 0,0 0 0 0 0,0 0 0 0 0,0 0 0 0 0,0 0 64 0 0,7-20 0 0 0,-8 14 0 0 0,0-1 0 0 0,-1 0-64 0 0,-2-2 0 0 0,-2 0 0 0 0,-1-1 0 0 0,0 1 0 0 0,-2-1 0 0 0,-1-1 0 0 0,0-1 0 0 0,-2 1 0 0 0,-2-1 0 0 0,1 0 0 0 0,-1 2 0 0 0,1 1-104 0 0,-2-1-16 0 0,0 2 0 0 0,-2-1 0 0 0,1 2 24 0 0,-1 0 0 0 0,-1 1 0 0 0,2 1 0 0 0,-1 0 24 0 0,2 0 8 0 0,1 2 0 0 0,1-2 0 0 0,4 0 64 0 0,0 2 0 0 0,2-2 0 0 0,0 2 0 0 0,2-2 0 0 0,1 2 0 0 0,1 0 0 0 0,2-1 0 0 0,0 1 0 0 0,2-1 0 0 0,1 1 0 0 0,2-1 0 0 0,-1 1 0 0 0,4-2 0 0 0,1 1 0 0 0,4-2 0 0 0,1 1 0 0 0,1 0 0 0 0,2 2 0 0 0,1-2 0 0 0,5 3 0 0 0,0-1 0 0 0,3 1 0 0 0,0 1 0 0 0,0 1 0 0 0,1 1 0 0 0,0 2 64 0 0,-1-1-64 0 0,-1 2 0 0 0,-1-1 0 0 0,0 2 0 0 0,-1-2 0 0 0,-2 2 0 0 0,1-1 0 0 0,-1-1 0 0 0,-3-1 0 0 0,0 0 0 0 0,-1 0 0 0 0,-2-2 0 0 0,-1 0 0 0 0,-2 0 0 0 0,-2 0 0 0 0,0 0 0 0 0,-4 0 0 0 0,0 0 0 0 0,-4 0 0 0 0,0 0 0 0 0,-1 2 0 0 0,-1-1 0 0 0,-1 1 0 0 0,-2 0 0 0 0,-1 2 0 0 0,-1 1 0 0 0,-4 0 0 0 0,0 2 0 0 0,-2 1 0 0 0,-1 1 0 0 0,-1 2 0 0 0,-1-1 0 0 0,-1 1 0 0 0,-1 2 64 0 0,-3 2-64 0 0,1 0 64 0 0,-3 1-64 0 0,1-1 0 0 0,-1 1 64 0 0,1 1-64 0 0,1-1 0 0 0,4-3 96 0 0,0 1-8 0 0,0 0-8 0 0,2-3 0 0 0,3 2-16 0 0,0-3 0 0 0,2-1 0 0 0,2-2 0 0 0,0 0 0 0 0,1-2 0 0 0,2-1 0 0 0,0 0 0 0 0,2-1-64 0 0,0 0 0 0 0,0-1 0 0 0,2-1 0 0 0,0 0 0 0 0,0-1 0 0 0,0 0 0 0 0,0 0 0 0 0,2 0-192 0 0,-2-1-48 0 0,0 0-16 0 0,0 1-6336 0 0,0 0-1280 0 0</inkml:trace>
  <inkml:trace contextRef="#ctx0" brushRef="#br0" timeOffset="78">8436 10191 2303 2533 3183,'1'3'200'0'0,"-1"-3"-200"0"0,1 1 0 0 0,-1-1 0 0 0,2 1 448 0 0,-2 0 56 0 0,0 0 8 0 0,3 1 0 0 0,-1 2 192 0 0,0-1 48 0 0,2 0 8 0 0,-1-1 0 0 0,-1 0 48 0 0,-2 0 16 0 0,2 0 0 0 0,-1-2 0 0 0,0 1-56 0 0,-1 0 0 0 0,0-1-8 0 0,0 0 0 0 0,0-1-152 0 0,0 1-24 0 0,0 0-8 0 0,0 0 0 0 0,0 0 0 0 0,0 0-8 0 0,0 0 0 0 0,0 0 0 0 0,-11-17-216 0 0,9 13-32 0 0,-2 2-16 0 0,1-3 0 0 0,-3-1-136 0 0,-1-1-24 0 0,0 0-8 0 0,-1-4 0 0 0,-2 1-48 0 0,1-1-16 0 0,-1-1 0 0 0,-1-1 0 0 0,2-1 8 0 0,-2-1 0 0 0,-1 1 0 0 0,2 1 0 0 0,1 1 8 0 0,-1 0 0 0 0,4 3 0 0 0,-1-1 0 0 0,2 3 72 0 0,0 2 8 0 0,0-1 8 0 0,1 1 0 0 0,1 0-80 0 0,1 1-8 0 0,0 1-8 0 0,-1 1 0 0 0,2-1-80 0 0,0 1 96 0 0,0 0-96 0 0,1-1 96 0 0,0 2-96 0 0,0-2 0 0 0,0 3 72 0 0,-1-2-72 0 0,1 0 0 0 0,0 1 72 0 0,0 0-72 0 0,0 0 0 0 0,1 1 80 0 0,-1 0-80 0 0,1-2 64 0 0,0 2-64 0 0,1 0 64 0 0,3 2-64 0 0,-5-2 64 0 0,0 0-64 0 0,24 3 0 0 0,-12-1 0 0 0,2-2 64 0 0,4 2-64 0 0,2-2 0 0 0,1 2 96 0 0,3-1-96 0 0,2-1 96 0 0,0 1-96 0 0,0 0 96 0 0,2-1-96 0 0,0 2 96 0 0,0-2-32 0 0,1 0-64 0 0,1 3 96 0 0,-3-2-32 0 0,-2 0 16 0 0,-2 1 0 0 0,-1 0 0 0 0,-3 1 0 0 0,-1-1-80 0 0,-5 2 64 0 0,0-1-64 0 0,-3 1 64 0 0,-3-2 0 0 0,-2 1 0 0 0,-1 2 0 0 0,-4 0 0 0 0,0 0-64 0 0,-2 1 0 0 0,-3 1 0 0 0,-1 1 0 0 0,-1-1 64 0 0,-2 2 0 0 0,-2 2 0 0 0,-3 1 0 0 0,0 2 0 0 0,-2 1 0 0 0,-3 1 0 0 0,-1 2 0 0 0,2-2-64 0 0,-2 0 0 0 0,0 3 0 0 0,-1-2 0 0 0,0 1 0 0 0,1-4 80 0 0,2 2-80 0 0,2-4 80 0 0,1 0-80 0 0,1-2 64 0 0,2 1-64 0 0,1-4 64 0 0,2 2-64 0 0,2-4 0 0 0,0 2 0 0 0,2-3 0 0 0,1 0 0 0 0,1-3 0 0 0,2 1 0 0 0,0-2 0 0 0,1 0 0 0 0,1 0 0 0 0,0-2 0 0 0,2 0 0 0 0,4-1-384 0 0,2-3-8 0 0,3-1-8 0 0,4-2-9200 0 0</inkml:trace>
  <inkml:trace contextRef="#ctx0" brushRef="#br0" timeOffset="79">7108 10852 4631 2652 2994,'-4'0'416'0'0,"3"-2"-336"0"0,-1 2-8 0 0,0 0 0 0 0,1 0 0 0 0,1 0 24 0 0,-1 0-160 0 0,0 0-32 0 0,-1 0-8 0 0,-2 0 16 0 0,1 2 88 0 0,-1-2 0 0 0,-1 3 0 0 0,3-2 0 0 0,-3 0 0 0 0,0-1 0 0 0,1 2 0 0 0,-1-4 0 0 0,-1-1 0 0 0,1-1 0 0 0</inkml:trace>
  <inkml:trace contextRef="#ctx0" brushRef="#br0" timeOffset="80">6869 10963 2759 2773 3070,'0'1'248'0'0,"0"0"-248"0"0,2-1 0 0 0,-2 0 0 0 0,0 0 592 0 0,1 1 72 0 0,0 1 8 0 0,0-1 8 0 0,0 0 152 0 0,2 1 24 0 0,-1-1 8 0 0,-2-1 0 0 0,0 0-16 0 0,0 0 0 0 0,0 0 0 0 0,0 0 0 0 0,0 0-16 0 0,0 0 0 0 0,0 0 0 0 0,0 0 0 0 0,0 0-128 0 0,0 0-24 0 0,0 0-8 0 0,12-14 0 0 0,-12 11-192 0 0,-2-1-32 0 0,1 0-16 0 0,-1-1 0 0 0,0 0-160 0 0,0-1-32 0 0,-1 1-8 0 0,-1-4 0 0 0,1 0-72 0 0,-3 0-8 0 0,1-3-8 0 0,-1-1 0 0 0,0 2-16 0 0,0-1-8 0 0,0 1 0 0 0,1-1 0 0 0,-4-4-40 0 0,2 1-8 0 0,-2 1 0 0 0,2-2 0 0 0,-2 3-72 0 0,2-1 80 0 0,0 2-80 0 0,-2 1 80 0 0,4 2-80 0 0,0 2 0 0 0,0 1 72 0 0,4 1-72 0 0,-2 3 0 0 0,2 0 64 0 0,1 1-64 0 0,1-1 0 0 0,-2 2 0 0 0,3 2 0 0 0,1-2 0 0 0,3 1 0 0 0,1 0 0 0 0,2 0 0 0 0,4 1 0 0 0,1-2 0 0 0,0 3 0 0 0,5-2 0 0 0,2 0 0 0 0,0 1 0 0 0,4 0 0 0 0,-1-1 0 0 0,4 1 0 0 0,-1 0 64 0 0,-3 1-64 0 0,0-2 64 0 0,2 1-64 0 0,-4 0 64 0 0,1 1-64 0 0,-3-2 64 0 0,-1 1-64 0 0,-2-1 64 0 0,-2 2-64 0 0,-4-2 0 0 0,0 1 0 0 0,-3 1 64 0 0,0 1-64 0 0,-2-1 0 0 0,-2 1 64 0 0,0-1-64 0 0,-1 1 64 0 0,0-2-64 0 0,-1 1 80 0 0,-1 1-80 0 0,1 1 88 0 0,0-3-88 0 0,1 0 96 0 0,-1 1-96 0 0,-1-1 80 0 0,0 0-80 0 0,1 1 64 0 0,-2-1-64 0 0,0 0 0 0 0,0 0 0 0 0,0 1 0 0 0,-2-1 0 0 0,0 1 64 0 0,0 1-64 0 0,-3 0 64 0 0,0 1-64 0 0,-2 1 96 0 0,-2 2-32 0 0,-1 0 0 0 0,-2 1 0 0 0,-2 3-64 0 0,-4 0 0 0 0,1 2 0 0 0,-2 1 0 0 0,-1 0 0 0 0,1 0 0 0 0,-2 2 0 0 0,3-2 64 0 0,-1-1-64 0 0,4-3 0 0 0,1 2 0 0 0,1-4 0 0 0,2 0 0 0 0,1 0 0 0 0,1-2 64 0 0,-1 0-64 0 0,2-1 0 0 0,1 0 0 0 0,1-2 0 0 0,-1-1 0 0 0,3 0 0 0 0,-1 0 0 0 0,3-1 0 0 0,0 0 0 0 0,-1-1 0 0 0,3 1 0 0 0,0-2 0 0 0,3 0 0 0 0,-1-2-280 0 0,2-1-16 0 0,3 1-8 0 0,2-3-9136 0 0</inkml:trace>
  <inkml:trace contextRef="#ctx0" brushRef="#br0" timeOffset="81">5829 10566 919 2522 2644,'2'-2'80'0'0,"0"0"-80"0"0,-1 1 0 0 0,-1 1 0 0 0,0 0 144 0 0,2 0 16 0 0,0-2 0 0 0,1 0 0 0 0,-1 0-64 0 0,2-2 0 0 0,-2 3-8 0 0,-1 0 0 0 0,1 0-88 0 0,-2 0 64 0 0,2 0-64 0 0,-1 1 64 0 0,1-2-64 0 0,0 1 0 0 0,0 1 0 0 0,-1-1 0 0 0</inkml:trace>
  <inkml:trace contextRef="#ctx0" brushRef="#br0" timeOffset="82">5913 10554 5983 2830 3441,'0'-5'264'0'0,"0"3"56"0"0,0 1-256 0 0,0-1-64 0 0,0 1 0 0 0,-2 1 0 0 0,2-1 752 0 0,-1 1 136 0 0,0-1 24 0 0,-1 1 8 0 0,-2 0 136 0 0,0 2 32 0 0,0 4 8 0 0,0 0 0 0 0,-2 2-264 0 0,0 0-48 0 0,2 3-16 0 0,-1 1 0 0 0,-1 1-200 0 0,-1 4-48 0 0,2 1-8 0 0,-1-1 0 0 0,3-5-176 0 0,-4 4-40 0 0,2 4-8 0 0,-1 5 0 0 0,-1 2-48 0 0,2 1-16 0 0,-2 2 0 0 0,0 1 0 0 0,0 0-32 0 0,-1 0 0 0 0,1 0-8 0 0,-2-3 0 0 0,2 0-56 0 0,0-3-16 0 0,0-2 0 0 0,-1 0 0 0 0,0 1-16 0 0,1-3 0 0 0,1-3 0 0 0,2 1 0 0 0,-2 1 8 0 0,1 1 0 0 0,2-1 0 0 0,-2 0 0 0 0,3-2-104 0 0,0-2-96 0 0,0 2 24 0 0,0-4 0 0 0,-1 3 208 0 0,1-4 48 0 0,1 0 8 0 0,0 0 0 0 0,-1-1-112 0 0,-1-2-16 0 0,0 0-64 0 0,1-3 96 0 0,2-2-24 0 0,0-1-8 0 0,0-1 0 0 0,-2-1 0 0 0,2-2 0 0 0,0 0-64 0 0,0 0 96 0 0,0-2-32 0 0,0-2 0 0 0,0-1-64 0 0,0 1 96 0 0,0-3-32 0 0,0-1 0 26-19,-2-3-64-26 19,0 2 96 0 0,0 0-32 0 0,-1-1-64 0 0,1 2 0 0 0,-3 1 0 0 0,2 0 0 27-20,-1 3 0-27 20,-1-3 0 0 0,-1 3 0 0 0,-1-1 0 25-19,1 1 0-25 19,-1 1 0 0 0,0-2 0 0 0,-2 1 0 0 0,0 0 0 0 0,0-1 0 0 0,0 2 0 0 0,-1-3 0 0 0,-1 0 0 26-20,0 0 0-26 20,-2 0 0 25-19,3-3 0-25 19,1 2 0 0 0,-2-3 0 0 0,1 0-72 0 0,-1-2 72 0 0,2 2-72 0 0,0 0 72 0 0,0-1-104 0 0,-2 1 40 0 0,1-1 64 0 0,1 1-104 0 0,-2 1 40 0 0,2 2 64 0 0,0 1-64 0 0,0 1 64 0 0,0 0 0 0 0,0 1 0 0 0,2 1 0 0 0,0-1 0 0 0,1 0 0 0 0,1 1 0 0 0,0 0 0 0 0,1 0 0 0 0,2-2 0 0 0,-1 2 0 0 0,3-2 0 0 0,-2 0 0 0 0,2 1 0 0 0,2-1 0 0 0,0 2 0 0 0,1-1 0 0 0,1 1 0 0 0,0 1 0 0 0,3 2-64 0 0,2 0 64 0 0,3 0 0 0 0,1 0 0 0 0,1 2 0 0 0,4-1 0 0 0,1 3 0 0 0,4-2 0 0 0,4 0 0 0 0,2 1 0 0 0,3 0 0 0 0,1-1 0 0 0,0 2 0 0 0,1-3 0 0 0,0 0 0 0 0,-3-2 0 0 0,-6 0 0 0 0,0-1 0 0 0,3 0 0 0 0,3 0 0 0 0,-4 1 0 0 0,-3 0 0 0 0,-2 1 0 0 0,-2-1 0 0 0,-4 1 0 0 0,-2 0 0 0 0,-1 1 0 0 0,-3 0 0 0 0,1-1 0 0 0,-3 1 0 0 0,-2 1 64 0 0,-2 0-64 0 0,0 0 0 0 0,-3 0 64 0 0,0 1-64 0 0,-1 0 64 0 0,-1 1-64 0 0,-2 0 64 0 0,-2-2-64 0 0,-1 4 64 0 0,-1 2 24 0 0,-1 3 0 0 0,-2-2 0 0 0,1 2 0 0 0,0-3-24 0 0,0 3 0 0 0,-5 0 0 0 0,-2 3 0 0 0,-1 1 8 0 0,-2 1 0 0 0,-3 2 0 0 0,0 1 0 0 0,-1-2 0 0 0,0 2 0 0 0,0 0 0 0 0,0-1 0 0 0,1 1 0 0 0,3-3 0 0 0,1 1 0 0 0,4-2 0 0 0,1-1-72 0 0,2-3 0 0 0,3-1 0 0 0,2-4 0 0 0,2 0 0 0 0,1-2 0 0 0,1-1 0 0 0,2-1 0 0 0,2-1-176 0 0,0 1 24 0 0,3-1 8 0 0,-1-1 0 0 0,4-1-408 0 0,1-3-88 0 0,5 1-8 0 0,2-3-9104 0 0</inkml:trace>
  <inkml:trace contextRef="#ctx0" brushRef="#br0" timeOffset="83">5228 9348 4607 2976 3209,'-1'-2'408'0'0,"0"0"-328"0"0,1 0-80 0 0,-1 0 0 0 0,1 1 648 0 0,-2 0 120 0 0,2-2 16 0 0,-4-3 8 0 0,-1-1 448 0 0,2 0 88 0 0,-1 1 16 0 0,-1 4 8 0 0,0 2-192 0 0,1 3-40 0 0,-1 5 0 0 0,1 4-8 0 0,1 4-440 0 0,0 5-96 0 0,0 3-8 0 0,1 4-8 0 0,1 6-200 0 0,0 4-40 0 0,1 3 0 0 0,0-1-8 0 0,0-2-88 0 0,1 1-24 0 0,0-1 0 0 0,-1-8 0 0 0,1-5-72 0 0,-1 2-8 0 0,0 5-8 0 0,-1 5 0 0 0,1 1-24 0 0,-1 2-8 0 0,1-1 0 0 0,-3-5 0 0 0,2-10 0 0 0,-1 5 0 0 0,0 7 0 0 0,0-4 0 0 0,-1-6-16 0 0,1-4-64 0 0,0-2 96 0 0,0-2-32 0 0,0-3 16 0 0,1-1 0 0 0,0 0 0 0 0,-2-1 0 0 0,3 0 8 0 0,-3-2 0 0 0,2-1 0 0 0,1-2 0 0 0,0 0 8 0 0,-1-3 0 0 0,1-2 0 0 0,0-1 0 0 0,0-1-32 0 0,1 0-64 0 0,-1 1 96 0 0,0-2-32 0 0,0 0-64 0 0,0-2 80 0 0,0 2-80 0 0,0 0 80 0 0,0 0-80 0 0,0 0 64 0 0,0 0-64 0 0,0 0 64 0 0,0 0-64 0 0,0 0 0 0 0,0 0 72 0 0,0 0-72 0 0,0 0 64 0 0,0 0-64 0 0,0 0 80 0 0,0 0-80 0 0,0 0 88 0 0,0 0-88 0 0,0 0 96 0 0,-6-18-96 0 0,4 13 64 0 0,-2-2-64 0 0,0-2 0 0 0,-3-2 0 0 0,0-2 0 0 0,-2-1 0 0 0,-2-2 0 0 0,0-1 0 0 0,-2 0 0 0 0,0 1 0 0 0,-3 0 0 0 0,0 4 0 0 0,1 1 0 0 0,1 2 0 0 0,1 4 0 0 0,-1 0 0 0 0,-1 3 0 0 0,2-1 0 0 0,2 2-64 0 0,0-1 64 0 0,0 1 0 0 0,2 0 0 0 0,-1-1 0 0 0,3 0 0 0 0,-2 1 0 0 0,4 0 0 0 0,-1-2-64 0 0,1 1 64 0 0,-1-1 0 0 0,-1-1 0 0 0,2-1 0 0 0,1 0 0 0 0,0-1 0 0 0,2 1 0 0 0,1 1 0 0 0,-1 1 0 0 0,4-1 0 0 0,0 1 0 0 0,3 1 0 0 0,0-2 0 0 0,5 2 0 0 0,1-1 0 0 0,1-1 0 0 0,4 1 0 0 0,4-1 0 0 0,3 1 0 0 0,4 0 0 0 0,3 1 0 0 0,2 0 0 0 0,1-6 0 0 0,3-8 0 0 0,-3 12 0 0 0,1 11 0 0 0,-1-7 0 0 0,-2-13 0 0 0,-4 12 0 0 0,-4 14 0 0 0,-2-3 0 0 0,-1-5 0 0 0,-4-2 0 0 0,-3-1 0 0 0,-2 1 0 0 0,-3 0-64 0 0,-1 0 64 0 0,-2 0 0 0 0,-4 1 0 0 0,0 0 0 0 0,-2 1 0 0 0,-2 0 0 0 0,0 0 0 0 0,-2 3 0 0 0,-2 2 0 0 0,0 2 0 0 0,-3-1 0 0 0,1 2 0 0 0,-4 0 0 0 0,1 1 0 0 0,-3 2 0 0 0,0 0 0 0 0,-2 1 0 0 0,1 0 0 0 0,-2-1 64 0 0,1 0-64 0 0,1-3 0 0 0,2 1 128 0 0,0-3-24 0 0,2 1-8 0 0,-1-2 0 0 0,1 0-32 0 0,1-1 0 0 0,3-2-64 0 0,0 0 96 0 0,2 0-96 0 0,0 0 0 0 0,3-2 0 0 0,0-1 0 0 0,0-1 0 0 0,2-1 0 0 0,1 0 0 0 0,0-2 0 0 0,4-2-296 0 0,1 1-56 0 0,4 0-16 0 0,6-5-9776 0 0</inkml:trace>
  <inkml:trace contextRef="#ctx0" brushRef="#br0" timeOffset="84">6983 6899 6911 2447 3229,'0'0'608'0'0,"-1"0"-480"0"0,1 0-128 0 0,0 0 0 0 0,0 0 0 0 0,0-2-96 0 0,0 2 24 0 0,0 0 0 0 0,0-1 976 0 0,1 1 200 0 0,1 0 40 0 0,-2 0 8 0 0,0 0-312 0 0,0 0-56 0 0,0 0-16 0 0,0 0 0 0 0,20-2 56 0 0,-13 3 8 0 0,1-1 0 0 0,2 0 0 0 0,3 0-160 0 0,1 0-24 0 0,0-1-8 0 0,-3-1 0 0 0,-1 2-256 0 0,2 0-48 0 0,4-2-16 0 0,5 0 0 0 0,0 0-96 0 0,-1-1-32 0 0,0 1 0 0 0,-5 0 0 0 0,-4 1-48 0 0,1-2-16 0 0,-2 2 0 0 0,-2-1 0 0 0,0 2-128 0 0,-2-1 0 0 0,-2-1 0 0 0,-2 2 0 0 0,-1 0 0 0 0,0-1 0 0 0,-1 1 0 0 0,-1 0-72 0 0,2-1 72 0 0,-2 1-104 0 0,1-1 40 0 0,-1 1 64 0 0,1-1-552 0 0,0 1-56 0 0,0 0 0 0 0,0 0-8 0 0,0 0-944 0 0,0 0-184 0 0,-23 2-40 0 0,16-2-4704 0 0</inkml:trace>
  <inkml:trace contextRef="#ctx0" brushRef="#br0" timeOffset="85">7041 6888 4607 2450 3252,'-1'0'96'0'0,"0"0"32"0"0,1 0 0 0 0,0 0 0 0 0,0 0-128 0 0,-2 0 0 0 0,1 1 0 0 0,0-1 0 0 0,0 1 1016 0 0,-1 1 176 0 0,0 0 40 0 0,2-2 16 0 0,0 0-48 0 0,0 0-8 0 0,-9 16 0 0 0,7-11 8 0 0,0 4-312 0 0,-1-2-64 0 0,1 3-16 0 0,-2-1 8 0 0,2 1-144 0 0,-1 1-24 0 0,1 1-8 0 0,0-1 8 0 0,1-2-328 0 0,0 0-72 0 0,1 0-16 0 0,0-1 8 0 0,1-1-112 0 0,-1 0-16 0 0,1-1-8 0 0,-1-2 8 0 0,2 3-24 0 0,-2-4-8 0 0,2-1 0 0 0,-2 0 0 0 0,1 0 16 0 0,-1 0 8 0 0,1-1 0 0 0,-1-1 8 0 0,0 0-16 0 0,0 0-8 0 0,0-1 0 0 0,1-1 8 0 0,-1 2-32 0 0,0 0 0 0 0,0 0 0 0 0,0 0 8 0 0,0 0-72 0 0,0 0 80 0 0,15-18-80 0 0,-10 14 88 0 0,1-1-88 0 0,1-1 0 0 0,0 2 0 0 0,0-1 0 0 0,0 2 80 0 0,2-1-80 0 0,-2 2 80 0 0,2-1-80 0 0,-2 3 80 0 0,0 0-80 0 0,2 0 64 0 0,-1 3-64 0 0,1-1 0 0 0,-1 3 64 0 0,1-1-64 0 0,-2 2 0 0 0,0 0 0 0 0,-1 1 0 0 0,-1 0 0 0 0,0 1 0 0 0,-1 0 0 0 0,-2-1 0 0 0,1 3 0 0 0,-3-2 0 0 0,0 1 0 0 0,-3 1 0 0 0,1-2 0 0 0,-1 1 0 0 0,-3 3 0 0 0,-1-3 0 0 0,0 1 0 0 0,0-1 0 0 0,-2-1 0 0 0,-1 1 0 0 0,1 1 0 0 0,-1-3 0 0 0,-1 3 0 0 0,1-5 0 0 0,-1 1 0 0 0,-1-1 0 0 0,1-2 0 0 0,-2-1 0 0 0,0 1 0 0 0,0-2 0 0 0,2-1 0 0 0,-2 1 0 0 0,1-1 0 0 0,1-1 0 0 0,0 1 96 0 0,0-1-32 0 0,3 0 0 0 0,1-1 0 0 0,1 2-64 0 0,2 0 80 0 0,1-2-80 0 0,0 1 80 0 0,3 0-80 0 0,-1 0 0 0 0,2 0 0 0 0,2-2 0 0 0,-1 2 0 0 0,1-2 0 0 0,3 0 0 0 0,2 0 0 0 0,1 0-376 0 0,3-2-8 0 0,0-2-8 0 0,4 1-8936 0 0</inkml:trace>
  <inkml:trace contextRef="#ctx0" brushRef="#br0" timeOffset="86">7386 6904 12927 2237 3187,'-1'-2'288'0'0,"0"1"56"0"0,-1-1 8 0 0,2 2 8 0 0,2 0-288 0 0,-4 0-72 0 0,1-2 0 0 0,-1 0 0 0 0,1-1 1288 0 0,-2 1 248 0 0,2 1 40 0 0,0 2 16 0 0,0 1-920 0 0,1 3-176 0 0,0 1-40 0 0,1 2-8 0 0,1 3-232 0 0,0 2-56 0 0,1 3 0 0 0,-1 2-8 0 0,1-1-56 0 0,-1 1-16 0 0,-1 2 0 0 0,2 0 0 0 0,-1 1 16 0 0,-1-1 8 0 0,0-1 0 0 0,0 0 0 0 0,1-2-40 0 0,-2-1-64 0 0,2 0 88 0 0,-1-3-88 0 0,0 1 112 0 0,0-3-32 0 0,1 0-8 0 0,-2 0 0 0 0,0-2-72 0 0,0-1 64 0 0,0 0-64 0 0,2-2 64 0 0,-2 0-64 0 0,0 1 0 0 0,0-2 0 0 0,0 0 64 0 0,0-2-64 0 0,0 0 0 0 0,-2-1 0 0 0,2-1 0 0 0,2 0 0 0 0,-2 0 0 0 0,0-1 0 0 0,0 0 0 0 0,-2-1-96 0 0,2-1-32 0 0,0 0 0 0 0,2-2-9560 0 0</inkml:trace>
  <inkml:trace contextRef="#ctx0" brushRef="#br0" timeOffset="87">5336 8041 5983 2751 2994,'0'0'536'0'0,"0"0"-432"0"0,0 0-104 0 0,0 0 0 0 0,1 0 856 0 0,1-2 144 0 0,1 2 32 0 0,1 0 8 0 0,5 0 320 0 0,1-1 64 0 0,3 1 16 0 0,0 0 0 0 0,3 0-576 0 0,-2-1-104 0 0,5 1-24 0 0,0-1-8 0 0,-1-1-184 0 0,-1 2-32 0 0,-2 0 0 0 0,-1 0-8 0 0,-4 0-408 0 0,-1-2-96 0 0,-1 2 0 0 0,-2-3 0 0 0,0 2 0 0 0,-4 0 0 0 0,-1-1 0 0 0,-2 2 0 0 0,1 0 0 0 0,-3-2 0 0 0,-1 1 0 0 0,-1 0 0 0 0,-1 1-424 0 0,-1 0-112 0 0,0 0-16 0 0,-1 0-8 0 0,-2 2-728 0 0,1 0-152 0 0,-1 0-24 0 0,-1-1-8 0 0,0 0-176 0 0,1 2-40 0 0,-1-3-8 0 0,2 2 0 0 0,-1 0 248 0 0,0 0 40 0 0,1 1 16 0 0,0-1 0 0 0,2-1 960 0 0,-3 1 192 0 0,2 0 40 0 0,0-2 8 0 0,0 0 536 0 0,1 2 104 0 0,0-2 32 0 0,1 2 0 0 0,-1-1 464 0 0,2 0 96 0 0,0 0 16 0 0,1 1 8 0 0,0 1 152 0 0,-1 1 24 0 0,1 0 8 0 0,1 2 0 0 0,-2 1-200 0 0,1 0-40 0 0,0 2-8 0 0,3 1 0 0 0,-2 3-104 0 0,1-1-32 0 0,2 0 0 0 0,-1-1 0 0 0,2 3-288 0 0,-1-3-56 0 0,2-1-8 0 0,1-2-8 0 0,-1 0-216 0 0,0-2-32 0 0,3 0-16 0 0,0-2 0 0 0,-1 1-64 0 0,1-4-16 0 0,-1-1 0 0 0,1-1 0 0 0,0-1-16 0 0,1-1-8 0 0,1-1 0 0 0,0 2 0 0 0,0-2-8 0 0,1 1-8 0 0,0 1 0 0 0,-1 1 0 0 0,0 2-24 0 0,0 1 0 0 0,2 0 0 0 0,-1 0 0 0 0,1 1-96 0 0,-2 2 0 0 0,1 1 0 0 0,-1-1 0 0 0,-1 1 0 0 0,0 1 0 0 0,-1 2 0 0 0,-1-1 0 0 0,-1 2 0 0 0,-1-2 0 0 0,-2 0 0 0 0,0 0 0 0 0,0-2 0 0 0,-4 3 0 0 0,-1-2 0 0 0,1 0 0 0 0,-2 2 0 0 0,-2-2 0 0 0,-1 1 0 0 0,0-1 0 0 0,2-3 0 0 0,0 1 0 0 0,-2 0 0 0 0,-2 2 0 0 0,0-2 64 0 0,-1-1-64 0 0,1 3 0 0 0,-2-4 0 0 0,3 1 64 0 0,-1-2-64 0 0,2-2 0 0 0,0 2 0 0 0,2-1 0 0 0,0-1 0 0 0,1 0 0 0 0,2 0 0 0 0,-1-1 0 0 0,0-1 0 0 0,2 0 0 0 0,-1 0 0 0 0,4 1 0 0 0,-3 0 0 0 0,2-2 0 0 0,0 1 0 0 0,1 0-176 0 0,1-1-32 0 0,1-1-8 0 0,3-1-9168 0 0</inkml:trace>
  <inkml:trace contextRef="#ctx0" brushRef="#br0" timeOffset="88">5510 8132 13359 2601 2947,'2'-7'592'0'0,"0"2"120"0"0,0 1-568 0 0,1 0-144 0 0,-1 1 0 0 0,2 3 0 0 0,1-3 1048 0 0,2-1 176 0 0,6 1 40 0 0,5 0 8 0 0,5-1-480 0 0,-3 3-96 0 0,1 5-24 0 0,-4 0 0 0 0,-2 4-472 0 0,-2 1-96 0 0,-4 0-16 0 0,-2 3-8 0 0,-2 1-80 0 0,-5 1 0 0 0,0-1 0 0 0,-2 1 0 0 0,-3 0 0 0 0,0 1 0 0 0,0-1 0 0 0,-1 2 0 0 0,1-4 0 0 0,-2 1 0 0 0,0-2 0 0 0,-1-1 0 0 0,1 0 0 0 0,-1 0 0 0 0,2-1 0 0 0,0 0 0 0 0,2-2 88 0 0,1-3-24 0 0,-1 1-64 0 0,3-2 96 0 0,1 1 32 0 0,0-2 8 0 0,0-1 0 0 0,2 2 0 0 0,1-2 24 0 0,0-1 8 0 0,1 1 0 0 0,2-1 0 0 0,1-1 48 0 0,0 1 8 0 0,1-1 0 0 0,2-1 0 0 0,-3 1-40 0 0,4 0-8 0 0,-2-1 0 0 0,1-1 0 0 0,-1 2-72 0 0,2-1-8 0 0,-1 0-8 0 0,2-1 0 0 0,0 2-88 0 0,-1-1 64 0 0,-2 0-64 0 0,0 0 64 0 0,-1 2-64 0 0,-1 0 0 0 0,-1-1 0 0 0,-2 2 0 0 0,1-1-64 0 0,-3 2-32 0 0,1-1-8 0 0,-1 0 0 0 0,0 1-440 0 0,2-1-96 0 0</inkml:trace>
  <inkml:trace contextRef="#ctx0" brushRef="#br0" timeOffset="89">10115 8910 5063 1988 2894,'0'-1'448'0'0,"1"0"-352"0"0,1-1-96 0 0,-2 2 0 0 0,0-2 832 0 0,2 1 160 0 0,0-1 24 0 0,1-3 8 0 0,1 1 320 0 0,1-1 64 0 0,-2 0 8 0 0,1 1 8 0 0,0 1-336 0 0,-1-1-64 0 0,-3 3-8 0 0,2-1-8 0 0,-2 1-352 0 0,2 1-72 0 0,-2 0-8 0 0,0 0-8 0 0,0 1-288 0 0,0 2-56 0 0,0 0-16 0 0,0-3 0 0 0,0 0-80 0 0,-4 25-24 0 0,4-13 0 0 0,-3 1 0 0 0,1 1-24 0 0,-2 4-8 0 0,2 0 0 0 0,-1 1 0 0 0,1-1 8 0 0,0 0 0 0 0,0-1 0 0 0,-1-1 0 0 0,1-1-16 0 0,1-2 0 0 0,-1-1 0 0 0,0 1 0 0 0,-1-3 0 0 0,1 0-64 0 0,0 0 96 0 0,-1-2-32 0 0,1-1-64 0 0,0 0 80 0 0,-1 0-80 0 0,1-2 80 0 0,0-1-80 0 0,1-1 0 0 0,1 1 72 0 0,-2-2-72 0 0,1 0 0 0 0,1-1 0 0 0,-1 1 0 0 0,1-2 0 0 0,-1 0 0 0 0,1-2 0 0 0,0 1 0 0 0,1 0-96 0 0,0-2-408 0 0,-1 3-80 0 0</inkml:trace>
  <inkml:trace contextRef="#ctx0" brushRef="#br0" timeOffset="90">10343 8964 455 1915 2791,'-2'-2'0'0'0,"-1"1"0"0"0,2-1 0 0 0,0 2 0 0 0,0 0 2008 0 0,-2 0 360 0 0,1 2 64 0 0,-3 0 24 0 0,-2 1-472 0 0,0 2-96 0 0,-4 2-24 0 0,2 1 0 0 0,1 3-704 0 0,1-2-136 0 0,1 2-32 0 0,3-1-8 0 0,1 3-576 0 0,1-2-120 0 0,2 2-16 0 0,0-1-8 0 0,2-1-160 0 0,3-1-32 0 0,1-1-8 0 0,1 0 0 0 0,2-2-64 0 0,2-2 0 0 0,-1 0 0 0 0,2-2 0 0 0,0 1 0 0 0,-1-3 0 0 0,2-2 0 0 0,-1 0 0 0 0,-1-2 0 0 0,1 0 0 0 0,-1-2 0 0 0,-1 0 0 0 0,-1 1 128 0 0,0-1 0 0 0,-1-2 8 0 0,-2 0 0 0 0,-2 0-136 0 0,0-2 80 0 0,-1 2-80 0 0,-2-4 64 0 0,-2 2 8 0 0,-2-1 0 0 0,0-2 0 0 0,-2 0 0 0 0,-1 3-72 0 0,-2-2 96 0 0,0 1-96 0 0,-2 1 96 0 0,2 2-208 0 0,-1 0-40 0 0,-1 0-8 0 0,1 2 0 0 0,0 0 288 0 0,0 2 48 0 0,1 1 16 0 0,-1 0 0 0 0,2 0-192 0 0,0 1 0 0 0,1 0 0 0 0,0 1 0 0 0,2 0-120 0 0,-1 0-56 0 0,3 1-16 0 0,0 0 0 0 0,1 1-48 0 0,1 0-16 0 0,1 1 0 0 0,2-1-8904 0 0</inkml:trace>
  <inkml:trace contextRef="#ctx0" brushRef="#br0" timeOffset="91">10674 8949 10799 1765 3116,'-1'-4'232'0'0,"0"2"56"0"0,-1 1 0 0 0,2 0 24 0 0,-2 1-248 0 0,1 0-64 0 0,0 0 0 0 0,-2 1 0 0 0,-2 2 1344 0 0,-2 1 256 0 0,-2 3 48 0 0,0 1 16 0 0,1 2-672 0 0,1 1-136 0 0,1 3-24 0 0,1-2-8 0 0,1 3-448 0 0,1-1-88 0 0,3 0-24 0 0,2-1 0 0 0,1 1-168 0 0,3-3-96 0 0,2 0 96 0 0,0-1-96 0 0,3-1 88 0 0,0 0-88 0 0,3-2 80 0 0,0 0-80 0 0,2-3 88 0 0,-1 0-88 0 0,1-1 96 0 0,0-3-96 0 0,1 0 64 0 0,0-2-64 0 0,-1-1 0 0 0,0-2 0 0 0,0 0 0 0 0,-3-2 0 0 0,1 0 0 0 0,-4-1 0 0 0,1 0 280 0 0,-4-2 48 0 0,-1-1 16 0 0,-1 2 0 0 0,-1-5-120 0 0,-4 2-16 0 0,0-3-8 0 0,-3-1 0 0 0,0 1-32 0 0,-3 0-8 0 0,-3 0 0 0 0,-1 3 0 0 0,-2 2-16 0 0,1 1-8 0 0,-3 3 0 0 0,1 0 0 0 0,-1 3-136 0 0,1 1 64 0 0,2 0-64 0 0,-1 2 0 0 0,2 0 0 0 0,0 0 0 0 0,0 0 0 0 0,-1 2-96 0 0,2-1-224 0 0,0 0-32 0 0,1 0-16 0 0,1 0-6560 0 0,3 2-1312 0 0</inkml:trace>
  <inkml:trace contextRef="#ctx0" brushRef="#br0" timeOffset="92">10177 9955 5063 2518 2723,'0'0'448'0'0,"-1"0"-352"0"0,1 0-96 0 0,0-2 0 0 0,0 2 744 0 0,-1-1 136 0 0,0-1 24 0 0,-2 0 8 0 0,1-1 336 0 0,0 1 64 0 0,-1 0 8 0 0,0-1 8 0 0,2 2-280 0 0,-2 0-56 0 0,3 1-16 0 0,-2 0 0 0 0,2 1-312 0 0,0 0-64 0 0,0 3-16 0 0,0-1 0 0 0,2 3-264 0 0,-2 0-64 0 0,0 3 0 0 0,2 1-8 0 0,-1 1-16 0 0,0 2 0 0 0,2 1 0 0 0,-3 1 0 0 0,2 2-80 0 0,-2-1-24 0 0,1 5 0 0 0,-1 1 0 0 0,0 0-8 0 0,0 1-8 0 0,0 0 0 0 0,0-1 0 0 0,0-4 0 0 0,1 1 0 0 0,-1 4 0 0 0,0-2 0 0 0,1 0-16 0 0,-1-2 0 0 0,1-1 0 0 0,0-1 0 0 0,-1-1-32 0 0,0-1-64 0 0,0-2 88 0 0,0-1-88 0 0,0-3 64 0 0,-1 1-64 0 0,1-2 0 0 0,-1 0 0 0 0,0-2 0 0 0,0-2 0 0 0,0 1 0 0 0,-1-2 0 0 0,2 0-160 0 0,-2-2-32 0 0,1-1 0 0 0,1 0-8 0 0,0-1-656 0 0,0-3-128 0 0</inkml:trace>
  <inkml:trace contextRef="#ctx0" brushRef="#br0" timeOffset="93">10125 10058 3679 2562 2856,'2'-7'160'0'0,"-2"2"40"0"0,0 1-200 0 0,0-1 0 0 0,0 2 0 0 0,1-1 0 0 0,0 0 1048 0 0,2-6 168 0 0,1-3 32 0 0,3-7 0 0 0,2-1 256 0 0,0 1 40 0 0,3 1 16 0 0,-1 3 0 0 0,2 1-464 0 0,-1 1-88 0 0,1 3-16 0 0,-1 2-8 0 0,2 1-304 0 0,-2 1-56 0 0,-2 2-16 0 0,1 3 0 0 0,1 1-320 0 0,0 2-64 0 0,-1 1-8 0 0,-4 3-8 0 0,2 2-136 0 0,-4 2-72 0 0,0 3 80 0 0,-2 1-80 0 0,-2 3 0 0 0,-1 3 0 0 0,-3 1 0 0 0,-2 3 0 0 0,-1-1 0 0 0,-1 1 0 0 0,0 0 0 0 0,-2-1 0 0 0,0-3 0 0 0,-1-1 0 0 0,0-3 0 0 0,0-1 0 0 0,1-3 0 0 0,-1 1 0 0 0,0-3 0 0 0,-2 0 0 0 0,1-1 0 0 0,-1-1 0 0 0,1 0 0 0 0,-1-1 0 0 0,2-2 0 0 0,-1 1 0 0 0,2-2 0 0 0,2 1 0 0 0,0-3 64 0 0,2 0-64 0 0,3-1 0 0 0,-1 0 0 0 0,2-1 0 0 0,0-1 0 0 0,1-1 0 0 0,1-1-6048 0 0,1-1-1224 0 0</inkml:trace>
  <inkml:trace contextRef="#ctx0" brushRef="#br0" timeOffset="94">10379 10335 5063 2498 2658,'0'-3'448'0'0,"0"3"-352"0"0,1-2-96 0 0,-1 2 0 0 0,1-2 736 0 0,0 1 136 0 0,1-1 24 0 0,0-3 8 0 0,2-1 768 0 0,1 2 152 0 0,-1-1 32 0 0,1 2 8 0 0,-2-1-672 0 0,1 3-136 0 0,-2 1-24 0 0,1 3-8 0 0,-3 0-472 0 0,2 3-96 0 0,-2 3-16 0 0,0 0-8 0 0,-2 3-288 0 0,0 2-56 0 0,0 4-16 0 0,-1-1 0 0 0,-1 4-8 0 0,1-2-64 0 0,-1 1 96 0 0,2-2-32 0 0,-1-2-64 0 0,0 0 0 0 0,1 0 0 0 0,0-2 0 0 0,-1 0 0 0 0,2-2 0 0 0,0-2 0 0 0,0-2 0 0 0,1-2 96 0 0,0 0-32 0 0,0-1 0 0 0,1-1 0 0 0,0-1 40 0 0,0-1 8 0 0,2 2 0 0 0,1-2 0 0 0,1 1 16 0 0,0-3 0 0 0,2 0 0 0 0,0 0 0 0 0,1-2 16 0 0,2 2 8 0 0,-1-1 0 0 0,1 0 0 0 0,0 0 16 0 0,1-1 8 0 0,-1-1 0 0 0,-1 1 0 0 0,0 1-80 0 0,-2-2-8 0 0,2 1-8 0 0,-3 0 0 0 0,2 2 32 0 0,-1-1 8 0 0,0-1 0 0 0,-1 2 0 0 0,-2 0-120 0 0,-1-2 88 0 0,1 2-88 0 0,-4-1 80 0 0,2 0-80 0 0,-1 1 0 0 0,-1-1 0 0 0,0 0 0 0 0,-1 0 0 0 0,1-1-112 0 0,-2 2 24 0 0,2-2 8 0 0,0 1-376 0 0,0 0-80 0 0,0 1-8 0 0,0-1-9408 0 0</inkml:trace>
  <inkml:trace contextRef="#ctx0" brushRef="#br0" timeOffset="95">10766 10505 4607 2284 2608,'0'-2'408'0'0,"-1"1"-328"0"0,1-1-80 0 0,-1 2 0 0 0,1 0 1184 0 0,0 0 216 0 0,0 0 40 0 0,-1 0 16 0 0,1 0 200 0 0,-2 2 40 0 0,2 1 0 0 0,0-3 8 0 0,0 0-848 0 0,0 18-176 0 0,0-8-32 0 0,0-1-8 0 0,0 1-184 0 0,0 2-40 0 0,0-1 0 0 0,0 0-8 0 0,2 0-152 0 0,-1-1-32 0 0,-1 0-8 0 0,0-1 0 0 0,1 1-88 0 0,0 0-24 0 0,0-2 0 0 0,0 1 0 0 0,-1-2-104 0 0,2-2 88 0 0,-2 0-88 0 0,0-1 80 0 0,0-1-80 0 0,0-1-128 0 0,2 0 32 0 0,-1-2-6088 0 0,1 2-1224 0 0</inkml:trace>
  <inkml:trace contextRef="#ctx0" brushRef="#br0" timeOffset="96">10841 10594 7831 2197 2488,'-1'1'696'0'0,"-1"1"-560"0"0,2 1-136 0 0,0-3 0 0 0,0 2 1144 0 0,0 0 200 0 0,2 3 32 0 0,-1 3 16 0 0,3 1-88 0 0,0 1-24 0 0,3-1 0 0 0,0-2 0 0 0,2 0-624 0 0,1-3-128 0 0,0-1-24 0 0,1-1-8 0 0,1-2-232 0 0,-1-3-40 0 0,1 0-16 0 0,-3-2 0 0 0,0-2-96 0 0,-2 2-16 0 0,0-1-8 0 0,-4 0 0 0 0,1 0 8 0 0,-4 0 8 0 0,0 2 0 0 0,-1-2 0 0 0,-3 0 24 0 0,-2-1 0 0 0,1 2 0 0 0,-2-1 0 0 0,-2 0-16 0 0,2 2 0 0 0,0-1 0 0 0,-2 1 0 0 0,2 1-112 0 0,1 1 88 0 0,-1 1-88 0 0,1 0 80 0 0,0 1-80 0 0,2 1 0 0 0,-1 0 0 0 0,2 1 0 0 0,-1-1-72 0 0,3 1-32 0 0,0 0-8 0 0,0 0 0 0 0,2 1-472 0 0,1 0-96 0 0</inkml:trace>
  <inkml:trace contextRef="#ctx0" brushRef="#br0" timeOffset="97">11032 10582 10591 2366 2848,'-3'6'472'0'0,"3"-3"96"0"0,0 0-456 0 0,0-1-112 0 0,0 2 0 0 0,2-2 0 0 0,-1 1 880 0 0,1 2 152 0 0,3 3 32 0 0,1 2 8 0 0,3 2-136 0 0,1-2-24 0 0,-1-1-8 0 0,1 0 0 0 0,2-4-384 0 0,-3 0-72 0 0,2-3-24 0 0,0 0 0 0 0,-2 0-104 0 0,2-2-16 0 0,-2-2-8 0 0,-1-1 0 0 0,-1 1-104 0 0,-3-3-16 0 0,0 1-8 0 0,-2-1 0 0 0,-2-1 16 0 0,-1-1 0 0 0,-1 0 0 0 0,-1-1 0 0 0,-1 0-48 0 0,-1 0-8 0 0,0-1 0 0 0,-2-1 0 0 0,0 1-40 0 0,-1 0-16 0 0,-1 2 0 0 0,2 0 0 0 0,-2 1-72 0 0,2 1 0 0 0,-2 2 72 0 0,2 0-72 0 0,0 2 0 0 0,2 1 0 0 0,-1 0 0 0 0,1 1 0 0 0,2 0-104 0 0,0 1-32 0 0,-1 1-8 0 0,1-1 0 0 0,0 2-128 0 0,1-1-24 0 0,1 2-8 0 0,-1-1-9096 0 0</inkml:trace>
  <inkml:trace contextRef="#ctx0" brushRef="#br0" timeOffset="98">8788 8843 2303 2305 3291,'0'-2'200'0'0,"0"1"-200"0"0,0-1 0 0 0,0 2 0 0 0,1-2 480 0 0,-1 1 48 0 0,1 1 16 0 0,0-1 0 0 0,0-1 320 0 0,1-1 72 0 0,-1 0 16 0 0,0 1 0 0 0,0 0 64 0 0,-1 2 8 0 0,0-2 8 0 0,-1 1 0 0 0,0 1-240 0 0,-3 1-56 0 0,-1-1 0 0 0,-1 2-8 0 0,-2 0-328 0 0,0 1-64 0 0,0 1-16 0 0,-1-1 0 0 0,2 3-184 0 0,-2-1-40 0 0,2 1 0 0 0,-2-1-8 0 0,4 0-88 0 0,-1 1 80 0 0,3 0-80 0 0,-1-1 80 0 0,3 0 8 0 0,0-1 0 0 0,1 1 0 0 0,1-1 0 0 0,0 1 80 0 0,3 0 24 0 0,-1-1 0 0 0,1-1 0 0 0,1 2 72 0 0,0-1 24 0 0,1 0 0 0 0,1 1 0 0 0,-2-2-32 0 0,2 1-8 0 0,0 1 0 0 0,1 1 0 0 0,0-1-72 0 0,-1-1-16 0 0,1 1 0 0 0,0 1 0 0 0,0-1-64 0 0,-1 0-24 0 0,0-1 0 0 0,-1 1 0 0 0,-1 1-72 0 0,-1-3 64 0 0,-1 3-64 0 0,-1-3 64 0 0,0 2-64 0 0,-1-1 0 0 0,-1 1 0 0 0,0 0 0 0 0,-1-1 0 0 0,-3 1 0 0 0,2 0 0 0 0,-3 1 0 0 0,1-1 0 0 0,-1 0 0 0 0,0 0 0 0 0,1-1 0 0 0,1-1 0 0 0,-2 0 0 0 0,3-1 0 0 0,-2 0 0 0 0,0-2 0 0 0,-1 0 0 0 0,0 0 0 0 0,0-3 0 0 0,0-1 0 0 0,-1 1 0 0 0,0-1 0 0 0,-1-1 0 0 0,2-1 0 0 0,-2 2 0 0 0,1-2 0 0 0,1 0 0 0 0,1-1 0 0 0,1 1 0 0 0,1 1 0 0 0,0-1 0 0 0,1 1 0 0 0,2 0 0 0 0,1-1 64 0 0,2-1-64 0 0,1-1 0 0 0,2 1 0 0 0,0-1 0 0 0,2 1 0 0 0,2-1 0 0 0,-1 0 0 0 0,2 0 0 0 0,-2 0 64 0 0,1 1-64 0 0,-2 0 64 0 0,1 0-64 0 0,-1-1 64 0 0,0 1-64 0 0,-3 0 0 0 0,0 1 0 0 0,-2 1 0 0 0,1 0 0 0 0,-3-1 0 0 0,1 1 0 0 0,-2 2 0 0 0,-1 0 0 0 0,0-2 0 0 0,-1 2 0 0 0,-2-2 0 0 0,0 2 0 0 0,-1 0 0 0 0,0-1 0 0 0,-1 1 0 0 0,0 1 0 0 0,-1 1 0 0 0,0 1 0 0 0,0 0 0 0 0,3 1-160 0 0,-1 1-56 0 0,-1 0-8 0 0,1 1-5496 0 0,2 2-1096 0 0</inkml:trace>
  <inkml:trace contextRef="#ctx0" brushRef="#br0" timeOffset="99">8922 8883 6447 2251 3211,'-2'3'288'0'0,"1"-2"56"0"0,0 1-280 0 0,0-1-64 0 0,1 1 0 0 0,0-1 0 0 0,0 1 1096 0 0,0 2 208 0 0,0 3 40 0 0,2 2 0 0 0,0 1 24 0 0,3 0 0 0 0,2 0 0 0 0,0-1 0 0 0,0-1-448 0 0,1-1-88 0 0,1-2-24 0 0,1-1 0 0 0,1-1-384 0 0,-2-1-72 0 0,0-2-24 0 0,-1-2 0 0 0,-1 1-200 0 0,0-3-32 0 0,-1-1-16 0 0,-2-1 0 0 0,0 2-80 0 0,-2-3 64 0 0,-1 0-64 0 0,-1-2 64 0 0,-1 0-64 0 0,-1 0 80 0 0,-2 2-80 0 0,0-3 80 0 0,-2 1-80 0 0,-2 0 64 0 0,-1-1-64 0 0,0 1 64 0 0,0 1-64 0 0,2 2 0 0 0,-3-1 72 0 0,1 0-72 0 0,-1 2 0 0 0,1 1 0 0 0,4 1 0 0 0,-1 2 0 0 0,-1 0 0 0 0,-2 2 0 0 0,-1 1 0 0 0,1 3 0 0 0,-1 1 0 0 0,2-1-104 0 0,1 4 24 0 0,0-2 8 0 0,4 2-296 0 0,-1 2-56 0 0</inkml:trace>
  <inkml:trace contextRef="#ctx0" brushRef="#br0" timeOffset="100">8313 10444 7367 2493 2926,'0'-1'656'0'0,"0"0"-528"0"0,0 1-128 0 0,0 0 0 0 0,0 0 816 0 0,0 0 136 0 0,1 0 24 0 0,-1 0 8 0 0,1 0 104 0 0,-1 0 16 0 0,1 4 8 0 0,-1-4 0 0 0,0 0-344 0 0,0 0-72 0 0,0 25-16 0 0,0-16 0 0 0,-1 0-184 0 0,0 2-40 0 0,-2 2-8 0 0,0 0 0 0 0,0 0-160 0 0,0 0-32 0 0,0 3 0 0 0,-1 0-8 0 0,1 0-88 0 0,1 0-8 0 0,1 1-8 0 0,-2 2 0 0 0,3-1-48 0 0,0-1 0 0 0,-2-3-8 0 0,2 0 0 0 0,0 0-88 0 0,0-2 96 0 0,0 1-96 0 0,0-2 96 0 0,0-1-96 0 0,0-1 64 0 0,0-2-64 0 0,0 2 64 0 0,0-4-64 0 0,-1 0 0 0 0,0-2 0 0 0,0 1 0 0 0,1-2 0 0 0,-2-2 0 0 0,2 1 0 0 0,0-2 0 0 0,-2-1-528 0 0,2-2-96 0 0,-1 1-16 0 0,0-2-8032 0 0</inkml:trace>
  <inkml:trace contextRef="#ctx0" brushRef="#br0" timeOffset="101">8261 10552 4607 2433 2976,'1'-16'200'0'0,"0"7"48"0"0,2 0-248 0 0,-2 1 0 0 0,0 5 0 0 0,0-2 0 0 0,2-1 1144 0 0,1-6 176 0 0,4-4 40 0 0,1-4 8 0 0,4-1 264 0 0,-1 3 64 0 0,1 3 0 0 0,-1 2 8 0 0,1 4-648 0 0,-3 2-128 0 0,0 4-24 0 0,0 0-8 0 0,-3 3-432 0 0,0 3-88 0 0,-2 1-24 0 0,-2 3 0 0 0,1 0-280 0 0,-4 2-72 0 0,0 2 0 0 0,-1 2 0 0 0,-1 0 0 0 0,-1 0 64 0 0,1 3-64 0 0,-2-3 64 0 0,1 0-64 0 0,-1-1 0 0 0,0-1-96 0 0,-1-2 96 0 0,0 1-256 0 0,-2 0 16 0 0,1-3 0 0 0,-1-1 0 0 0,1-2 32 0 0,0 1 8 0 0,-1-2 0 0 0,1 2 0 0 0,1-2 136 0 0,-1-1 64 0 0,1 2-64 0 0,-2-1 64 0 0,2-1-144 0 0,1 0 16 0 0,1 1 0 0 0,-1-1 0 0 0,4 1-512 0 0,-2 1-96 0 0</inkml:trace>
  <inkml:trace contextRef="#ctx0" brushRef="#br0" timeOffset="102">8466 10647 10591 2512 3023,'1'-5'472'0'0,"-1"3"96"0"0,0 0-456 0 0,0 0-112 0 0,0 1 0 0 0,0 1 0 0 0,0 0 1072 0 0,1 0 192 0 0,1 1 40 0 0,0 2 8 0 0,0 1-304 0 0,-2-4-56 0 0,0 0-16 0 0,0 27 0 0 0,-2-15-504 0 0,-2 3-104 0 0,1 0-16 0 0,-1 0-8 0 0,1 3-208 0 0,-1-1-96 0 0,0 1 80 0 0,1-1-80 0 0,1-1 0 0 0,0-2 0 0 0,1 0 0 0 0,-1-3 0 0 0,2-1 0 0 0,0-4 0 0 0,0 1 0 0 0,0-2 0 0 0,0 0 80 0 0,2-2-80 0 0,-1 0 80 0 0,3-2-80 0 0,-1-1 208 0 0,1-1-8 0 0,3-2 0 0 0,0 1 0 0 0,1-2-40 0 0,2 0 0 0 0,-1-2-8 0 0,2 2 0 0 0,-2 0-24 0 0,2 1 0 0 0,-2 1 0 0 0,0 0 0 0 0,1 1 0 0 0,-3 1 0 0 0,2-1 0 0 0,-2 1 0 0 0,0 0 0 0 0,0 1-8 0 0,-1-1 0 0 0,-1 0 0 0 0,-1 0-48 0 0,0 0-8 0 0,-2 0 0 0 0,0 0 0 0 0,1 1-64 0 0,-1-1 0 0 0,-1 0 0 0 0,-1 2 0 0 0,1-2 0 0 0,-2 0 0 0 0,1 0-80 0 0,-1 0 80 0 0,1 0-328 0 0,-1 0-24 0 0,0 0 0 0 0,-1-2-6184 0 0,2 2-1240 0 0</inkml:trace>
  <inkml:trace contextRef="#ctx0" brushRef="#br0" timeOffset="103">8795 10743 5527 2356 2931,'0'-1'488'0'0,"0"1"-392"0"0,-1 0-96 0 0,1 0 0 0 0,-2 0 1256 0 0,1 0 232 0 0,-1 1 48 0 0,-1 1 0 0 0,-3 0-448 0 0,0 0-96 0 0,3 3-24 0 0,-3-2 0 0 0,1 2-384 0 0,2 1-72 0 0,0-1-24 0 0,-1 0 0 0 0,3 1-48 0 0,-1-1-16 0 0,0 2 0 0 0,2-1 0 0 0,0 0-88 0 0,2-1-16 0 0,-2 1-8 0 0,3 0 0 0 0,-1 0-56 0 0,2-1 0 0 0,-2 2-8 0 0,3-3 0 0 0,-2 1-56 0 0,2 0 0 0 0,-1 1-8 0 0,2-1 0 0 0,-1 0-88 0 0,0 1-8 0 0,2 1-8 0 0,0-1 0 0 0,-1-1-16 0 0,1 1 0 0 0,1 1 0 0 0,-1-1 0 0 0,0 1 0 0 0,0-1-64 0 0,0 1 96 0 0,-2-2-32 0 0,1 2-64 0 0,-3-1 0 0 0,1-1 0 0 0,-2 0 64 0 0,0 0-64 0 0,-2-1 0 0 0,-1 2 0 0 0,1 1 0 0 0,-2-3 0 0 0,-3-1 0 0 0,2-1 0 0 0,-2 2 0 0 0,2-2-64 0 0,-3-1 64 0 0,0 1-80 0 0,1-2 80 0 0,-2 2-80 0 0,1-4 80 0 0,0 2-80 0 0,0 0 80 0 0,-1-3 0 0 0,2 1 0 0 0,-1 0 0 0 0,0-2 0 0 0,1 1 0 0 0,0-1 0 0 0,2-2 0 0 0,-1 2 0 0 0,3-2 0 0 0,0 0 0 0 0,0-1 0 0 0,1 0 0 0 0,2 0 0 0 0,0-2 96 0 0,1 2-32 0 0,1-2-64 0 0,1 1 88 0 0,2-1-88 0 0,0 0 80 0 0,0 1-80 0 0,0 2 0 0 0,-1-1 0 0 0,2 1 0 0 0,-1 0 0 0 0,0 2 0 0 0,-3-1-64 0 0,1 3 64 0 0,-1-1 0 0 0,-2 1 0 0 0,-1-1 0 0 0,0-1 0 0 0,-1 2 0 0 0,-1-1 0 0 0,0-1 0 0 0,-1 1 96 0 0,0-1-24 0 0,-1 1-72 0 0,-1-1 0 0 0,0 2 0 0 0,-1 1 0 0 0,2 0 0 0 0,-1 0 0 0 0,1 2 0 0 0,-1-1 0 0 0,1 1 0 0 0,1 0-112 0 0,1-1 40 0 0,1 1 8 0 0,0 2-408 0 0,1-2-72 0 0,2 1-24 0 0,1-1-8272 0 0</inkml:trace>
  <inkml:trace contextRef="#ctx0" brushRef="#br0" timeOffset="104">8936 10831 4143 2387 2855,'-1'2'184'0'0,"0"-1"40"0"0,0 1-224 0 0,1-2 0 0 0,0 2 0 0 0,0-1 0 0 0,0 1 1376 0 0,0 2 224 0 0,0 3 56 0 0,2 4 8 0 0,0 1 248 0 0,3-2 48 0 0,1 0 16 0 0,0-2 0 0 0,0 2-984 0 0,3-3-192 0 0,0 0-32 0 0,0-3-16 0 0,1 1-392 0 0,1-3-72 0 0,0-1-24 0 0,2-2 0 0 0,-2-1-80 0 0,1-1-24 0 0,0-1 0 0 0,-3-1 0 0 0,0-1 0 0 0,-2 1-8 0 0,0-4 0 0 0,-2 1 0 0 0,-1 0-8 0 0,-4 0 0 0 0,2 1 0 0 0,-4-1 0 0 0,0 0-24 0 0,-1-1-8 0 0,-1 0 0 0 0,-3-1 0 0 0,0 3-112 0 0,0 0 72 0 0,-1 1-72 0 0,0 1 64 0 0,-1 3-64 0 0,-1 0 0 0 0,1 0 0 0 0,1 2 64 0 0,-3 0-64 0 0,2 0 0 0 0,0 2 0 0 0,0-1 0 0 0,2 0-96 0 0,0 0-32 0 0,3 0 0 0 0,1-1-8 0 0,2 1-184 0 0,2 1-32 0 0,2-2 0 0 0,1-2-6144 0 0,2 0-1216 0 0</inkml:trace>
  <inkml:trace contextRef="#ctx0" brushRef="#br0" timeOffset="105">8011 11129 5983 2612 3055,'0'-2'536'0'0,"2"2"-432"0"0,-1-2-104 0 0,0 1 0 0 0,0 1 864 0 0,1-1 160 0 0,3-2 24 0 0,2-1 8 0 0,2-1 176 0 0,2-2 40 0 0,1 3 8 0 0,-1-1 0 0 0,-1 3-496 0 0,0-1-96 0 0,-1 0-16 0 0,0 2-8 0 0,-2 1-272 0 0,0 0-48 0 0,0 0-16 0 0,-2 0 0 0 0,-2 1-112 0 0,-2 0-24 0 0,1 2-8 0 0,-4-2 0 0 0,1 1 8 0 0,0 1 0 0 0,-1 2 0 0 0,-1 1 0 0 0,0 1-56 0 0,-1 1-8 0 0,2 1 0 0 0,-1 2 0 0 0,-1 0-40 0 0,1 0-16 0 0,-1 5 0 0 0,0-2 0 0 0,-1 0 24 0 0,1 1 0 0 0,1 0 0 0 0,-1-1 0 0 0,2 0-24 0 0,-1-2 0 0 0,2 1 0 0 0,0-1 0 0 0,1-2-72 0 0,-1-1 80 0 0,1-1-80 0 0,-1-1 80 0 0,1 1-80 0 0,-1-2 0 0 0,-1 0 0 0 0,1-2 0 0 0,0-1 0 0 0,-1 1-112 0 0,1 1 24 0 0,0-4-9072 0 0</inkml:trace>
  <inkml:trace contextRef="#ctx0" brushRef="#br0" timeOffset="106">8022 11252 5983 2580 3018,'0'-4'264'0'0,"0"3"56"0"0,1 0-256 0 0,0 0-64 0 0,0 0 0 0 0,1 0 0 0 0,0-1 1072 0 0,3 1 200 0 0,1-1 40 0 0,4 0 0 0 0,0-2 64 0 0,1 3 16 0 0,2-1 0 0 0,-2 0 0 0 0,1 2-600 0 0,-1 0-120 0 0,-2 0-32 0 0,1 0 0 0 0,-2 2-392 0 0,-1-1-88 0 0,1-1-8 0 0,-2 1-8 0 0,-1-1-600 0 0,1 0-120 0 0</inkml:trace>
  <inkml:trace contextRef="#ctx0" brushRef="#br0" timeOffset="107">8277 11153 9215 2625 3087,'-5'4'408'0'0,"2"-1"80"0"0,1 0-392 0 0,0-1-96 0 0,0 1 0 0 0,1-1 0 0 0,0 3 864 0 0,-1 1 144 0 0,1 4 32 0 0,-2 3 8 0 0,3 3 40 0 0,3-3 16 0 0,1 1 0 0 0,2-3 0 0 0,2-2-448 0 0,2-2-88 0 0,2-2-24 0 0,-1-1 0 0 0,2-3-192 0 0,1-1-32 0 0,0-3-16 0 0,-1-1 0 0 0,1-1-136 0 0,0 0-24 0 0,-3-2-8 0 0,0 0 0 0 0,-3 1-40 0 0,-1-2-16 0 0,-2 1 0 0 0,-3-1 0 0 0,-1 0-80 0 0,-2-1 80 0 0,-1-1-80 0 0,-2 1 80 0 0,-1-1-80 0 0,0 1 80 0 0,-1 1-80 0 0,-2-1 80 0 0,0 0-80 0 0,-1 0-136 0 0,0 4 32 0 0,0 1 8 0 0,-1 1 96 0 0,0 3 0 0 0,2 1 0 0 0,-2 0 0 0 0,3 2-352 0 0,0-1-128 0 0,0 3-32 0 0,2 2-8224 0 0</inkml:trace>
  <inkml:trace contextRef="#ctx0" brushRef="#br0" timeOffset="108">7866 12038 1375 2730 2677,'-3'-4'128'0'0,"1"1"-128"0"0,0 1 0 0 0,2 0 0 0 0,-2 1 1928 0 0,2 1 368 0 0,0 0 72 0 0,-2 0 8 0 0,1 0-528 0 0,-1 1-112 0 0,0 0-16 0 0,2 1-8 0 0,-2 3-696 0 0,1 1-144 0 0,1 2-24 0 0,0-2-8 0 0,0-3-376 0 0,0 1-80 0 0,0 3-8 0 0,0 4-8 0 0,0 3-240 0 0,-1 3-40 0 0,0 1-16 0 0,-1 2 0 0 0,2-2 48 0 0,-3 2 8 0 0,1 1 0 0 0,0-1 0 0 0,-1-2-128 0 0,1 1 0 0 0,0-1 0 0 0,-1-1 0 0 0,1-1 144 0 0,0-4 8 0 0,-1 0 0 0 0,2-2 0 0 0,-1-1-152 0 0,0-1 0 0 0,-1 1 0 0 0,1-2 0 0 0,-1 2 0 0 0,0-4 0 0 0,2 0 0 0 0,-1-2 0 0 0,1 0-320 0 0,0-1-48 0 0,1-1-8 0 0,0-2-8888 0 0</inkml:trace>
  <inkml:trace contextRef="#ctx0" brushRef="#br0" timeOffset="109">7823 12126 7831 2769 2694,'-1'-18'168'0'0,"1"7"40"0"0,0 1 8 0 0,0 1 8 0 0,1 4-224 0 0,0 1 0 0 0,0-3 0 0 0,3-4 0 0 0,0-2 1712 0 0,4-5 304 0 0,3-1 56 0 0,0 0 8 0 0,1 6-864 0 0,2 2-184 0 0,0 2-32 0 0,0 3-8 0 0,0 5-488 0 0,-2 2-104 0 0,2 2-16 0 0,-3 1-8 0 0,-2 1-216 0 0,-1 2-48 0 0,-2 0-8 0 0,-3 2 0 0 0,0 1-104 0 0,-3-1 0 0 0,-3 2 0 0 0,0 1 0 0 0,-3 3 0 0 0,-2-1 0 0 0,0-1 0 0 0,0 1 0 0 0,1-7 0 0 0,-1 4 0 0 0,-1-1 0 0 0,-3 0-80 0 0,1 1 80 0 0,-2-2 0 0 0,3-1 0 0 0,1-2-64 0 0,2-1 64 0 0,0 0 0 0 0,-2-1 0 0 0,2-2 0 0 0,0 3-256 0 0,0-3-40 0 0,2 1-8 0 0,2-1 0 0 0,0 2-624 0 0,2-1-128 0 0</inkml:trace>
  <inkml:trace contextRef="#ctx0" brushRef="#br0" timeOffset="110">7973 12269 11519 2631 2448,'-2'0'1024'0'0,"1"-2"-824"0"0,1 1-200 0 0,0 1 0 0 0,1 0 1024 0 0,1 0 168 0 0,-2 0 32 0 0,0 0 8 0 0,4 3-208 0 0,-2 2-48 0 0,2 3-8 0 0,-2 3 0 0 0,0-1-536 0 0,-2 3-112 0 0,-1 1-16 0 0,-1 0-8 0 0,-2 2-136 0 0,0 0-32 0 0,-2-2-8 0 0,2-1 0 0 0,-1 0-56 0 0,1-2 0 0 0,1-1-64 0 0,1-1 96 0 0,0 0-96 0 0,2-2 64 0 0,-2 0-64 0 0,2-2 0 0 0,2 1 0 0 0,-2-2 0 0 0,0-1 0 0 0,2-1 0 0 0,0 1 136 0 0,1-2 8 0 0,1-1 0 0 0,1 1 0 0 0,0-1-32 0 0,2 0-8 0 0,1-1 0 0 0,0-1 0 0 0,2 0 16 0 0,0 0 0 0 0,-1 1 0 0 0,2-1 0 0 0,-2 0 0 0 0,0 0 0 0 0,1 1 0 0 0,-2 0 0 0 0,1 0-32 0 0,0 0-8 0 0,-2-1 0 0 0,-2 1 0 0 0,1 1 16 0 0,-1 0 0 0 0,-2 0 0 0 0,1-1 0 0 0,-1-1-96 0 0,-1 1 0 0 0,-1 1 0 0 0,-1 0 0 0 0,0 0 0 0 0,0 0-112 0 0,-1-2 16 0 0,1 0 0 0 0,1 0-480 0 0,0-1-96 0 0</inkml:trace>
  <inkml:trace contextRef="#ctx0" brushRef="#br0" timeOffset="111">8224 12355 11975 2633 2402,'-1'-5'528'0'0,"1"3"112"0"0,0 0-512 0 0,1 2-128 0 0,0-2 0 0 0,1 1 0 0 0,0 0 832 0 0,1-1 128 0 0,5-1 32 0 0,3-4 8 0 0,3 3-200 0 0,0-1-48 0 0,2 1-8 0 0,-2-1 0 0 0,1 1-352 0 0,-2 0-72 0 0,0 4-8 0 0,-3-2-8 0 0,0-3-80 0 0,-3 4-24 0 0,-1 1 0 0 0,-1 0 0 0 0,-2-1-8 0 0,-2 1-8 0 0,0 1 0 0 0,-2 0 0 0 0,2 0-48 0 0,-2 2-8 0 0,-1 1 0 0 0,0 2 0 0 0,-2 0-32 0 0,1 1-16 0 0,-2-1 0 0 0,1 1 0 0 0,0 0-80 0 0,1 2 80 0 0,-2-2-80 0 0,1 2 80 0 0,0 0-80 0 0,-1 0 0 0 0,2 0 0 0 0,-2 2 64 0 0,2-2-64 0 0,-1 0 80 0 0,1 1-80 0 0,1 1 80 0 0,-1-1-8 0 0,1 1 0 0 0,0 0 0 0 0,0 0 0 0 0,2 1-72 0 0,0-3 80 0 0,-2 0-80 0 0,1 0 80 0 0,-1 2-80 0 0,0-1 0 0 0,-1 0 0 0 0,1 0 0 0 0,0 0 0 0 0,-2 0 0 0 0,2-1 0 0 0,-1 0 0 0 0,1-2-144 0 0,1-2-48 0 0,0-1 0 0 0,1-2-9496 0 0</inkml:trace>
  <inkml:trace contextRef="#ctx0" brushRef="#br0" timeOffset="112">8254 12476 919 2780 3047,'-3'-2'80'0'0,"0"1"-80"0"0,2 0 0 0 0,0 0 0 0 0,1 0 2112 0 0,0 0 416 0 0,0 1 72 0 0,1-2 24 0 0,3 0-480 0 0,-1-1-88 0 0,4 0-16 0 0,0 1-8 0 0,2 0-1016 0 0,3 0-208 0 0,-2 0-40 0 0,2 1 0 0 0,-1 0-480 0 0,-1 0-88 0 0,0 2-16 0 0,-1-1-8 0 0,-1 1-112 0 0,-1-1-64 0 0,-1 1 64 0 0,-2-1-64 0 0,1 2-128 0 0,0-2-64 0 0,0 3-16 0 0,3-1-8992 0 0</inkml:trace>
  <inkml:trace contextRef="#ctx0" brushRef="#br0" timeOffset="113">8493 12430 14279 2493 2390,'-2'0'1272'0'0,"-1"2"-1016"0"0,3 0-256 0 0,-2-1 0 0 0,2 1 640 0 0,-2 1 88 0 0,0 3 8 0 0,-1 1 8 0 0,-1 4 120 0 0,3 2 16 0 0,3-3 8 0 0,1 1 0 0 0,4-4-568 0 0,2 0-120 0 0,0-1-16 0 0,0-3-8 0 0,2 0-48 0 0,2-2 0 0 0,-1-2-8 0 0,0 0 0 0 0,2-3-40 0 0,-1-1-8 0 0,1-2 0 0 0,-3 0 0 0 0,0-1-72 0 0,-1 0-88 0 0,-2 0 24 0 0,-3-1 0 0 0,0 1 304 0 0,-3 0 64 0 0,0 0 16 0 0,-4 0 0 0 0,-1 0-192 0 0,-1-1-32 0 0,-1 0 0 0 0,-2 0-8 0 0,0 1-24 0 0,-1 2 0 0 0,1 1 0 0 0,-2 3 0 0 0,0 1-64 0 0,-2 2 80 0 0,2 0-80 0 0,0 1 80 0 0,1-1-80 0 0,0 4 0 0 0,1-1 0 0 0,0-1 64 0 0,4-1-224 0 0,-1 1-56 0 0,2-2-8 0 0,1 0-6496 0 0,1-2-1312 0 0</inkml:trace>
  <inkml:trace contextRef="#ctx0" brushRef="#br0" timeOffset="114">5559 5679 20271 3144 2584,'-25'-16'1800'0'0,"5"6"-1440"0"0,6 7-288 0 0,7 5-72 0 0,2 0 0 0 0,-1-1-112 0 0,-11-3 24 0 0,-8-3 8 0 0,-4-1-864 0 0,-2 2-176 0 0,6 3-32 0 0,9 2 0 0 0,7 2-328 0 0,7 2-64 0 0,6 1-16 0 0,7 3-3912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Tx" type="integer" min="-90" max="90" units="deg"/>
          <inkml:channel name="OTy" type="integer" min="-90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Tx" name="resolution" value="100" units="1/deg"/>
          <inkml:channelProperty channel="OTy" name="resolution" value="100" units="1/deg"/>
        </inkml:channelProperties>
      </inkml:inkSource>
      <inkml:timestamp xml:id="ts0" timeString="2025-11-03T19:22:11.807"/>
    </inkml:context>
    <inkml:brush xml:id="br0">
      <inkml:brushProperty name="width" value="0.05292" units="cm"/>
      <inkml:brushProperty name="height" value="0.05292" units="cm"/>
      <inkml:brushProperty name="color" value="#0030AB"/>
      <inkml:brushProperty name="ignorePressure" value="1"/>
    </inkml:brush>
  </inkml:definitions>
  <inkml:trace contextRef="#ctx0" brushRef="#br0">2236 1222 2759 2934 2930,'0'-2'248'0'0,"0"1"-248"0"0,0 1 0 0 0,0-1 0 0 0,0 1 448 0 0,0-1 48 0 0,0 0 8 0 0,-1-3 0 0 0,1 1 304 0 0,0-1 64 0 0,0-1 16 0 0,0 1 0 0 0,0 2-96 0 0,0 0-24 0 0,-1 0 0 0 0,-1-1 0 0 0,1 1-128 0 0,0 1-32 0 0,-2 1-8 0 0,-1 0 0 0 0,-2 1-88 0 0,0 0-24 0 0,-3 3 0 0 0,-1-1 0 0 0,-2 3-240 0 0,1 1-56 0 0,-1 1 0 0 0,-3 3-8 0 0,3 0-88 0 0,1-2-24 0 0,1 2 0 0 0,-2 1 0 0 0,2-2 24 0 0,1 2 0 0 0,1-1 0 0 0,0-1 0 0 0,3 1 56 0 0,-1-1 8 0 0,0 1 8 0 0,4-2 0 0 0,0 1 56 0 0,-3 0 16 0 0,4-1 0 0 0,0 0 0 0 0,1 2 8 0 0,0-2 0 0 0,0-1 0 0 0,1-1 0 0 0,0 3-16 0 0,2 0 0 0 0,1 1 0 0 0,2 1 0 0 0,0 0-32 0 0,-1-3-8 0 0,-1-1 0 0 0,2-3 0 0 0,0 4-16 0 0,2-3-8 0 0,2 2 0 0 0,1-1 0 0 0,3-1-40 0 0,1 0-16 0 0,1-2 0 0 0,0-1 0 0 0,1-2-16 0 0,0-1-8 0 0,2-1 0 0 0,-2-2 0 0 0,1-1 0 0 0,-3-1 0 0 0,2-1 0 0 0,1-1 0 0 0,-1-2-88 0 0,0 0 96 0 0,0-2-96 0 0,1-2 96 0 0,-2 0-96 0 0,-2 0 0 0 0,-1-2 0 0 0,0 1 64 0 0,-3 0-64 0 0,-3 0 0 0 0,-2 0 0 0 0,-1-1 0 0 0,-2 2 0 0 0,-1-2 0 0 0,-1 2 0 0 0,-3 1 0 0 0,1-1 0 0 0,-4 3 0 0 0,0-2 0 0 0,-1 3 0 0 0,0-1 0 0 0,0 2 0 0 0,-2 1 0 0 0,0-1 0 0 0,0 2 0 0 0,-2-1 0 0 0,-1 2 0 0 0,-2 0 0 0 0,3 0 0 0 0,-3 1 0 0 0,-1 0 0 0 0,1 1 0 0 0,-1-1 0 0 0,-1 1 0 0 0,1 0 0 0 0,2 2 0 0 0,0 0 0 0 0,0 0 0 0 0,0 2 0 0 0,3-1 0 0 0,-2 0 0 0 0,1 2 0 0 0,3-1 0 0 0,0 1 0 0 0,0 1 0 0 0,1 1 0 0 0,2-2 0 0 0,-2 0 0 0 0,3 1-112 0 0,0-2 40 0 0,2 0 8 0 0,0 0 0 0 0,2 0-160 0 0,2-1-32 0 0,2 2-8 0 0,1-2-5848 0 0,2 0-1176 0 0</inkml:trace>
  <inkml:trace contextRef="#ctx0" brushRef="#br0" timeOffset="1">2279 1590 3703 2944 2841,'2'-3'328'0'0,"-2"2"-264"0"0,0 1-64 0 0,0 0 0 0 0,1 1 0 0 0,-1-1 0 0 0,0 1 0 0 0,1-1 0 0 0,1 2 0 0 0,-2-2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0,7-18 0 0 0,-5 19 0 0 0,-1-1 0 0 0,-1 0 0 0 0,1 0 0 0 0,-1 0 0 0 0,2 0 0 0 0,-2 0 0 0 0,0-1 0 0 0,1 1 0 0 0,-1-1 0 0 0,0 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64 0 0,0 0-64 0 0,0 0 0 0 0,0 0 0 0 0,0 0 0 0 0,0 0 0 0 0,0 0 0 0 0,0 0-72 0 0,0 0 72 0 0,0 0 200 0 0,0 0 64 0 0,0 0 16 0 0,0 0 8 0 0,0 0 96 0 0,0 0 24 0 0,-1-19 0 0 0,1 18 8 0 0,1-2 136 0 0,0 1 24 0 0,-1 0 8 0 0,2-2 24 0 0,-2 2 96 0 0,2-1 16 0 0,-2 0 8 0 0,0-1 8 0 0,0 2 104 0 0,0-2 24 0 0,-2 2 0 0 0,2-1 8 0 0,-2 3-112 0 0,1-2-24 0 0,0 0-8 0 0,-1 1 8 0 0,2 0-288 0 0,-1 0-56 0 0,0 1-8 0 0,-1 0 0 0 0,2 0-248 0 0,-1 1-48 0 0,0 1-16 0 0,1 0 16 0 0,-2 2-88 0 0,2 1 0 0 0,0 2-96 0 0,-1 0 96 0 0,1 3-88 0 0,1 0 88 0 0,-1 0-96 0 0,0 3 96 0 0,0 3 0 0 0,2 3 0 0 0,-2 2 0 0 0,0 2 0 0 0,0 4 72 0 0,0-1 16 0 0,0 3 0 0 0,0-1 8 0 0,-2-3 56 0 0,2 0 8 0 0,-1 3 0 0 0,1-3 8 0 0,-1-4 8 0 0,1 4 0 0 0,-1 4 0 0 0,1-1 0 0 0,0-3-48 0 0,0 2 0 0 0,1 10-8 0 0,0 6 0 0 0,0-2-24 0 0,1-2-8 0 0,-1-1 0 0 0,0-5 0 0 0,1-3 0 0 0,-2-1 0 0 0,1-3 0 0 0,-1 0 0 0 0,0 1-24 0 0,-1-3-64 0 0,2-3 96 0 0,-1-2-32 0 0,0 0 0 0 0,0-1-64 0 0,1-1 96 0 0,-1-1-32 0 0,2 1-64 0 0,-2-1 96 0 0,1-3-96 0 0,-1-1 96 0 0,1-1-96 0 0,1-1 80 0 0,0-3-80 0 0,-2 1 80 0 0,0-1-80 0 0,2-2 64 0 0,-1-2-64 0 0,-1 0 64 0 0,1-1-64 0 0,-1-1 0 0 0,2 0 72 0 0,-2-1-72 0 0,0 1 64 0 0,1-1-64 0 0,-1-1 64 0 0,0 2-64 0 0,0 1 64 0 0,0 0-64 0 0,0-4 64 0 0,1-1-64 0 0,-1 3 64 0 0,0 0-64 0 0,0 0 64 0 0,0 0-64 0 0,0 0 0 0 0,0 0 64 0 0,0 0-64 0 0,0 0 0 0 0,0 0 0 0 0,6-21 0 0 0,-6 17 0 0 0,0 1 0 0 0,0-1 0 0 0,-2-1 0 0 0,2 1 0 0 0,-1-1 0 0 0,0 1 0 0 0,-1-1 0 0 0,0 1 0 0 0,-1 0 0 0 0,0-1 0 0 0,-1 1 0 0 0,0 1 0 0 0,0 0-64 0 0,0 2-16 0 0,1 0 0 0 0,-3 0 0 0 0,0 1 0 0 0,0 1-8 0 0,-1 1 0 0 0,1 2 0 0 0,0 0 0 0 0,-2-1 88 0 0,0 1-96 0 0,2 1 96 0 0,1 0-96 0 0,-3 0 96 0 0,4 0 0 0 0,-1 1 0 0 0,0-2 0 0 0,2 2 0 0 0,-1-1 0 0 0,4 2 0 0 0,-2 0 0 0 0,4 0 0 0 0,-2 0 0 0 0,4 1 0 0 0,2-2 0 0 0,1 0 0 0 0,1 0 0 0 0,0 0 0 0 0,2-1 0 0 0,3-1 0 0 0,-1 0 0 0 0,1-1 0 0 0,0 0 0 0 0,0 0 0 0 0,0-3 72 0 0,0-2-72 0 0,0 0 80 0 0,1-3-80 0 0,0-1 64 0 0,1 1-64 0 0,-3-2 64 0 0,-1-1-64 0 0,1-1 0 0 0,-4-2 72 0 0,-1 0-72 0 0,0 2 0 0 0,-4-2 0 0 0,-1 0 0 0 0,-4 0 0 0 0,2 0 0 0 0,-3 0 0 0 0,-1-2 0 0 0,-3 2 0 0 0,0-1 0 0 0,-2 4 0 0 0,2 2-64 0 0,1 1 64 0 0,-1 1-72 0 0,-1 2 72 0 0,0 1-80 0 0,-3 1 80 0 0,-1 1-72 0 0,1 1 72 0 0,-1 2-64 0 0,-2 0 64 0 0,3 1 0 0 0,-2 2 0 0 0,1-1 0 0 0,0 1 0 0 0,3 0 0 0 0,-1-1 0 0 0,1 1 0 0 0,2 1 0 0 0,1-1 0 0 0,2 0 0 0 0,-1 0 0 0 0,5-1 0 0 0,-2 1 0 0 0,4 0 0 0 0,0 0 0 0 0,2 1 64 0 0,0-2-64 0 0,1 1 0 0 0,1-1 0 0 0,0 1 0 0 0,1-1 0 0 0,1 1 0 0 0,-1 0 0 0 0,0-1 0 0 0,-1 1 0 0 0,2-3 0 0 0,0-1 0 0 0,1-1 0 0 0,2-1 64 0 0,0-1-64 0 0,0-1 80 0 0,2-3-80 0 0,1-1 80 0 0,-1 0-80 0 0,0-1 80 0 0,-1-4-80 0 0,0 0 64 0 0,-3 0-64 0 0,1 0 0 0 0,-2-1 72 0 0,-4 1-72 0 0,-2 0 0 0 0,0 2 0 0 0,-2-2 0 0 0,-2 2 0 0 0,-2-3 0 0 0,-2 2 0 0 0,-2-1 0 0 0,-1 2 0 0 0,-3 1 0 0 0,2 1 0 0 0,-3 2 0 0 0,2 4 0 0 0,-3 0 0 0 0,-1 2-80 0 0,3 0 80 0 0,0 1-80 0 0,-1 1 80 0 0,-1 2-80 0 0,-2 1 80 0 0,0 2 0 0 0,0 0 0 0 0,0 0-64 0 0,1 1 64 0 0,2-1 0 0 0,1 0 0 0 0,2 1 0 0 0,2 0 0 0 0,2 0 0 0 0,1 0 0 0 0,1 1 0 0 0,2-2 0 0 0,2 1 0 0 0,0-1 0 0 0,2-4 0 0 0,0 1 0 0 0,0 1 0 0 0,3-2 0 0 0,1 2 0 0 0,0-1 0 0 0,2 0 0 0 0,0 0 0 0 0,0-1 64 0 0,0-2-64 0 0,1 1 88 0 0,2-2-16 0 0,1-1 0 0 0,-2-1 0 0 0,3-1-72 0 0,-3-1 64 0 0,2-2-64 0 0,0-1 64 0 0,0 0-64 0 0,-1-3 64 0 0,0 0-64 0 0,-2 0 64 0 0,0 0-64 0 0,0-3 0 0 0,-2-1 0 0 0,-1 0 0 0 0,-2 3 0 0 0,-2-3 0 0 0,-2 0 64 0 0,-1 1-64 0 0,-2 0 0 0 0,-1 2 0 0 0,-1 0 0 0 0,-1 3 0 0 0,0 1 0 0 0,-2 2 0 0 0,-1 1 0 0 0,-2 0 0 0 0,0 2 0 0 0,0 0 0 0 0,-1 2-80 0 0,2 0 80 0 0,1 1-72 0 0,-1 1 72 0 0,1 1-64 0 0,-2 1 64 0 0,0-1 0 0 0,2-1 0 0 0,-1 2 0 0 0,1 1-64 0 0,3-1 64 0 0,0 1 0 0 0,0 0 0 0 0,2 2 0 0 0,1 0 0 0 0,2 0 0 0 0,2 2 0 0 0,2-3 0 0 0,1 1 0 0 0,2 0 0 0 0,0-1 0 0 0,2-1 0 0 0,1 0 0 0 0,3-2 0 0 0,0-1 0 0 0,0 0 0 0 0,0-4 0 0 0,0 0 0 0 0,0 0 0 0 0,1-4 0 0 0,-2 0 0 0 0,1-1 0 0 0,-2 1 64 0 0,0-3-64 0 0,-1-2 0 0 0,-1 1 72 0 0,0-1-72 0 0,-2-2 0 0 0,-2 2 0 0 0,-1-3 0 0 0,-1 0 0 0 0,0-1 0 0 0,-4 0 0 0 0,1 3 0 0 0,-2 0 0 0 0,1 2 0 0 0,-4 0 0 0 0,1 3 0 0 0,-1 0 0 0 0,-3 3 0 0 0,3 1 0 0 0,-2 2-72 0 0,0 1 72 0 0,-2 1-64 0 0,1 2 64 0 0,1 2-80 0 0,-2 1 80 0 0,1 5-80 0 0,1 1 80 0 0,0-3 0 0 0,0-1 0 0 0,1-1 0 0 0,3 2 0 0 0,-2-2 0 0 0,3 0 0 0 0,3-2 0 0 0,-1 1 0 0 0,1-2 0 0 0,1-3 0 0 0,0 1 0 0 0,2-2 0 0 0,2-1 0 0 0,-2 1 0 0 0,1-4 0 0 0,1 1 0 0 0,2-1 0 0 0,1 0 0 0 0,0-2 64 0 0,1 0-64 0 0,1-1 0 0 0,-1 3-88 0 0,1-3 88 0 0,-2-1-280 0 0,4 1-8 0 0,-2 1 0 0 0,1 1-5888 0 0,0-1-1184 0 0</inkml:trace>
  <inkml:trace contextRef="#ctx0" brushRef="#br0" timeOffset="2">2255 2694 1375 2906 2723,'1'0'128'0'0,"-1"0"-128"0"0,0 0 0 0 0,0 0 0 0 0,0 0 520 0 0,-1 0 88 0 0,1 0 8 0 0,-1 2 8 0 0,-1-2 208 0 0,0 0 32 0 0,2 0 16 0 0,0 0 0 0 0,0 0 152 0 0,0 0 32 0 0,0 0 8 0 0,0 0 0 0 0,0 0-40 0 0,0 0-8 0 0,0 0 0 0 0,0 0 0 0 0,0 0-264 0 0,0 0-56 0 0,-18 13-16 0 0,16-10 0 0 0,-1 2-296 0 0,-1 0-56 0 0,0 0-16 0 0,-2 1 0 0 0,3 1-112 0 0,-4 0-24 0 0,-1 1-8 0 0,-3 2 0 0 0,-2 3-80 0 0,-1 0-24 0 0,0 0 0 0 0,-2 2 0 0 0,-6 2-72 0 0,-1 3 96 0 0,3-4-96 0 0,-3 2 96 0 0,-5 6-96 0 0,-4 2 96 0 0,-4 3-96 0 0,-3 2 96 0 0,2-3-96 0 0,0 2 0 0 0,-1 3 72 0 0,-1-3-72 0 0,2-7 80 0 0,3 0-16 0 0,5 1-64 0 0,-1-2 96 0 0,0-5-8 0 0,-1-1-8 0 0,4-1 0 0 0,2-2 0 0 0,2 0 16 0 0,5-3 8 0 0,4 0 0 0 0,-1-2 0 0 0,0 0 16 0 0,2 2 0 0 0,1-3 0 0 0,0 1 0 0 0,0 0-24 0 0,0 0-8 0 0,1 0 0 0 0,1-1 0 0 0,1-1-88 0 0,0 0 64 0 0,4-2-64 0 0,0 0 64 0 0,2-1-64 0 0,-1-1 0 0 0,3 0 72 0 0,-2-1-72 0 0,2 1 0 0 0,-1 0 64 0 0,1 0-64 0 0,0 0 0 0 0,1-2 0 0 0,-2 0 0 0 0,1 0 0 0 0,0 0 0 0 0,-1 2 0 0 0,2-2 0 0 0,0 0 0 0 0,0 0 64 0 0,0 0-64 0 0,0 0 0 0 0,0 0 0 0 0,0 0 0 0 0,0 0 0 0 0,0 0 0 0 0,0 0 0 0 0,0 0 0 0 0,0 0 0 0 0,0 0 0 0 0,0 0 0 0 0,0 0 64 0 0,10-22-64 0 0,-9 18 0 0 0,2-1 0 0 0,-2 1 0 0 0,0 1 0 0 0,1 0 0 0 0,-1-1 0 0 0,0-1 0 0 0,1 0 0 0 0,-2-1 0 0 0,0 2 0 0 0,-2-1 0 0 0,2 1 0 0 0,-2-1 0 0 0,0 3 0 0 0,0-2 0 0 0,-1 0 0 0 0,-1-1 0 0 0,0 2 0 0 0,0 1 0 0 0,0 0-96 0 0,-2 1 32 0 0,-2 1 0 0 0,3 0 0 0 0,-1 3-8 0 0,-1-1 0 0 0,3 1 0 0 0,-3 0 0 0 0,-1 1 72 0 0,0 2 0 0 0,-1 1-72 0 0,-1 2 72 0 0,0 0 0 0 0,1 1 0 0 0,-1 0 0 0 0,1 2 0 0 0,1 0 0 0 0,1 0 0 0 0,3 0 0 0 0,0-2 0 0 0,4-1 0 0 0,0-2 0 0 0,3 1 0 0 0,2-1 0 0 0,2-1 0 0 0,2-1 0 0 0,1-3 72 0 0,2-1-72 0 0,1-1 104 0 0,1-3-8 0 0,3 0-8 0 0,-4 0 0 0 0,-2-1-24 0 0,0-1 0 0 0,2-1 0 0 0,-3-2 0 0 0,2 0-64 0 0,-1-1 0 0 0,-3 0 0 0 0,-2 0 64 0 0,0 1-64 0 0,-2-2 0 0 0,-3 0 0 0 0,-2 0 0 0 0,-1 0 0 0 0,-2 2 0 0 0,0 3 0 0 0,-4-2 0 0 0,1 1 0 0 0,-3 2 0 0 0,0 1 0 0 0,-2 3 0 0 0,-1 2 0 0 0,2 0 0 0 0,-3 1 0 0 0,1 5 0 0 0,-1 0 0 0 0,0 2 0 0 0,1 2 0 0 0,-2 1 0 0 0,5 0 0 0 0,0 0 0 0 0,1 2 0 0 0,1-2 0 0 0,1 1 0 0 0,2-1 0 0 0,3-2 0 0 0,2 1 0 0 0,0-5 0 0 0,2-1 0 0 0,2 0 0 0 0,1-2 0 0 0,2-2 0 0 0,2-1 0 0 0,1-1 0 0 0,0-3 0 0 0,5-2 0 0 0,-1-2 64 0 0,1-3 0 0 0,0 2 0 0 0,-3 1-64 0 0,0-1 80 0 0,1-2-80 0 0,1-1 80 0 0,-1-1-80 0 0,-1-1 0 0 0,0 0 0 0 0,-5 1 0 0 0,1 2 0 0 0,-2 0 0 0 0,-3-1 0 0 0,-1-1-88 0 0,-2 2 88 0 0,-1-2-104 0 0,-2 1 40 0 0,-2 2 64 0 0,1 1-80 0 0,-2 2 80 0 0,-1 1 0 0 0,-3 0-72 0 0,1 4 72 0 0,-3 1 0 0 0,0 2 0 0 0,-2 2-64 0 0,4 1 64 0 0,-3 1 0 0 0,1 1 0 0 0,-1 2 0 0 0,2 1 0 0 0,0 0 0 0 0,3 1 0 0 0,3-1 0 0 0,2-3 0 0 0,2 1 0 0 0,2-1 0 0 0,4-1 0 0 0,2-3-256 0 0,1-1 0 0 0,4 0-8 0 0,2-4-8896 0 0</inkml:trace>
  <inkml:trace contextRef="#ctx0" brushRef="#br0" timeOffset="3">1191 3476 2759 3213 2662,'-2'-3'120'0'0,"1"2"32"0"0,0 0-152 0 0,-1 0 0 0 0,2 1 0 0 0,-1 0 0 0 0,1 0 704 0 0,-1-2 120 0 0,-2 2 16 0 0,0 0 8 0 0,0-3 240 0 0,1 2 40 0 0,-2 1 16 0 0,2-1 0 0 0,0 2-224 0 0,0-2-48 0 0,0 0-8 0 0,-1 1 0 0 0,0 0-160 0 0,1 1-32 0 0,-2 0 0 0 0,0 1-8 0 0,-1 2-248 0 0,-1-1-40 0 0,-2 5-16 0 0,-1-3 0 0 0,-1 2-104 0 0,-2 3-16 0 0,1-1-8 0 0,-3 3 0 0 0,2-2 0 0 0,-3 4 0 0 0,-2 1 0 0 0,-2 0 0 0 0,-2 3-48 0 0,-1 0-16 0 0,1-1 0 0 0,-1-2 0 0 0,-1 0-40 0 0,-1 3 0 0 0,-2 0-8 0 0,-1 0 0 0 0,0-1-48 0 0,-1 1-8 0 0,-2 1 0 0 0,-4 1 0 0 0,-1 3-64 0 0,2-3 96 0 0,6-5-96 0 0,1 2 96 0 0,-4 1 8 0 0,1-1 8 0 0,0 0 0 0 0,0-1 0 0 0,2-3-112 0 0,1 0 0 0 0,1 1 0 0 0,2-4 0 0 0,4-2 72 0 0,3 0-72 0 0,2-1 64 0 0,1-1-64 0 0,0-1 88 0 0,4 1-24 0 0,0-2-64 0 0,0 1 96 0 0,1 0-96 0 0,0-1 72 0 0,1 0-72 0 0,-1 0 64 0 0,2-1-64 0 0,0 1 0 0 0,0-1 0 0 0,1 0 0 0 0,0 0 0 0 0,0 0 0 0 0,-1-1 64 0 0,1 1-64 0 0,1-1 0 0 0,0-1 0 0 0,0 2 72 0 0,0-1-72 0 0,1-1 64 0 0,0 0-64 0 0,2 1 80 0 0,1-2-80 0 0,-1 0 72 0 0,1 0-72 0 0,0 0 64 0 0,1-2-64 0 0,0 1 0 0 0,1-1 0 0 0,-2 2 64 0 0,0 0-64 0 0,0 0 0 0 0,14-21 0 0 0,-8 12 0 0 0,-1 2 0 0 0,-3 1 0 20-26,2 1 0-2-2,-4 0 0 0 3,2 0-88-18 25,-4 2 88 0 0,0 3-80 0 0,0-2 80 17-28,-4 4-80-17 28,1 0 80 0 0,-2 1-104 0 0,-1 3 40 0 0,-1 1 64 0 0,-3 1-104 0 0,1 3 40 0 0,0 1 64 0 0,1 1-104 0 0,0 0 32 16-25,1 0 8-16 25,3-2 0 0 0,-2 2 0 0 0,0-2 64 0 0,3 1 0 0 0,1-2 0 0 0,2 0 0 0 0,0-2 0 0 0,2-3 0 0 0,0 3 0 0 0,3-5 0 0 0,1 0 0 0 0,2 0 0 0 0,0-2 0 0 0,0-1 64 0 0,4-1-64 0 0,-1-3 64 0 0,3-1-64 17-28,2-4 64-17 28,2 0 0 0 0,-2-4 0 0 0,0 2 0 0 0,-4 0 0 0 0,-1 2-64 0 0,-3-2 0 0 0,-2 2 0 0 0,-2 1 0 0 0,-2 1 0 0 0,-3 2 0 0 0,-2 1 0 0 0,1 0 0 0 0,-3 4 0 0 0,0 0 0 0 0,-2 0 0 0 0,1 4 0 0 0,-3 1 0 0 0,1-1 0 0 0,2 3 0 0 0,-1 0 64 0 0,3-1-64 0 0,0 2 0 0 0,1-1 0 17-26,1-1 0-17 26,1 1 0 0 0,1 0 0 0 0,0 0 0 0 0,2-1 0 0 0,2 0 0 0 0,-1-1 0 0 0,2 0 0 0 0,1-3 0 0 0,0-1 0 0 0,1 0 0 0 0,-1-1 0 0 0,1-1 0 0 0,2-2 0 0 0,-1 0 88 0 0,2-1-88 0 0,-3 0 96 0 0,1-3-96 0 0,2 1 0 0 0,-1-3 72 15-28,0 1-72-15 28,-1-2 0 0 0,1 3 72 0 0,-1-2-72 0 0,-4 0 0 0 0,2 1 64 0 0,-2 3-64 0 0,-1-3 0 0 0,-1 4 0 0 0,-1 1 0 0 0,1 1 0 0 0,-2 1 0 0 0,2 0 0 0 0,-1 1 0 0 0,-2 0 0 0 0,1 2 0 0 0,2 1 0 0 0,-4 0 0 0 0,2 2-88 0 0,0 0 88 0 0,-1 1-104 0 0,0 2 104 0 0,-1-1-72 0 0,0 1 72 0 0,-1 0-64 0 0,-1-1 64 0 0,1 2 0 0 0,0-2 64 0 0,1 1-64 0 0,-1 0 0 0 0,-1-1 0 0 0,2 2 0 0 0,0-3 64 0 0,3-3-64 0 0,-1 2 0 0 0,2-2 64 0 0,2 0-64 0 0,1-1 0 0 0,1-2 72 0 0,2-1-72 0 0,2-2 0 0 0,1-1 72 0 0,2-2-72 0 0,2-2 0 0 0,0-2 72 0 0,-2 3-72 0 0,-1-1 0 0 0,2 0 0 0 0,-3-1 0 0 0,-1 1-288 0 0,-2 3-16 0 0,-1-3-8 0 0,-2 3 0 0 0,-1 2-976 0 0,-2-1-200 0 0,0 2-40 0 0,2 0-5816 0 0</inkml:trace>
  <inkml:trace contextRef="#ctx0" brushRef="#br0" timeOffset="4">1292 3453 2759 3270 2745,'-1'0'248'0'0,"-1"0"-248"0"0,2 0 0 0 0,0 0 0 0 0,0 2 512 0 0,0-2 64 0 0,-1-2 0 0 0,0 2 8 0 0,0-1 360 0 0,2 0 72 0 0,-2 0 8 0 0,1 1 8 0 0,0 0-168 0 0,0 0-40 0 0,0 0-8 0 0,0 0 0 0 0,0 0-8 0 0,0 0 0 0 0,0 0 0 0 0,0 0 0 0 0,0 0-72 0 0,0 0-24 0 0,-8 22 0 0 0,8-11 0 0 0,-2 3-280 0 0,0 3-56 0 0,2 3-16 0 0,-2 1 0 0 0,0 4-48 0 0,1 2-16 0 0,1-1 0 0 0,0 0 0 0 0,3-1-40 0 0,-1-1-16 0 0,-2 1 0 0 0,2 1 0 0 0,-2 2-80 0 0,2-1-24 0 0,-2 3 0 0 0,0-1 0 0 0,0 1-32 0 0,2-1-8 0 0,-2 0 0 0 0,0-2 0 0 0,0-1-8 0 0,0 0-8 0 0,0 0 0 0 0,0 0 0 0 0,-2-1 0 0 0,2-2 0 0 0,0 0 0 0 0,-2 0 0 0 0,0-2 0 0 0,0-1 0 0 0,0 0 0 0 0,0-4 0 0 0,0 1-80 0 0,1-4 96 0 0,0 3-96 0 0,0-2 96 0 0,-1-1-32 0 0,2-3-64 0 0,0-2 96 0 0,0-3-32 0 0,0 0-64 0 0,0-2 64 0 0,0-1-64 0 0,2-2 64 0 0,-1 0-64 0 0,0-1 64 0 0,0-1-64 0 0,1-2 64 0 0,0 1-64 0 0,2-2 96 0 0,-2-1-96 0 0,0-1 96 0 0,0 0-96 0 0,0-1 0 0 0,0-1 72 0 0,0 1-72 0 0,-1 0 0 0 0,-1-2 0 0 0,0 3 0 0 0,0-1 0 0 0,-1 0 0 0 0,-1 0 0 21-26,0 0 0-4 0,0 1 0-17 26,0 4 0 19-28,-2-2 0-1 0,-1 1 0-1 2,0 2-64-17 26,-2 1-16 18-28,1 1 0-18 28,-2 3 0 0 0,0 4 0 0 0,-1 0 0 0 0,-1 1 0 0 0,-1 3 0 0 0,1 1 0 0 0,0 0 80 0 0,2-1 0 0 0,1-1-72 0 0,-1 2 72 0 0,2 2 0 0 0,-1 1 0 0 0,3 2 0 0 0,2-1 0 0 0,2-5 0 0 0,2 0 0 0 0,1-2 0 0 0,2-2 0 0 0,0-1 0 0 0,3-1 0 0 0,0-1 0 0 0,2-2 0 0 0,-1-1 0 0 0,1-2 0 17-27,-3-1 0-17 27,3 0 64 0 0,2-5-64 0 0,-1 0 96 0 0,1-1-96 0 0,-2-3 96 0 0,-1 2-96 0 0,-1 0 0 0 0,-1-1 72 0 0,-3 3-72 0 0,0 0 0 0 0,-1 0 0 0 0,-2 1 0 0 0,-2 1 0 0 0,1 1 0 0 0,-1 2 0 0 0,-3 0 0 0 0,0 2 0 0 0,1 0 0 0 0,-3 1 0 0 0,2 2 0 0 0,-4 2 0 0 0,2 3 0 0 0,-1-1 0 0 0,2 0 0 0 0,1-1 0 0 0,1-1 0 0 0,1 0 0 0 0,2 0 0 0 0,2-2 0 0 0,1 0 0 0 0,1-2 0 0 0,1 0 0 0 0,2-2 0 0 0,3-1 0 0 0,2-2 0 0 0,-2-2 0 0 0,2 0 0 0 0,1-2-96 0 0,2-1 16 0 0,-2-2 8 0 0,-1 0 0 0 0,-2 2-24 0 0,-2 0 0 0 0,-3 3 0 0 0,-3-1 0 0 0,0 1 96 0 0,-4-1-104 0 0,0 3 40 0 0,-5-1 64 0 0,-1 1 0 0 0,-4 1 0 0 0,-2 1 0 0 0,-3 0 0 0 0,2 2 0 0 0,-3 2 0 0 0,1-1 0 0 0,0 3 0 0 0,1-1 0 0 0,2 2 0 0 0,3-3 0 0 0,5 1 0 0 0,2-1 0 0 0,3-2 0 0 0,2 0 0 0 0,3-2 0 0 0,4-2-416 0 0,3-3-40 0 0,2-2-16 0 0,2-4-8616 0 0</inkml:trace>
  <inkml:trace contextRef="#ctx0" brushRef="#br0" timeOffset="5">1400 3422 5063 3212 2783,'-4'-4'224'0'0,"2"3"48"0"0,-2-1-272 0 0,4 2 0 0 0,-2-2 0 0 0,0 0 0 0 0,2 2 952 0 0,0 0 136 0 0,-2-2 24 0 0,0 2 8 0 0,1 0 120 0 0,0 0 24 0 0,0 3 8 0 0,1-2 0 0 0,0 3-472 0 0,0 1-96 0 0,1-1-24 0 0,1 3 0 0 0,0 0-112 0 0,2 3-24 0 0,2 0-8 0 0,0 1 0 0 0,2 2-192 0 0,3 0-40 0 0,1 4-8 0 0,3 1 0 0 0,0 1-40 0 0,4 4-16 0 0,-1 1 0 0 0,1 0 0 0 0,0 2-48 0 0,0-1 0 0 0,0 1-8 0 0,0-2 0 0 0,-4 1-56 0 0,3 0-16 0 0,0 1 0 0 0,-1 0 0 0 0,1 2-16 0 0,-1 0 0 0 0,0-3 0 0 0,-2 1 0 0 0,0-3-16 0 0,-1 0-8 0 0,3 4 0 0 0,1-1 0 0 0,-1 2 16 0 0,1-5 0 0 0,-1 1 0 0 0,-1-2 0 0 0,1-2 8 0 0,-3-1 8 0 0,1 0 0 0 0,-1-1 0 0 0,1 0 0 0 0,-2-4 0 0 0,-2-1 0 0 0,2 0 0 0 0,0 2-16 0 0,2 1-8 0 0,-1-3 0 0 0,-1 0 0 0 0,1-1-80 0 0,-2 0 80 0 0,-1-1-80 0 0,0-2 80 0 0,-2 0-80 0 0,-1-2 0 0 0,-1-1 72 0 0,-1-3-72 0 0,-2-1 64 0 0,0 1-64 0 0,-2-2 64 0 0,-1 1-64 0 0,2 0 0 0 0,-2-1 64 0 0,1-1-64 0 0,-1 1 0 0 0,0-1 64 0 0,-1 1-64 0 0,0-1 64 0 0,2 2-64 0 0,-2-2 0 0 0,0 0 64 0 0,0 0-64 0 0,0 0 0 0 0,0 0 0 0 0,0 0 0 0 0,0 0 0 0 0,0 0 64 18-25,0 0-64-18 25,0 0 0 0 0,0 0 0 0 0,0 0 0 0 0,0 0 0 0 0,0 0 0 0 0,0 0 0 0 0,0 0 0 0 0,0 0 0 18-25,0 0 0-18 25,0 0 0 0 0,0 0 0 0 0,0 0 0 0 0,0 0 0 0 0,0 0 0 0 0,0 0 0 0 0,0 0 0 0 0,0 0 0 0 0,0 0 0 0 0,-7-23 0 0 0,7 15 0 0 0,-1-1 0 0 0,-1 2 0 0 0,0 0 0 0 0,-1 1-64 0 0,-3 2 0 20-25,0-1 0-20 25,-2 0 0 0 0,-1 4-32 0 0,2-1-8 0 0,2 2 0 0 0,-2 0 0 0 0,1 3 8 0 0,-4 1 0 0 0,0 2 0 0 0,1 1 0 0 0,-1 2 96 0 0,0 2-72 0 0,4-2 72 0 0,-1 1-64 0 0,1 1 64 0 0,2 2 0 0 0,0 0 0 0 0,2 1 0 0 0,3 1 0 0 0,0-2 0 0 0,3-3 0 0 0,4 0 0 0 0,1-1 0 0 0,3-3 0 0 0,-2-1 0 0 0,3-3 0 0 0,4-1 0 0 0,1-2 0 0 0,4-3 0 0 0,-2-1 0 18-25,0-1 0-18 25,-3-3 0 0 0,1-2 0 0 0,-4 1 0 16-27,-3 2 0-16 27,-2-2 0 0 0,-2 3 0 0 0,-2-1-64 0 0,-3 1 64 0 0,2 1-64 0 0,-4-1 64 0 0,-4 2-64 20-26,2 0 64-20 26,-2 0 0 0 0,0 2 0 0 0,-3 1 0 0 0,1 2 0 0 0,-1 0 0 0 0,-2 2 0 16-28,0 2 0-16 28,-1 1 0 0 0,-1 1 0 0 0,1 2 0 0 0,-1 1 0 0 0,0 2 0 0 0,2-1 0 0 0,1 1 0 0 0,1 0 64 0 0,2-2-64 0 0,2 1 0 0 0,3-3 0 0 0,0-1 64 0 0,4-1-64 0 0,3-1 0 0 0,-1 0 0 0 0,4-3 64 0 0,2-1-64 0 0,3-3 0 0 0,0-1 0 0 0,4-5 0 0 0,-1 1 0 0 0,1-1 0 0 0,1-4 0 0 0,-1 0 0 0 0,-2-1 0 0 0,-1 1-64 0 0,-5 1 64 0 0,1 0-96 0 0,-5 1-8 0 0,-2 1-8 0 0,-2 0 0 0 0,-3 1 0 0 0,-4 0 32 0 0,-4 0 8 0 0,0 3 0 0 0,-1 2 0 0 0,0 0 72 0 0,-5 3 0 0 0,-5 2 0 0 0,-4 3 0 0 0,-2 2 160 0 0,-1 1-8 0 0,2 2 0 0 0,0-1 0 0 0,3 1-8 0 0,4-1 0 0 0,1 1 0 0 0,3-2 0 0 0,3 2-32 0 0,2-2-8 0 0,3-1 0 0 0,3-1 0 0 0,2 1-104 0 0,2-1 0 0 0,1-3 0 0 0,3 0 0 0 0,4-2-264 0 0,3-2-56 0 0,5-1 0 0 0,6-3-9664 0 0</inkml:trace>
  <inkml:trace contextRef="#ctx0" brushRef="#br0" timeOffset="6">2455 2707 2303 3158 3177,'-2'0'200'0'0,"-2"2"-200"0"0,1-1 0 0 0,2-1 0 0 0,-1 0 592 0 0,0 0 80 0 0,-1 1 8 0 0,-4 0 8 0 0,0 1 224 0 0,1 0 48 0 0,-1-1 0 0 0,3 0 8 0 0,3-1-80 0 0,-1 1-24 0 0,4-1 0 0 0,2-1 0 0 0,2 1-256 0 0,0-1-48 0 0,2 1-16 0 0,3 0 0 0 0,-1 0-72 0 0,1 1-24 0 0,3 1 0 0 0,-1 2 0 0 0,1-1 16 0 0,2 2 0 0 0,1 3 0 0 0,5-1 0 0 0,-1 3-136 0 0,3-1-24 0 0,3 3-8 0 0,2-1 0 0 0,3 2-40 0 0,3 0 0 0 0,3 0-8 0 0,-4-2 0 0 0,-3-2-56 0 0,5 2-16 0 0,5 2 0 0 0,-1 0 0 0 0,-6-2-16 0 0,1 3-8 0 0,7 2 0 0 0,2 1 0 0 0,-1 2-32 0 0,-2-1-8 0 0,2 0 0 0 0,-3-1 0 0 0,1-1-16 0 0,-1 1 0 0 0,0 0 0 0 0,0-1 0 0 0,0-1-8 0 0,-1-1-8 0 0,-3 1 0 0 0,1-2 0 0 0,0-1-16 0 0,-2 0 0 0 0,1-1 0 0 0,-3-1 0 0 0,1 0-64 0 0,-4-1 0 0 0,-4-2 72 0 0,0 0-72 0 0,-1-1 64 0 0,0 0-64 0 0,-4-1 80 0 0,1-1-80 0 0,-1 0 64 0 0,-1-2-64 0 0,-4-1 0 0 0,0-1 72 0 0,-2 2-72 0 0,-3 1 96 0 0,0-2-96 0 0,-3 1 96 0 0,-1-1-96 0 0,-2 0 0 0 0,1 2 72 0 0,-2-3-72 0 0,-2 2 0 0 0,2 0 0 0 0,-1 0 0 0 0,-1 1 64 0 0,1-1-64 0 0,0 0 0 0 0,-1 1 64 0 0,1 0-64 0 0,0-2 0 0 0,-1 1 0 0 0,2 0 0 0 0,0 0 64 0 0,-1 0-64 0 0,0-1 0 0 0,1 1 0 0 0,-1 0 64 0 0,1 0-64 0 0,-2-2 64 0 0,0 3-64 0 0,2-1 64 0 0,-3 0-64 0 0,2-1 64 0 0,-2 0-64 0 0,0 0 64 0 0,1 0-64 0 0,-1-1 0 0 0,0 0 0 0 0,-1 0 0 0 0,0 0 0 0 0,1-1 0 0 0,-1 0 0 0 0,0-1 0 0 0,0-1 0 0 0,-1-1 0 0 0,0 0 0 0 0,-2-1 64 0 0,1 1-64 0 0,-4-1 0 0 0,0 0 0 0 0,-2 0 0 0 0,-1 0 0 0 0,-1 3 0 0 0,-4 2 0 0 0,-1 0 0 0 0,2 2 0 0 0,-3 1 0 0 0,-1 3 0 0 0,-1 1 0 0 0,1 0 0 0 0,1 1 0 0 0,1 2 0 0 0,1 0-64 0 0,3-1 64 0 0,2 0 0 0 0,4 1 0 0 0,1-1 0 0 0,1 0 0 0 0,3-1 0 0 0,0-3 0 0 0,0 0 0 0 0,3 1 0 0 0,1 0 0 0 0,2 0 0 0 0,2-1 0 0 0,3 0 0 0 0,1-2 0 0 0,0-1 0 0 0,1 0 0 0 0,2-2 0 0 0,-1 0 0 0 0,3-3 0 0 0,-3-1 64 0 0,2 0-64 0 0,-1-3 0 0 0,0 0 0 0 0,-2-1 0 0 0,-1-2 0 0 0,-4 0 0 0 0,-2 2 0 0 0,0 0 0 0 0,-2-2 0 0 0,-1 1 0 0 0,-2 0 0 0 0,-2 0 0 0 0,0 1 0 0 0,-3 0 0 0 0,0 2 0 0 0,-4 0 0 0 0,2 3 0 0 0,-3-1 0 0 0,-1 3 0 0 0,-2 0 0 0 0,-1 2 0 0 0,0 2 0 0 0,-1 2 0 0 0,1 0-64 0 0,1 1 64 0 0,-1 0 0 0 0,-1 4 0 0 0,1 0 0 0 0,1 1 0 0 0,2 2 0 0 0,1-2 0 0 0,4-2 0 0 0,1 1 0 0 0,1-2 0 0 0,3-1 0 0 0,0 1 0 0 0,3-2 0 0 0,1 1 0 0 0,0-2 0 0 0,2-1 0 0 0,2 0 0 0 0,1-2 0 0 0,1-1 0 0 0,2-1 0 0 0,2-1 0 0 0,-1-3 0 0 0,2 0 0 0 0,-3 0 0 0 0,-2 1 0 0 0,3-5 0 0 0,4 0 0 0 0,-1-4 64 0 0,0 0-64 0 0,-3 1 0 0 0,-2 0 0 0 0,-3 0-64 0 0,-4 2 64 0 0,-2 1-104 0 0,-2-1 40 0 0,-2 2 64 0 0,-4 1-80 0 0,-1 2 80 0 0,-3 1 0 0 0,-2 3-72 0 0,3 0 72 0 0,-3 2 0 0 0,-2 0 0 0 0,1 1 0 0 0,-2 3 0 0 0,2 0 88 0 0,-2 2-88 0 0,4-2 96 0 0,1 1-24 0 0,2-1 0 0 0,3 1 0 0 0,1-3 0 0 0,2 1-72 0 0,4-1 0 0 0,-2 0 72 0 0,2-1-72 0 0,4 0 0 0 0,1-1 0 0 0,1-1 0 0 0,0 1 0 0 0,2-2 0 0 0,-1 0 64 0 0,2-2-64 0 0,-1 0 0 0 0,-2 0 0 0 0,1 0 64 0 0,-4-1-64 0 0,-1 2 0 0 0,-1-2 0 0 0,1 2 0 0 0,-3-1 0 0 0,2 1 0 0 0,-2-1 0 0 0,0 2 0 0 0,1-2 0 0 0,-1 1 0 0 0,0 1 0 0 0,-1-1 0 0 0,2 0 0 0 0,-1-1 0 0 0,0 2 0 0 0,1 0 0 0 0,-1-2 0 0 0,-1 2 0 0 0,0 0 0 0 0,0 0-64 0 0,0 0 64 0 0,0 0-64 0 0,0 0 64 0 0,0 0-104 0 0,0 0 40 0 0,0 0 64 0 0,0 0-112 0 0,0 0 40 0 0,0 0 8 0 0,0 0 0 0 0,0 0-24 0 0,0 0 0 0 0,0 0 0 0 0,0 0 0 0 0,0 0-64 0 0,0 0-8 0 0,0 0-8 0 0,0 0 0 0 0,0 0-456 0 0,0 0-88 0 0,0 0-24 0 0,0 0 0 0 0,0 0-960 0 0,0 0-192 0 0</inkml:trace>
  <inkml:trace contextRef="#ctx0" brushRef="#br0" timeOffset="7">4002 3338 919 2987 3505,'0'-2'80'0'0,"0"2"-80"0"0,0-2 0 0 0,0 1 0 0 0,0 1 632 0 0,-2 0 104 0 0,2 0 32 0 0,-1-1 0 0 0,1 1 512 0 0,-3-2 96 0 0,0 2 32 0 0,3 0 0 0 0,0 0-280 0 0,0 0-48 0 0,0 0-16 0 0,-18 18 0 0 0,15-10-496 0 0,-1 0-104 0 0,0 4-16 0 0,-2 5-8 0 0,0 5-56 0 0,-1 1-16 0 0,-1 5 0 0 0,-4 7 0 0 0,0 2 40 0 0,-3 3 8 0 0,0 4 0 0 0,-4-2 0 0 0,3-9 32 0 0,-4 2 0 0 0,-1 3 8 0 0,-4 1 0 0 0,0 1-120 0 0,1-1-24 0 0,2-1-8 0 0,-1-2 0 0 0,3-3-48 0 0,3-2-16 0 0,1-3 0 0 0,2-2 0 0 0,3-5-128 0 0,3-2-24 0 0,2-4-8 0 0,1-2 0 0 0,1-2-16 0 0,0-2 0 0 0,4-3 0 0 0,-2-2 0 0 0,2-1 0 0 0,0 0-64 0 0,0-2 96 0 0,0-2-32 0 0,0-2 0 0 0,0 0-64 0 0,2 2 96 0 0,-2-3-32 0 0,0-1 24 0 0,0 5 0 0 0,0 0 0 0 0,0 0 0 0 0,0-22-88 0 0,0 16 0 0 0,0-1 0 0 0,0 0 0 0 0,-2 1 0 0 0,0-1 0 0 0,-2-1 0 0 0,0 0 0 0 0,-1 3 0 0 0,0 0 0 0 0,0 0 0 0 0,-2 3 0 0 0,0 0 0 0 0,1 1 0 0 0,-3-1 0 0 0,1 2 0 0 0,-2 2 0 0 0,-1 1 0 0 0,1 3-64 0 0,-3 0 64 0 0,-1 2-64 0 0,-2 3 64 0 0,1-1-80 0 0,0 3 80 0 0,1 0 0 0 0,1 1 0 0 0,-1 1 0 0 0,3-1 0 0 0,-1 0 0 0 0,1 0 0 0 0,1 1 0 0 0,1-1 0 0 0,4 2 0 0 0,1-3 0 0 0,2-1 0 0 0,2-3 0 0 0,2-2 0 0 0,0-1 0 0 0,5 1 0 0 0,1-2 0 0 0,3-1 0 0 0,0-2 0 0 0,3-2 0 0 0,-1 0 0 0 0,1-2 0 0 0,-1-1 104 0 0,1-1-32 0 0,-1 0-8 0 0,3-1-64 0 0,-3-2 64 0 0,-3 1-64 0 0,0 0 64 0 0,-1-1-64 0 0,-1 0 0 0 0,-2 0 0 0 0,-2 0 0 26-21,-2 0 64-26 21,0 0-64 27-19,-2 0 0-27 19,-3 0 64 0 0,-1 2-64 0 0,1 2 0 0 0,-2-1 0 0 0,-2 3 0 0 0,0-1-64 26-21,-1 4 64-26 21,0 0 0 0 0,-2 1 0 0 0,1 3 0 0 0,-1 1 0 0 0,0 0-72 0 0,-1 2 72 0 0,-1 1 0 0 0,3 1 0 0 0,1-4 0 0 0,2 2 0 0 0,1 0 0 0 0,1-1 0 0 0,1 1 0 0 0,1 0 0 0 0,2-1 0 25-21,1-1 0-25 21,2-1 0 0 0,1-1 0 0 0,1-2 0 0 0,3-1 0 0 0,1 0 0 0 0,2-2 0 0 0,-1 0 0 0 0,0-2 0 0 0,3-1 0 0 0,2-3 0 0 0,4 0 80 0 0,-2-1-80 0 0,-2-1 80 25-19,-2 2-80-25 19,-3 0 0 0 0,0-1 0 0 0,1 0 0 0 0,-2-3 0 0 0,-1 3 0 0 0,-2-2 0 0 0,-4 0-72 0 0,-2-1 72 0 0,0 4-64 0 0,-2-1 64 0 0,-2 2 0 0 0,-2-2-72 0 0,-1-2 72 0 0,-5-3 0 0 0,2 1 0 0 0,-3 1 0 0 0,0 3-72 0 0,1 2 72 0 0,2 3-80 0 0,-1 2 80 0 0,1 1-72 0 0,-1 2 72 0 0,1 0-64 0 0,1 3 64 0 0,0 2 0 0 0,1 1-64 0 0,1-2 64 0 0,1 3 0 0 0,0 2 0 0 0,3-3 0 0 0,1-1 0 0 0,0-1-64 0 0,2-1 64 0 0,2 1-104 0 0,2-3 40 0 0,-2-1 64 0 0,3 0-328 0 0,-1 0-8 0 0,2-3 0 0 0,1 2 0 0 0,-1-2-816 0 0,2 0-168 0 0,0 0-32 0 0,0-2-8 0 0,1 2-480 0 0,1 0-96 0 0</inkml:trace>
  <inkml:trace contextRef="#ctx0" brushRef="#br0" timeOffset="8">3509 4315 1375 3063 3041,'-1'-1'64'0'0,"-1"0"8"0"0,2 1-72 0 0,-1-2 0 0 0,1 2 0 0 0,0 0 0 0 0,0 0 544 0 0,0 0 96 0 0,0-1 24 0 0,-1 0 0 0 0,1 0 104 0 0,0 1 16 0 0,0 0 8 0 0,0 0 0 0 0,0 0-240 0 0,0 0-40 0 0,0 0-16 0 0,0 0 0 0 0,17-15-56 0 0,-15 13-16 0 0,0 0 0 0 0,0 1 0 0 0,0-1 136 0 0,0 0 24 0 0,0 0 8 0 0,0 0 0 0 0,-2 2 104 0 0,1-2 16 0 0,-1 2 8 0 0,0-1 0 0 0,0 1-40 0 0,0-1-8 0 0,0 0 0 0 0,0-1 0 0 0,0 2-240 0 0,1 0-48 0 0,-1 0-16 0 0,0 0 0 0 0,0 0-176 0 0,0 0-40 0 0,0 0-8 0 0,0 0 0 0 0,0 0-8 0 0,0 0 0 0 0,0 0 0 0 0,0 0 0 0 0,0 0-8 0 0,0 0-8 0 0,0 0 0 0 0,0 0 0 0 0,0 0-32 0 0,0 0-8 0 0,0 0 0 0 0,0 0 0 0 0,0 0-16 0 0,0 0-64 0 0,0 0 96 0 0,0 0-32 0 0,0 0-64 0 0,0 0 64 0 0,0 0-64 0 0,0 0 64 0 0,0 0-64 0 0,0 0 80 0 0,0 0-80 0 0,0 0 80 0 0,0 0-80 0 0,0 0 0 0 0,0 0 0 0 0,0 0 64 0 0,0 0-64 0 0,0 0 0 0 0,0 0 0 0 0,0 0 64 0 0,0 0-64 0 0,0 0 0 0 0,0 0 72 0 0,0 0-72 0 0,0 0 0 0 0,0 0 72 0 0,0 0-72 0 0,0 0 0 0 0,0 0 64 0 0,0 0-64 0 0,-17 11 0 0 0,14-9 0 0 0,2 1 0 0 0,-2 1 0 0 0,0-1 64 0 0,1 1-64 0 0,-2 2 0 0 0,0-1 0 0 0,0 3 64 0 0,0-1-64 0 0,0 1 0 0 0,-3 4 0 0 0,1 1 64 0 0,-4 0-64 0 0,2 0 0 0 0,-1 2 0 0 0,-1-1 64 0 0,-2 1-64 0 0,1 5 0 0 0,-4 0 64 0 0,0 2-64 0 0,-2 2 0 0 0,2-1 80 0 0,-2 2-80 0 0,1 0 64 0 0,-1-2-64 0 0,0-2 96 0 0,1 1-32 0 0,-2-1 0 0 0,0 0 0 0 0,0-1 0 0 0,2-1 0 0 0,1-1 0 0 0,-2 2 0 0 0,-2 2 0 0 0,-3 3-64 0 0,0 3 96 0 0,-1 0-32 0 0,2-2 0 0 0,-2 1-64 0 0,4-1 96 0 0,-3-2-32 0 0,1-2 0 0 0,2-1-64 0 0,2-2 96 0 0,1-3-32 0 0,2-1 16 0 0,2 0 0 0 0,1-2 0 0 0,1 0 0 0 0,-1 0-80 0 0,3-3 80 0 0,0 1-80 0 0,1-1 80 0 0,1-1-80 0 0,-1 0 0 0 0,2 0 0 0 0,0-3 64 0 0,-1 1-64 0 0,0 0 0 0 0,1-1 0 0 0,1-2 64 0 0,0 1-64 0 0,0-3 0 0 0,2 2 0 0 0,0-3 64 0 0,0 0-64 0 0,2 0 0 0 0,-2-1 0 0 0,2 0 64 0 0,2-1-64 0 0,-2 0 0 0 0,0-2 0 0 0,1 1 0 0 0,-1 2 0 0 0,0 0 64 0 0,8-17-64 0 0,-4 10 64 0 0,-1-2-64 0 0,2-2 0 0 0,-1 2 0 0 0,0 0 0 24-25,0-2 0-3 3,-2 2 0 1-2,-1 1-88-22 24,-1 1 88 0 0,0 1-96 21-23,-3 2 16-21 23,1-1 8 0 0,-2 2 0 22-24,0 0-24-22 24,-2 2-8 0 0,-2 1 0 0 0,1 1 0 0 0,1 0 8 0 0,-2 3 0 0 0,-3-1 0 0 0,1 4 0 0 0,0-1 32 0 0,-2 3 64 0 0,-3 2-104 0 0,2-1 40 0 0,1 0 64 0 0,-1 1 0 0 0,1 4 0 0 0,-1-1 0 0 0,3-3 0 0 0,1 2 0 0 0,1-1 0 0 0,2 0 0 0 0,1-3 0 0 0,2 1 0 0 0,1-2 0 0 0,2 2 0 0 0,0-3 0 0 0,2-1 0 0 0,2-1 0 20-25,0-1 0-20 25,4-1 64 0 0,0 0-64 0 0,1-2 64 0 0,2-2-64 0 0,0-2 96 0 0,0 0-24 0 0,-1-1 0 0 0,3-3 0 0 0,-1 0-72 0 0,-2-1 96 0 0,-1 2-96 0 0,-1-2 96 0 0,0 1-96 0 0,-3-1 0 0 0,-1 0 0 0 0,-4 0 0 0 0,2 1 0 0 0,-4 0 0 0 0,0 2 0 0 0,0 1 0 0 0,-3 0 0 0 0,0 1 0 0 0,0 3-64 0 0,-1 0 64 0 0,1 0-88 0 0,0 0 24 0 0,-1 4 0 0 0,0 1 0 0 0,-1-1 64 0 0,1 1-80 0 0,0 1 80 0 0,3-1-80 0 0,1-1 80 0 0,0-1 0 0 0,1 1 0 0 0,1-2 0 0 0,1 2 0 0 0,1-1 0 0 0,2-1 0 0 0,-2 1 0 0 0,3-2 0 0 0,-1 1 0 0 0,0 0 0 0 0,1-2 0 0 0,0 0-128 0 0,-1 1 24 0 0,0-1 0 0 0,0 0 0 0 0,1 0-56 0 0,-1-1-16 0 0,0 1 0 0 0,-1 0 0 0 0,1-2 0 0 0,-1 2 0 0 0,-2 0 0 0 0,1-1 0 19-23,-2 1 8-19 23,0-1 0 0 0,0 0 0 0 0,0-2 0 0 0,0 2 168 0 0,0-1 0 0 0,0 0-72 0 0,-2-1 72 0 0,1 1 0 0 0,1 2 0 0 0,0 0 0 0 0,0 0 0 0 0,0 0 0 0 0,0 0 0 0 0,0 0 64 0 0,0 0-64 0 0,0 0 64 0 0,0 0 0 0 0,0 0-64 0 0,-20 7 96 0 0,16-5 0 0 0,1 2 0 0 0,-1-1 0 0 0,0 1 0 0 0,0 1-8 0 0,-2-1-8 0 0,-2 3 0 0 0,2 2 0 0 0,-3-1-16 0 0,-1 2-64 0 0,1 1 96 0 0,0 0-32 0 0,-4 2 0 0 0,2 0-64 0 0,-3 3 96 0 0,-2 1-32 0 0,-1 2 0 0 0,-2 1-64 0 0,-2 1 96 0 0,-2 0-32 0 0,1 3 16 0 0,-3-2 0 0 0,2 3 0 0 0,-4-3 0 0 0,4 0-8 0 0,-1-1 0 0 0,1 0 0 0 0,0-1 0 0 0,2 1-8 0 0,0-1 0 0 0,1-2 0 0 0,1-1 0 0 0,-2 1-64 0 0,3-5 64 0 0,3 0-64 0 0,0-3 64 0 0,2 0 16 0 0,0-1 0 0 0,2-2 0 0 0,-1 0 0 0 0,1 0 0 0 0,1-1 0 0 0,-2 1 0 0 0,2 0 0 0 0,2-2-8 0 0,0 0 0 0 0,1-1 0 0 0,1 0 0 0 0,1 0-72 0 0,1-1 64 0 0,0-1-64 0 0,2-2 64 0 0,2 0-64 19-24,0 0 0-19 24,0 0 0 0 0,2-2 0 0 0,-2 0 0 0 0,4-2 0 0 0,-2 1 0 0 0,1 0 64 20-25,0 0-64-20 25,-1-2 0 21-26,1 0 0-21 26,-1 1 0 22-31,0 0 0-1 3,-1 2-72-3 2,-1-1 72-18 26,0 1-80 0 0,0 0 80 0 0,-3 2-96 0 0,2 0 96 0 0,-3 2-96 18-27,2 0 24-18 27,-4 3 0 18-27,2-1 0-18 27,-2 4 0 18-28,2 0 72-18 28,-1 2-96 17-28,1 0 96-17 28,-1 0-96 0 0,2 0 96 0 0,1 0 0 0 0,-1 1 0 0 0,2-1 0 0 0,1-2 0 0 0,0-2 0 0 0,2-1 0 0 0,1-1 0 0 0,1-1 0 16-28,1-2 0-16 28,2-1 0 0 0,-1-2 0 0 0,2 0 0 0 0,1-3 0 0 0,-1-3 0 17-27,0 3-64-17 27,0-3 64 0 0,-2 0-96 0 0,1-2 96 0 0,-1 3-96 0 0,-4-2 96 17-30,0 2-104-2 3,0 0 40-15 27,-2 0 64 0 0,-2 1-96 0 0,-2 1 96 0 0,0 0-96 0 0,-1-1 96 0 0,0 2-88 0 0,0 1 88 0 0,-3 1-64 0 0,1 0 64 0 0,3 2-72 0 0,0 0 72 0 0,2 0-80 0 0,-1 0 80 0 0,0 0-104 0 0,1 0 24 0 0,2 1 8 0 0,0-1 0 0 0,0 1-232 0 0,4 1-48 0 0,1-2 0 0 0,-5 0-5712 0 0,0 0-1136 0 0</inkml:trace>
  <inkml:trace contextRef="#ctx0" brushRef="#br0" timeOffset="9">2775 5326 6911 3212 2416,'-5'-2'304'0'0,"4"1"64"0"0,0 0-296 0 0,-1-1-72 0 0,2 2 0 0 0,0-2 0 0 0,0 2 696 0 0,0-1 120 0 0,0 0 24 0 0,2-1 8 0 0,-1 1-48 0 0,-1 1-16 0 0,0 0 0 0 0,0 0 0 0 0,0 0-344 0 0,0 0-72 0 0,0 0-16 0 0,0 0 0 0 0,0 0 112 0 0,0 0 16 0 0,13 20 8 0 0,-13-11 0 0 0,1-1-72 0 0,1 1-24 0 0,-1 5 0 0 0,-1-1 0 0 0,1 4-112 0 0,-1 1-24 0 0,2 3-8 0 0,-1 0 0 0 0,-1 4 48 0 0,-1 1 16 0 0,-1 1 0 0 0,1 0 0 0 0,-2 2-24 0 0,1 0-8 0 0,-2-2 0 0 0,0 5 0 0 0,-1 7-88 0 0,-1 1-8 0 0,2-2-8 0 0,-2-1 0 0 0,3 3-32 0 0,-3-3-8 0 0,4-1 0 0 0,-1-3 0 0 0,3-1-32 0 0,0-4-8 0 0,1-2 0 0 0,1-3 0 0 0,2-5-96 0 0,-4-1 64 0 0,1-1-64 0 0,0-1 0 0 0,1-2 112 0 0,-2-1-24 0 0,1 1-8 0 0,1-3 0 0 0,-2-2-16 0 0,0-3 0 0 0,0-2 0 0 0,0 0 0 0 0,-2-2-64 0 0,2 0 80 0 0,-1-2-80 0 0,-1-1 80 0 0,1-2-8 0 0,-2-1 0 0 0,1 1 0 0 0,-2-3 0 0 0,1-2-8 0 0,0 1-64 0 0,1-1 96 0 0,-1 0-32 0 0,0 2-64 0 0,-1 0 0 0 0,2 2 0 0 0,-1 2 0 0 0,1 1 0 0 0,-1 0 0 0 0,2 2 0 0 0,-3 2 0 0 0,2-2-72 0 0,0 2-32 17-26,0 0-8-17 26,0 1 0 0 0,0 3 0 16-29,0-1 0 1 1,0 3 0-17 28,1-1 0 14-27,1 1 112-14 27,-2-1 0 0 0,4-1-80 0 0,0 0 80 0 0,1-2 0 0 0,1 0-88 15-27,2 0 88-15 27,2-3-64 0 0,-1 0-32 0 0,1-1 0 0 0,0-1 0 0 0,3-2 0 0 0,-1-1-8 0 0,0 0-8 0 0,-1-1 0 0 0,-2 1 0 0 0,-2-1 0 0 0,-1 1 0 0 0,-1 1 0 0 0,0 0 0 0 0,-3 0 40 0 0,0 1 8 0 0,-3-2 0 0 0,-1 2 0 15-28,-1-1 64-15 28,-2 1 0 0 0,-2 0 0 0 0,0 0 0 0 0,-1 1 88 0 0,1 0-24 0 0,2 0 0 0 0,-1-1 0 0 0,1 0-64 0 0,2 0 64 0 0,1 1-64 0 0,3-3 64 0 0,2 0-224 0 0,4-2-40 0 0</inkml:trace>
  <inkml:trace contextRef="#ctx0" brushRef="#br0" timeOffset="10">2845 5333 3479 3280 2423,'-6'-7'72'0'0,"4"3"24"0"0,0 0 0 0 0,1 0 0 0 0,1 2-96 0 0,0 1 0 0 0,0-1 0 0 0,0 0 0 0 0,1-2 1792 0 0,-1-2 328 0 0,2 0 72 0 0,-2 1 16 0 0,2 0-600 0 0,0 3-112 0 0,-1 1-24 0 0,2 2-8 0 0,1 1-664 0 0,-2 3-136 0 0,4 1-24 0 0,-1 2-8 0 0,1 3-280 0 0,2 1-48 0 0,1 0-16 0 0,0 2 0 0 0,4 2-160 0 0,1 2-32 0 0,3 5 0 0 0,0-2-8 0 0,5 0-16 0 0,-2 0 0 0 0,2 2 0 0 0,-3-2 0 0 0,2 1 16 0 0,-1-1 0 0 0,-1-2 0 0 0,0 3 0 0 0,2-1 8 0 0,-1 1 8 0 0,0 1 0 0 0,-1-2 0 0 0,0 2 16 0 0,-2-3 0 0 0,-1-3 0 0 0,1 3 0 0 0,1 2 16 0 0,-1 0 8 0 0,3 0 0 0 0,-1 2 0 0 0,0-2-64 0 0,-4 0-16 0 0,1-1 0 0 0,-1-2 0 0 0,0-1 0 0 0,-3-1 0 0 0,0-1 0 0 0,-3-3 0 0 0,-2-3-64 0 0,0 0 0 0 0,-3-4 72 0 0,0-1-72 0 0,-2 0 0 0 0,0-3 0 0 0,-1 1 0 0 0,-1-2 64 0 0,-1 0 0 0 0,1-1 8 0 0,0-1 0 0 0,0 1 0 0 0,-2 0-8 0 0,1 1 0 0 0,1-1 0 0 0,0 0 0 0 0,0 0 0 0 0,0 0-64 0 0,0 0 96 0 0,0 0-32 0 0,0 0-64 0 0,0 0 80 0 0,0 0-80 0 0,0 0 80 0 0,0 0-80 0 0,0 0 0 0 0,-20-10 0 0 0,16 7 0 0 0,1-1 0 0 0,-2-2 0 0 0,-1 3-96 0 0,0-1 96 0 0,0 4-88 0 0,-1-2 88 0 0,-1 2-64 0 0,-1 2 64 0 0,1 2-88 0 0,0 1 88 0 0,-1 2-104 0 0,1 0 40 0 0,0 0-8 0 0,2 0 0 0 0,2-1 0 0 0,2 1 0 0 0,0 0 72 0 0,4-1 0 0 0,2-1 0 0 0,0 0 0 0 0,3-3-64 0 0,1 0 64 0 0,1 0-64 0 0,2 0 64 0 0,1-4-128 0 0,1 2 24 0 0,-2-4 0 0 0,-1 0 0 0 0,2 1 32 0 0,-2-2 8 0 0,-1 0 0 0 0,-1 0 0 0 0,-1 1 64 0 0,-3 1 0 0 0,0 0-72 0 0,-2 2 72 0 0,-2 0 0 0 0,0 0 0 0 0,0 1 0 0 0,-1-2 0 0 0,0 4 0 0 0,-3-1 0 0 0,1 1 80 0 0,1 1-80 0 0,-2 0 192 0 0,4-3-24 0 0,0 0 0 0 0,0 0 0 0 0,-14 17-56 0 0,12-13-16 0 0,2 0 0 15-26,0-2 0-15 26,0 1-96 0 0,4 1 0 0 0,0-1 0 0 0,0-3 0 0 0,2 0-272 0 0,2-2-48 0 0,1 0-16 0 0,2-3-6320 0 0,1-1-1272 0 0</inkml:trace>
  <inkml:trace contextRef="#ctx0" brushRef="#br0" timeOffset="11">1201 4515 6911 3236 2716,'-10'0'608'0'0,"4"2"-480"0"0,1 0-128 0 0,1 1 0 0 0,2-1 728 0 0,1 0 120 0 0,-2 2 24 0 0,-1 3 8 0 0,-4 4-384 0 0,1 4-80 0 0,-1 0-8 0 0,2 1-8 0 0,2-1-680 0 0,2 0-136 0 0,2-2-24 0 0,-2 1-8 0 0</inkml:trace>
  <inkml:trace contextRef="#ctx0" brushRef="#br0" timeOffset="12">1110 4902 5527 3233 2584,'-4'7'488'0'0,"0"-4"-392"0"0,2 0-96 0 0,0-1 0 0 0,2 0 896 0 0,-2 1 152 0 0,-2 4 32 0 0,-3 3 8 0 0,1 3-368 0 0,-1 1-72 0 0,2-2-8 0 0,0-2-8 0 0,4-1-536 0 0,1-1-96 0 0,0-2 0 0 0,-1 1-3488 0 0,1-1-656 0 0</inkml:trace>
  <inkml:trace contextRef="#ctx0" brushRef="#br0" timeOffset="13">2147 4535 15199 2993 2676,'-11'8'672'0'0,"7"-5"144"0"0,0 2-656 0 0,2-1-160 0 0,0 0 0 0 0,1 0 0 0 0,1 1 0 0 0,1 1 0 0 0,3 6 0 0 0,2 1 0 0 0,2 2-752 0 0,3 0-184 0 0,3-3-40 0 0,1-3-8 0 0</inkml:trace>
  <inkml:trace contextRef="#ctx0" brushRef="#br0" timeOffset="14">2231 4803 1839 3101 2770,'-9'7'160'0'0,"2"-4"-160"0"0,2 2 0 0 0,1-2 0 0 0,1 2 1544 0 0,2-3 280 0 0,-1 1 48 0 0,0 2 16 0 0,-1 2-544 0 0,0 4-112 0 0,1 0-16 0 0,2-2-8 0 0,2 1-936 0 0,2-3-184 0 0,3-1-88 0 0,3-4-5776 0 0</inkml:trace>
  <inkml:trace contextRef="#ctx0" brushRef="#br0" timeOffset="15">1667 5978 8287 3316 2205,'-1'1'736'0'0,"-1"0"-584"0"0,1 1-152 0 0,1-2 0 0 0,-2 3 272 0 0,1-1 24 0 0,-3 3 8 0 0,-1 2 0 0 0,-2 2 256 0 0,0 2 48 0 0,0-2 16 0 0,0 0 0 0 0,0 2-216 0 0,1-3-48 0 0,-3 0-8 0 0,1 1 0 0 0,-1 1-416 0 0,0-1-96 0 0,1-2-8 0 0,-1 1-5392 0 0</inkml:trace>
  <inkml:trace contextRef="#ctx0" brushRef="#br0" timeOffset="16">1440 6250 919 3305 2076,'-3'3'80'0'0,"1"-1"-80"0"0,0 0 0 0 0,1-2 0 0 0,0 2 776 0 0,-1-1 144 0 0,-2 2 24 0 0,-1 1 8 0 0,-2 2-88 0 0,1 0-24 0 0,-1 0 0 0 0,1-1 0 0 0,4-2-840 0 0,2-2-96 0 0,2 0-64 0 0,0-3 0 0 0</inkml:trace>
  <inkml:trace contextRef="#ctx0" brushRef="#br0" timeOffset="17">2734 6343 15199 3213 2184,'-11'13'672'0'0,"5"-5"144"0"0,2 1-656 0 0,0-2-160 0 0,3-2 0 0 0,1-1 0 0 0,0 3-88 0 0,0 4-48 0 0,1 6-16 0 0,3 3 0 0 0,2 0-1416 0 0,4-2-288 0 0,3-4-64 0 0,1-2 0 0 0</inkml:trace>
  <inkml:trace contextRef="#ctx0" brushRef="#br0" timeOffset="18">2721 6811 12895 3216 1933,'-15'9'576'0'0,"7"-4"112"0"0,1 1-552 0 0,2-2-136 0 0,2-3 0 0 0,2 0 0 0 0,0 0 280 0 0,-1 1 24 0 0,1 2 8 0 0,1 0 0 0 0,3-1-1016 0 0,1-1-192 0 0,2-4-48 0 0,3-1-8 0 0,3-3 792 0 0,-3-4 160 0 0</inkml:trace>
  <inkml:trace contextRef="#ctx0" brushRef="#br0" timeOffset="19">3596 6339 14279 2926 2019,'1'2'1272'0'0,"0"0"-1016"0"0,2 2-256 0 0,0-2 0 0 0,1 1-880 0 0,2-1-224 0 0,2 4-48 0 0,7 3 0 0 0,8 0 64 0 0,0 0 8 0 0,1 1 8 0 0,-1-3 0 0 0</inkml:trace>
  <inkml:trace contextRef="#ctx0" brushRef="#br0" timeOffset="20">3827 6541 2759 2966 1854,'5'6'120'0'0,"-3"-3"32"0"0,2 2-152 0 0,0-2 0 0 0,-4 0 0 0 0,2-2 0 0 0,0 2 704 0 0,3 1 120 0 0,-1 2 16 0 0,2 2 8 0 0,2 2 56 0 0,-2-2 16 0 0,0 0 0 0 0,-2 1 0 0 0,1-3-344 0 0,-1 1-64 0 0,0 1-8 0 0,0-1-8 0 0,0-1-400 0 0,-1 1-96 0 0,1-2 0 0 0,2 0-4840 0 0</inkml:trace>
  <inkml:trace contextRef="#ctx0" brushRef="#br0" timeOffset="21">5525 4341 4607 2866 3137,'0'0'408'0'0,"0"0"-328"0"0,0 0-80 0 0,0 0 0 0 0,1 0 576 0 0,-1 0 96 0 0,1-2 16 0 0,-1 4 8 0 0,3-1 296 0 0,0 1 64 0 0,1 2 16 0 0,1 0 0 0 0,3 3-48 0 0,2 0-16 0 0,1 1 0 0 0,4 1 0 0 0,4 3-248 0 0,3 1-56 0 0,5 2 0 0 0,2 0-8 0 0,-2 1-248 0 0,1-1-40 0 0,2 4-16 0 0,1-2 0 0 0,0-2-80 0 0,-2 2-24 0 0,1 1 0 0 0,0 4 0 0 0,-1 4-96 0 0,-2-2-16 0 0,2-2-8 0 0,-2-2 0 0 0,2-1-32 0 0,-2 1-8 0 0,4 0 0 0 0,-1-2 0 0 0,0-2 16 0 0,1 1 0 0 0,5-2 0 0 0,-1 1 0 0 0,-11-5-40 0 0,4 2-8 0 0,3 0 0 0 0,-1 1 0 0 0,-2 1-96 0 0,-4-2 72 0 0,-3-3-72 0 0,-4 0 64 0 0,-3-2-64 0 0,-1 0 0 0 0,-5 0 0 0 0,1-1 64 0 0,-4 1-64 0 0,-2-4 0 0 0,-1 1 0 0 0,0 0 0 0 0,0 1 64 0 0,-2 1-64 0 0,2-6 0 0 0,-1 2 64 0 0,0 4-64 0 0,1-3 64 0 0,0-6-64 0 0,1 2 64 0 0,0 0-64 0 0,1 3 0 0 0,0 0 0 0 0,-1 0 64 0 0,3 3-64 0 0,-2 1 0 0 0,3 4 0 0 0,-2-2 0 0 0,0-5 0 0 0,1 0 0 0 0,0 0 0 0 0,0 1 0 0 0,-1 2 0 0 0,1-3 0 0 0,-2 0 0 0 0,0-3 0 0 0,-2 1 0 0 0,1-2 0 0 0,0 0 0 0 0,-2 2 0 0 0,0 1 0 0 0,1-2 0 0 0,-1-2 64 0 0,0-1-64 0 0,-1-1 0 0 0,-1-6 0 0 0,1-5 0 0 0,-1 0 0 0 0,-2 1 0 0 0,-1 3 64 0 0,1 4-64 0 0,-1 1 0 0 0,0-4 0 0 0,-1 0 0 0 0,-2-1 0 0 0,-1 3 0 0 0,0 3 0 0 0,0 2 0 0 0,0 2 0 0 0,-2-2 0 0 0,1-1 0 0 0,-3 1 0 0 0,2 4 0 0 0,-1 0 0 0 0,1 5 0 0 0,-3 0 0 0 0,3 0 0 0 0,0 3 0 0 0,4 3 0 0 0,-1-1 0 0 0,4 1 0 0 0,3 2 0 0 0,2 1 0 0 0,2-1 0 0 0,2-5 0 0 0,2 0 0 0 0,2-1 0 0 0,1-1 0 0 0,1 3 0 0 0,-1-6 0 0 0,4-1 0 0 0,1-2 0 0 0,3 0 0 0 0,-1-2 0 0 0,1-2 0 0 0,1 1 0 0 0,0-1 0 0 0,0-3 0 0 0,-1 0-72 0 0,-3-4 72 0 0,-3 2 0 0 0,-2 0 0 0 0,-2 2-96 0 0,-3-2 96 0 0,-2-4-96 0 0,-3 3 96 0 0,-2 2-80 0 0,-2 2 80 0 0,-2-4-64 0 0,-3 1 64 0 0,0-3-64 0 0,-5 3 64 0 0,3 3-64 0 0,-3 5 64 0 0,-3 8 0 0 0,-2-1-80 0 0,-2 0 80 0 0,-1 0 0 0 0,1 3 0 0 0,1 2 0 0 0,1 1 0 0 0,1 1 0 0 0,4 0 0 0 0,3-2 64 0 0,2-3-64 0 0,4 0 72 0 0,0-1-72 0 0,4 0 0 0 0,4-4 72 0 0,0 1-72 0 0,2-1 0 0 0,2 0 0 0 0,3-2 0 0 0,2-1 0 0 0,3 0 0 0 0,3-4 64 0 0,1-2-64 0 0,-1-2 0 0 0,2-1 0 0 0,-1-2 72 0 0,-3 2-72 0 0,-1-1 0 0 0,-1-1 0 0 0,-3-3 0 0 0,-3 0 0 0 0,-2 3 0 0 0,-3 2 0 0 0,-1-2 0 0 0,-3-1 0 0 0,-2 1 0 0 0,1 4 0 0 0,0-5 0 0 0,-2-2-104 0 0,0 1 40 0 0,1 1-184 0 0,-2 2-32 0 0,-2 2-8 0 0,1-3-9032 0 0</inkml:trace>
  <inkml:trace contextRef="#ctx0" brushRef="#br0" timeOffset="22">5428 4405 2759 2916 3116,'-7'3'248'0'0,"0"2"-248"0"0,3 0 0 0 0,1-2 0 0 0,2-1 544 0 0,-2 1 56 0 0,-2 4 8 0 0,-4 2 8 0 0,0 2 312 0 0,1 1 56 0 0,5 3 8 0 0,3-6 8 0 0,3-4-312 0 0,6-2-64 0 0,1-3-16 0 0,2-3 0 0 0,3 0-256 0 0,-3-2-48 0 0,2-2-16 0 0,-4 1 0 0 0,-1-1-136 0 0,-3 2-32 0 0,-2 2-8 0 0,-2-2 0 0 0,-2-5-112 0 0,-2 3 0 0 0,-1 0 0 0 0,-2 4 0 0 0,-1 2-552 0 0,1-2-136 0 0</inkml:trace>
  <inkml:trace contextRef="#ctx0" brushRef="#br0" timeOffset="23">6671 5217 5423 2812 3391,'0'-4'480'0'0,"-2"1"-384"0"0,2 1-96 0 0,0 0 0 0 0,2 2 248 0 0,-2-1 24 0 0,0 1 8 0 0,0-4 0 0 0,0 0 296 0 0,0-1 64 0 0,0-1 16 0 0,0 0 0 0 0,0 0 48 0 0,0 1 0 0 0,0 0 8 0 0,0 2 24 0 0,-2 1 40 0 0,2-2 16 0 0,-1 2 0 0 0,0-2 0 0 0,1 2-80 0 0,-3-1-8 0 0,2 3-8 0 0,-1 0 16 0 0,1 2-120 0 0,-2 0-24 0 0,2 1-8 0 0,-2 3 0 0 0,1 4-296 0 0,0 2-56 0 0,1-1-16 0 0,0 5 0 0 0,-1 4-88 0 0,2 0-16 0 0,-1-2-8 0 0,1 2 16 0 0,1 5-16 0 0,-1 2-8 0 0,2 5 0 0 0,-2 2 0 0 0,1 1 8 0 0,-1 3 0 0 0,0 1 0 0 0,-1-2 16 0 0,1 1-32 0 0,-2-2 0 0 0,0 0-64 0 0,1-8 96 0 0,-1-5-96 0 0,1 3 0 0 0,0 3 0 0 0,-2 2 0 0 0,2 1 0 0 0,-1-1 0 0 0,0-2 96 0 0,2-3-8 0 0,0 0 16 0 0,0-3 8 0 0,2-3 0 0 0,-2-3 0 0 0,2 0-16 0 0,-1-3 0 0 0,-1-2 0 0 0,0 0 0 0 0,0-1-96 0 0,0-1 88 0 0,0 1-88 0 0,0-3 80 0 0,0-2-80 0 0,0 0 96 0 0,0-1-96 0 0,1-2 96 0 0,-1-1-96 0 0,2 1 0 0 0,-1-3 72 0 0,-1 0-72 0 0,1 0 0 0 0,2-3 64 0 0,-2 1-64 0 0,0-1 0 0 0,1-2 72 0 0,-2 5-72 0 0,0 0 96 0 0,0-24-96 0 0,0 17 64 0 0,-2-3-64 0 0,1 1 0 0 0,0 0 0 0 0,-2 0 0 0 0,1 1 0 0 0,-1 1 0 0 0,0 1 0 0 0,1 1 0 0 0,-2 0 80 0 0,0 5-80 0 0,-2-3 64 0 0,2 1-64 0 0,-1 2 0 0 0,-2 0-80 0 0,-1 2 80 0 0,-1 2 0 0 0,0 0 0 0 0,-2 3-64 0 0,0 1 64 0 0,0-1 0 0 0,-1 0 0 0 0,3 4 0 0 0,-1-2 0 0 0,3 2 0 0 0,0-2 0 0 0,2 1-64 0 0,2 0 64 0 0,0 0 0 0 0,3 0 0 0 0,0 1 0 0 0,3-2 0 0 0,1 1 0 0 0,3-1 0 0 0,-1-2 0 0 0,1 1 0 0 0,4-4 0 0 0,2 1 0 0 0,4-1 0 0 0,0-2 0 0 0,4-2 0 0 0,-3-2 0 0 0,3-1 0 0 0,-2-3 0 0 0,0-1 0 0 0,-1-1 0 0 0,-1-2 0 0 0,-3 0 0 0 0,-3 3 0 0 0,-1-4 0 0 0,-4 1 0 0 0,-2 0 0 0 0,-2 0 0 0 0,-4 0 0 0 0,-2 2 0 0 0,-2-1 0 0 0,-4 2 0 0 0,-1 3 0 0 0,-2-1 0 0 0,-3 2 0 0 0,0 3 0 0 0,1 0 0 0 0,2 3 0 0 0,-3 2 0 0 0,0 0 0 0 0,0 2 0 0 0,0 1 0 0 0,2 1 0 0 0,0 2 0 0 0,2-2 0 0 0,3 2 0 0 0,0-1 0 0 0,1 1 64 0 0,2 1-64 0 0,3-3 0 0 0,2-1 0 0 0,1 1 0 0 0,3-1 0 0 0,0 0 0 0 0,5 0 0 0 0,1-1 0 0 0,1-3 0 0 0,1-2 0 0 0,1 0 0 0 0,0-5 0 0 0,1 0 0 0 0,3 1 0 0 0,0-5 0 0 0,3 0 0 0 0,-3-2 0 0 0,0-1 0 0 0,-4-1 0 0 0,-1 0 0 0 0,-4 2 0 0 0,-4 0 0 0 0,-1 1 0 0 0,-4 1 64 0 0,0 0-64 0 0,-5 0 0 0 0,-1 1 0 0 0,-1 0 0 0 0,-3 3 80 0 0,-2 0-80 0 0,1 1 64 0 0,0 2-64 0 0,1 0 0 0 0,-3 1 0 0 0,2 1 0 0 0,0 3 0 0 0,-1-1 0 0 0,2 2 0 0 0,1-2 0 0 0,4 1-112 0 0,1 0 16 0 0,2-1 0 0 0,2 1 0 0 0,0-1-120 0 0,4-1-16 0 0,2 2-8 0 0,2-2 0 0 0,2 1-776 0 0,3-3-152 0 0</inkml:trace>
  <inkml:trace contextRef="#ctx0" brushRef="#br0" timeOffset="24">6678 6164 2303 2834 3023,'-2'-1'200'0'0,"1"0"-200"0"0,-1 1 0 0 0,2 0 0 0 0,-1-2 520 0 0,0 2 64 0 0,-1-2 16 0 0,0 1 0 0 0,-1-1 504 0 0,0-2 104 0 0,1 3 16 0 0,0-2 8 0 0,1 3-16 0 0,1 0 0 0 0,1 2 0 0 0,2 0 0 0 0,0-1-288 0 0,-1 3-64 0 0,4 2-16 0 0,1 1 0 0 0,-1 0-120 0 0,4 4-24 0 0,0-1-8 0 0,2 2 0 0 0,-3-4-248 0 0,4 3-40 0 0,3 2-16 0 0,3 3 0 0 0,3 1-168 0 0,2 1-32 0 0,0-2 0 0 0,4 4-8 0 0,3 1-64 0 0,2 3-16 0 0,4 3 0 0 0,2 3 0 0 0,-1 1-8 0 0,0 0-8 0 0,0 0 0 0 0,-3-2 0 0 0,-7-6-24 0 0,2 0-64 0 0,-1 1 96 0 0,1 1-32 0 0,-1 1 0 0 0,0 1-64 0 0,2 1 96 0 0,0 2-32 0 0,4 1 16 0 0,-5-2 0 0 0,-1 3 0 0 0,-1-1 0 0 0,-1-3-8 0 0,-4 2 0 0 0,-2 0 0 0 0,-2-1 0 0 0,-2-5 24 0 0,-2 0 8 0 0,0 2 0 0 0,-2-3 0 0 0,-3-3 8 0 0,0-2 0 0 0,-2 1 0 0 0,1 3 0 0 0,1 2-24 0 0,-1-2-8 0 0,1 1 0 0 0,1-2 0 0 0,0-1 0 0 0,0 2 0 0 0,-1 0 0 0 0,2-2 0 0 0,0-1-16 0 0,0-4 0 0 0,0 1 0 0 0,-1-5 0 0 0,1-1-64 0 0,0-1 80 0 0,-2-1-80 0 0,1 1 80 0 0,0 5-80 0 0,-2-1 0 0 0,0-3 0 0 0,-1-3 64 0 0,0-1-64 0 0,1-1 0 0 0,-5-1 72 0 0,2-2-72 0 0,0 1 64 0 0,0-2-64 0 0,-2 0 64 0 0,0-1-64 0 0,1 0 64 0 0,-3 2-64 0 0,3-2 64 0 0,-1-3-64 0 0,0-5 64 0 0,-1 5-64 0 0,0 4 64 0 0,-1-2-64 0 0,0 0 0 0 0,2 0 64 0 0,-3 2-64 0 0,2-2 0 0 0,-1-4 0 0 0,0 0 0 0 0,0 2 0 0 0,1-1 0 0 0,-1 2 0 0 0,0-4 0 0 0,-1-4 0 0 0,-1 0 0 0 0,0-1 0 0 0,0 2 0 0 0,-3 0 0 0 0,-1-1 0 0 0,-1 0 0 0 0,-1 3 0 0 0,-2 1 0 0 0,-3 1 0 0 0,1 1-128 0 0,0 2 24 0 0,-2 2 0 0 0,-1 2 0 0 0,2 4 8 0 0,-1 2 8 0 0,-2 0 0 0 0,3 3 0 0 0,-1 0 88 0 0,2-2 0 0 0,3 1 0 0 0,2 0 0 0 0,1 1 0 0 0,1-1 0 0 0,5 2 0 0 0,2-6 0 0 0,-2-2 0 0 0,4 1 0 0 0,3 2 0 0 0,1-3 0 0 0,0-2 0 0 0,1 0 0 0 0,1 1 0 0 0,2 1 0 0 0,1-4 0 0 0,0 0 0 0 0,-1-2 0 0 0,1-2 0 0 0,-1-1 0 0 0,-3 1 0 0 0,-1-3 0 0 0,-4 3-64 0 0,0-3 64 0 0,-4 2 0 0 0,0-1 0 0 0,-4 0 0 0 0,0 1 0 0 0,-2 0-80 0 0,-3 1 80 0 0,-4 6 0 0 0,0 5 0 0 0,-3-1-64 0 0,2-2 64 0 0,0 2 0 0 0,-1 4 0 0 0,0 2 0 0 0,2 0 0 0 0,1-3 0 0 0,2 0 0 0 0,3-2 0 0 0,2-1 0 0 0,3-1 0 0 0,2-2 0 0 0,2 0 0 0 0,2 0 0 0 0,2-2 0 0 0,0-1 0 0 0,5-1 0 0 0,1-2 0 0 0,3-3 0 0 0,2-3 0 0 0,-1 2 0 0 0,-1-2 0 0 0,-2-1 0 0 0,-3 1 0 0 0,-3 0 0 0 0,-1 2 0 0 0,-4-1-80 0 0,-2 3 8 0 0,-3 0 0 0 0,-2 2 0 0 0,-2-2 0 0 0,0 0 72 0 0,-4 0 0 0 0,-3 5-72 0 0,-1 3 72 0 0,-3 7-64 0 0,1 0 64 0 0,0-3-80 0 0,0 2 80 0 0,3-3 0 0 0,2-1 0 0 0,0-1-64 0 0,1-2 64 0 0,2-2 0 0 0,0 2 0 0 0,1-1-80 0 0,2 1 80 0 0,0 3-256 0 0,2-2-8 0 0,1-1-8 0 0,2-2-6432 0 0,3 0-1288 0 0</inkml:trace>
  <inkml:trace contextRef="#ctx0" brushRef="#br0" timeOffset="25">7152 5829 1375 2577 3244,'-1'-1'128'0'0,"0"-1"-128"0"0,1 2 0 0 0,0 0 0 0 0,-2 0 600 0 0,1 0 96 0 0,1 0 16 0 0,-3-3 8 0 0,1 2 304 0 0,-1 0 64 0 0,0-1 16 0 0,1 0 0 0 0,0 2-128 0 0,1-1-24 0 0,1 1-8 0 0,-1-1 0 0 0,1 1-232 0 0,0 0-40 0 0,2 0-16 0 0,0 0 0 0 0,-1 0-104 0 0,2 0-16 0 0,-1 0-8 0 0,-2 0 0 0 0,0 0-24 0 0,0 0-8 0 0,0 0 0 0 0,23-1 0 0 0,-17 1-72 0 0,3-1-8 0 0,1-1-8 0 0,2 0 0 0 0,0 1-72 0 0,1-1-16 0 0,4 2 0 0 0,-1-2 0 0 0,0 1-120 0 0,1 0-24 0 0,2 0-8 0 0,2 0 0 0 0,2-2-64 0 0,-1 2-8 0 0,-1 0-8 0 0,-3 1 0 0 0,1-2-24 0 0,-3 2 0 0 0,-1 2 0 0 0,-4-2 0 0 0,-1 0-64 0 0,-2 0 0 0 0,-3 1 0 0 0,-1-1 64 0 0,-1 0-64 0 0,-2 1 0 0 0,-1-1 0 0 0,-2 0 0 0 0,-1-1 0 0 0,-1 1 0 0 0,1 0 0 0 0,-2-1 0 0 0,-1-1-312 0 0,-4 2-24 0 0,2 0-8 0 0,-1 0 0 0 0,-1-2-1312 0 0,-2 1-264 0 0</inkml:trace>
  <inkml:trace contextRef="#ctx0" brushRef="#br0" timeOffset="26">7207 5793 1839 2576 3341,'-4'3'80'0'0,"1"-2"16"0"0,1 0-96 0 0,0 1 0 0 0,1-1 0 0 0,0 0 0 0 0,-1 1 608 0 0,-2 2 96 0 0,-1 3 16 0 0,-1 1 8 0 0,-2 4 240 0 0,-2-1 56 0 0,2 0 0 0 0,1 2 8 0 0,1-1-88 0 0,0 1-16 0 0,1 0-8 0 0,0-1 0 0 0,2 0-56 0 0,1-3 0 0 0,-2 2-8 0 0,4-3 0 0 0,0 1-176 0 0,-2-4-32 0 0,2 1-8 0 0,0-1 0 0 0,0-1-192 0 0,-2-2-48 0 0,2 0-8 0 0,0 0 0 0 0,0 0-120 0 0,2-1-24 0 0,-2 0-8 0 0,2-1 0 0 0,-2 0-48 0 0,0 0-16 0 0,0 1 0 0 0,0 1 0 0 0,4-2-48 0 0,-4 0-16 0 0,5-2 0 0 0,-2 1 0 0 0,2 0 0 0 0,0-2 0 0 0,3 1 0 0 0,0-2 0 0 0,1 2-40 0 0,0-1-8 0 0,4-1 0 0 0,-3 2 0 0 0,2-1-64 0 0,0 1 96 0 0,-1 1-96 0 0,0 0 96 0 0,1 1 8 0 0,-3 1 8 0 0,0 1 0 0 0,0 1 0 0 0,-1 0-112 0 0,-2 1 0 0 0,0 1 0 0 0,0-1 0 0 0,-1 2 0 0 0,1 0 0 0 0,0 1 0 0 0,1 0 0 0 0,-1 0 0 0 0,-2 0 0 0 0,2 1 0 0 0,0 1 0 0 0,-1-2 0 0 0,-1 0 0 0 0,0 0 0 0 0,-2 0 0 0 0,0 0 0 0 0,-4 0 0 0 0,1 0 0 0 0,-3-1 0 0 0,-1 1 0 0 0,-2-1 0 0 0,-1-1 0 0 0,-1 1 0 0 0,-5 0 0 0 0,0 0 0 0 0,-3-2 0 0 0,2 2 0 0 0,0-2 0 0 0,-2 1 0 0 0,0-2 0 0 0,-1 2 0 0 0,2-3 0 0 0,2 1 64 0 0,-1-1-64 0 0,3-2 0 0 0,2 1 0 0 0,2-2 0 0 0,1 1 0 0 0,-1-2 0 0 0,4 0 0 0 0,-2 1 0 0 0,2-1 0 0 0,1-1 0 0 0,1 1 0 0 0,-1-1 0 0 0,2 0 0 0 0,-1 0 0 0 0,1 0-96 0 0,2-1-24 0 0,1 2 0 0 0,0-1 0 0 0,2-2-416 0 0,3 2-80 0 0</inkml:trace>
  <inkml:trace contextRef="#ctx0" brushRef="#br0" timeOffset="27">7712 5912 10135 2423 3279,'-6'1'448'0'0,"2"0"96"0"0,0 0-440 0 0,0 2-104 0 0,1-2 0 0 0,1 1 0 0 0,-1 2 1216 0 0,-4 3 216 0 0,-3 5 40 0 0,-3 3 16 0 0,2 4-272 0 0,0-2-64 0 0,3 1 0 0 0,4-3-8 0 0,3 0-664 0 0,1-3-136 0 0,2-1-24 0 0,4 0-8 0 0,0 0-160 0 0,4-3-32 0 0,1-1-8 0 0,0-1 0 0 0,3-3-16 0 0,0-1-8 0 0,3-2 0 0 0,1-2 0 0 0,2-1-8 0 0,2-3 0 0 0,-1-3 0 0 0,0 0 0 0 0,-2 0-16 0 0,-2-1 0 0 0,-2 1 0 0 0,-2-2 0 0 0,-1 0-64 0 0,-3-2 0 0 0,-1 2 0 0 0,-2-3 64 0 0,-4-1-64 0 0,-4 0 0 0 0,-1 1 0 0 0,-2-1 64 0 0,-3 2-64 0 0,-3-2 0 0 0,-2 1 72 0 0,-3 1-72 0 0,-2 2 80 0 0,-1 0-16 0 0,4 3-64 0 0,-3 1 96 0 0,-1 0-96 0 0,-2 2 88 0 0,3 2-88 0 0,1 2 80 0 0,0 1-80 0 0,3 1 0 0 0,0 1 0 0 0,3-1 0 0 0,1 1 0 0 0,2 1 0 0 0,1-1 0 0 0,2 0-88 0 0,1 2-144 0 0,1-2-32 0 0,3 2-8 0 0,0-1-9416 0 0</inkml:trace>
  <inkml:trace contextRef="#ctx0" brushRef="#br0" timeOffset="28">2778 1568 3223 2773 3059,'1'0'288'0'0,"-1"-2"-288"0"0,0 1 0 0 0,0 0 0 0 0,2 0 608 0 0,-1-1 64 0 0,0 0 8 0 0,2-2 8 0 0,0-1 288 0 0,1-1 56 0 0,1-1 16 0 0,0-2 0 0 0,0 2-96 0 0,-1 1-24 0 0,0 1 0 0 0,0-1 0 0 0,1-1-152 0 0,0-2-32 0 0,0 3-8 0 0,1-3 0 0 0,0 2-128 0 0,-3 1-24 0 0,1 0-8 0 0,-1 0 0 0 0,-1 1-120 0 0,0 0-24 0 0,-1 2-8 0 0,1 1 0 0 0,-2 0-128 0 0,0-1-24 0 0,0 2-8 0 0,0-1 0 0 0,0 2-96 0 0,0-2-16 0 0,0 2-8 0 0,-2 0 0 0 0,2 0-64 0 0,0 0-16 0 0,0 2 0 0 0,-1 0 0 0 0,1-2-64 0 0,0 0 0 0 0,0 0 72 0 0,0 0-72 0 0,0 24 0 0 0,0-16 0 0 0,0-1 0 0 0,1 0 64 0 0,-1 4-64 0 0,0 0 64 0 0,0 2-64 0 0,0 1 64 0 0,0 2-64 0 0,0-1 96 0 0,2 3-32 0 0,-2-2 0 0 0,1 2-64 0 0,-1-1 96 0 0,1-1-32 0 0,1 0 0 0 0,0-3-64 0 0,0 0 64 0 0,-2 0-64 0 0,2-3 64 0 0,0 0-64 0 0,-1-3 0 0 0,2-1 0 0 0,-1-2 0 0 0,1 1-80 0 0,-1-3-24 0 0,1 0-8 0 0,1-2-9336 0 0</inkml:trace>
  <inkml:trace contextRef="#ctx0" brushRef="#br0" timeOffset="29">2824 1735 5527 2773 3112,'0'0'488'0'0,"0"0"-392"0"0,0 0-96 0 0,0 0 0 0 0,0 0 1032 0 0,0 1 184 0 0,0-1 40 0 0,1 1 8 0 0,0 1 272 0 0,2 0 48 0 0,1-1 16 0 0,-4-1 0 0 0,0 0-592 0 0,0 0-112 0 0,28 4-32 0 0,-19-4 0 0 0,3 0-392 0 0,-1 0-88 0 0,2 0-8 0 0,2-3-8 0 0,0 1-192 0 0,0-2-40 0 0,1 1-8 0 0,1 0 0 0 0,-1 2-128 0 0,-3 0 64 0 0,0 0-64 0 0,-2 1 0 0 0,-2 0 0 0 0,-1 0 0 0 0,-1 0 0 0 0,-2 0 0 0 0,0 1-320 0 0,-1 0-88 0 0</inkml:trace>
  <inkml:trace contextRef="#ctx0" brushRef="#br0" timeOffset="30">2750 2375 9215 3048 3662,'2'-3'816'0'0,"-2"0"-656"0"0,2 0-160 0 0,0 3 0 0 0,-2-1 832 0 0,2-1 128 0 0,2-2 24 0 0,2-2 8 0 0,0-2 192 0 0,3-1 32 0 0,2-1 16 0 0,-2 2 0 0 0,2 2-632 0 0,1 0-128 0 0,-3 3-24 0 0,1 0-8 0 0,-1 2-248 0 0,1 0-56 0 0,-2 1-8 0 0,0 1 0 0 0,-1 2-64 0 0,1 0-64 0 0,0 1 96 0 0,-2-1-96 0 0,-1 3 88 0 0,1 0-88 0 0,-2 1 80 0 0,-2 1-80 0 0,0 2 64 0 0,-2-1-64 0 0,0 2 0 0 0,-4-1 72 0 0,-2 3-72 0 0,1-1 0 0 0,-2-1 0 0 0,-1 2 64 0 0,-1 0-64 0 0,0 0 0 0 0,-1 1 0 0 0,-1-1 64 0 0,2-1-64 0 0,0-2 64 0 0,1 1-64 0 0,1-3 64 0 0,1 1 64 0 0,2-4 0 0 0,0 3 8 0 0,0-5 0 0 0,2 1 24 0 0,1-2 0 0 0,1-1 0 0 0,1 0 0 0 0,1 0-8 0 0,2 1 0 0 0,0-1 0 0 0,2-1 0 0 0,-1 0 8 0 0,3 1 0 0 0,0-1 0 0 0,2 0 0 0 0,2 0 16 0 0,1 0 8 0 0,0 0 0 0 0,1-1 0 0 0,-1 0-96 0 0,2 1-24 0 0,2-2 0 0 0,2 1 0 0 0,0 0 0 0 0,-2 0-64 0 0,0-1 96 0 0,-3 2-32 0 0,-1 0-64 0 0,-4 0 0 0 0,0 2 0 0 0,-1-1 64 0 0,-4 0-64 0 0,1 0 0 0 0,-3 1 0 0 0,1 0 0 0 0,-2-1 0 0 0,-1 0-96 0 0,0 1 32 0 0,0 0 64 0 0,2-1-336 0 0,-2 1-8 0 0,1 0 0 0 0,-1-1 0 0 0,0 0-168 0 0,1 0-40 0 0,-1 0-8 0 0,0-1-8560 0 0</inkml:trace>
  <inkml:trace contextRef="#ctx0" brushRef="#br0" timeOffset="31">881 3007 4607 3091 3505,'-1'-1'408'0'0,"-1"-1"-328"0"0,1 2-80 0 0,1 0 0 0 0,0-2 528 0 0,0 2 88 0 0,-1-2 24 0 0,-1 0 0 0 0,1-2 192 0 0,1-1 48 0 0,-1 1 8 0 0,2-1 0 0 0,2-2 16 0 0,-1 1 8 0 0,2 0 0 0 0,3-1 0 0 0,-2 1-80 0 0,2-1-8 0 0,-1 2-8 0 0,2 0 0 0 0,-2 0-128 0 0,2 0-24 0 0,0 0-8 0 0,3 1 0 0 0,-3 1-240 0 0,-1-1-40 0 0,2 4-16 0 0,0 0 0 0 0,0 0-200 0 0,1 2-48 0 0,1 0-8 0 0,-3 3 0 0 0,-3-1-104 0 0,2 3 0 0 0,-2 0 0 0 0,-1 2 0 0 0,0 1 0 0 0,-3 3-96 0 0,0 1 96 0 0,-2 0-104 0 0,0 0-48 0 0,-3 1-8 0 0,0-1 0 0 0,-1 1 0 0 0,-2-2 72 0 0,0-3 16 0 0,-1 0 0 0 0,3-2 0 0 0,-2-1 72 0 0,2 0 0 0 0,1 0 0 0 0,0-3 0 0 0,1-6 0 0 0,0 0 72 0 0,2 1-8 0 0,0-1-64 0 0,1-1 256 0 0,1 1 0 0 0,0-1 0 0 0,2 1 0 0 0,0 1-128 0 0,2-1-24 0 0,3 0-8 0 0,0-1 0 0 0,3 2-96 0 0,1 0 72 0 0,0 1-72 0 0,2 0 64 0 0,-1 2-64 0 0,0 1 0 0 0,0 0 72 0 0,0 1-72 0 0,-3 1 0 0 0,-1 1 0 0 0,-1 1 0 0 0,-2 1 0 0 0,-1-1 0 0 0,-4 1 0 0 0,1 0 0 0 0,-4 0 0 0 0,0 1 0 0 0,-2-1 0 0 0,-2 0 0 0 0,0 0 64 0 0,-3-1-64 0 0,1 1 0 0 0,-4-1 0 0 0,2-2 64 0 0,-3 1-64 0 0,3 0 0 0 0,-1-2 0 0 0,-1-1 64 0 0,1-1-64 0 0,-1-1 0 0 0,1-1 0 0 0,-1 0 0 0 0,-2 0 0 0 0,3 0 0 0 0,-3-1 0 0 0,2-1 64 0 0,0 2-64 0 0,1-1 0 0 0,2 0 64 0 0,1 1-64 0 0,2-1 0 0 0,-1 0 0 0 0,3-1 0 0 0,1 2 0 0 0,2 2 0 0 0,-1-2 0 0 0,2 0 0 0 0,0 0 0 0 0,3 1 0 0 0,0-1-160 0 0,1 1 32 0 0,3 1-6096 0 0,-7-2-1224 0 0</inkml:trace>
  <inkml:trace contextRef="#ctx0" brushRef="#br0" timeOffset="32">4247 3012 7831 2519 3027,'5'-2'696'0'0,"-2"-2"-560"0"0,-3 2-136 0 0,-2 2 0 0 0,2 0 960 0 0,0-2 168 0 0,0 0 32 0 0,2-3 8 0 0,-1 1 296 0 0,0-1 56 0 0,1 1 16 0 0,-1 0 0 0 0,0 1-736 0 0,-1 2-136 0 0,0 0-32 0 0,-2 3-8 0 0,0 1-368 0 0,1 1-80 0 0,-3 2-16 0 0,0 1 0 0 0,4-7-64 0 0,-12 20-8 0 0,6-9-8 0 0,-1 2 0 0 0,-1 0-80 0 0,1 0 64 0 0,0 0-64 0 0,1 0 64 0 0,1 1-64 0 0,1-2 80 0 0,0-2-80 0 0,0 0 80 0 0,1 0-16 0 0,2-3-64 0 0,-1-1 96 0 0,2 1-32 0 0,0-3 32 0 0,2 0 8 0 0,0-1 0 0 0,2 1 0 0 0,0-2 8 0 0,0-1 0 0 0,3-1 0 0 0,-1 2 0 0 0,4-1 16 0 0,-1 0 8 0 0,2-1 0 0 0,1 0 0 0 0,1 1-24 0 0,2 0-8 0 0,1-1 0 0 0,-1 2 0 0 0,2-2-104 0 0,0 0 72 0 0,2 0-72 0 0,-2 0 64 0 0,-1 0-64 0 0,-1-2 0 0 0,-2 2 0 0 0,-2-1 0 0 0,-3 0-88 0 0,0 0-32 0 0,-1-2-8 0 0,-1 1 0 0 0,-2 1-400 0 0,0-1-80 0 0,-1-1-24 0 0,-2 1-8712 0 0</inkml:trace>
  <inkml:trace contextRef="#ctx0" brushRef="#br0" timeOffset="33">4493 3027 3223 2458 3088,'0'0'288'0'0,"0"0"-288"0"0,0 0 0 0 0,0 0 0 0 0,-2 1 1440 0 0,0 1 240 0 0,1 0 48 0 0,-2 1 0 0 0,1 1 192 0 0,-3 3 40 0 0,1 0 8 0 0,1 1 0 0 0,0 2-880 0 0,2 0-184 0 0,0 1-32 0 0,1 2-8 0 0,0 0-472 0 0,0 3-96 0 0,1 1-16 0 0,-1-1-8 0 0,0-1-144 0 0,0-1-24 0 0,0 1-8 0 0,-1 0 0 0 0,1-2 16 0 0,-2 0 0 0 0,1-1 0 0 0,0 1 0 0 0,1 0-16 0 0,-2-1 0 0 0,2 0 0 0 0,0-1 0 0 0,-1-3-96 0 0,1 2 88 0 0,0-1-88 0 0,-1-1 80 0 0,1 1-80 0 0,-2-2 0 0 0,2-2 0 0 0,0 1 64 0 0,0 0-64 0 0,0-2 0 0 0,0 1 0 0 0,0-1 0 0 0,2-1 0 0 0,-1 1 0 0 0,0-2 0 0 0,-1 0 0 0 0,3-2 0 0 0,0 0-96 0 0,-1-2 32 0 0,2 0 64 0 0,2-2-392 0 0,-1 0-24 0 0</inkml:trace>
  <inkml:trace contextRef="#ctx0" brushRef="#br0" timeOffset="34">7125 4873 7831 2572 3150,'0'-2'696'0'0,"0"0"-560"0"0,1 2-136 0 0,-1-2 0 0 0,0 2 640 0 0,0-1 96 0 0,0-1 16 0 0,0-1 8 0 0,0 0 360 0 0,-1-1 80 0 0,-1 3 16 0 0,0 0 0 0 0,-2 3-536 0 0,0 0-104 0 0,2 5-16 0 0,-2-1-8 0 0,0 4-296 0 0,-1 2-64 0 0,-1 1-16 0 0,0 2 0 0 0,0 1 48 0 0,0 1 0 0 0,-2 1 8 0 0,-1-2 0 0 0,1 2 72 0 0,2-3 16 0 0,-1 0 0 0 0,2-4 0 0 0,1 0-128 0 0,0-2-16 0 0,0-2-8 0 0,1-1 0 0 0,3-1-16 0 0,-1 0-8 0 0,1-2 0 0 0,1 1 0 0 0,1-1-24 0 0,-1-1-8 0 0,0-1 0 0 0,3 0 0 0 0,2 0 16 0 0,0 0 8 0 0,1 1 0 0 0,3-2 0 0 0,2 0 48 0 0,-1 0 8 0 0,4-2 0 0 0,-1 0 0 0 0,3 1-24 0 0,0 0 0 0 0,-2-1 0 0 0,0 2 0 0 0,4-3-40 0 0,1 3 0 0 0,1-1-8 0 0,-4 0 0 0 0,-3-1-120 0 0,1 1 72 0 0,-1 0-72 0 0,-1 1 64 0 0,-3-1-64 0 0,-2 0 0 0 0,0-1 0 0 0,-2 0 0 0 0,1 0-240 0 0,-2-1-40 0 0,-1 1-8 0 0,0-2-6464 0 0,1 1-1304 0 0</inkml:trace>
  <inkml:trace contextRef="#ctx0" brushRef="#br0" timeOffset="35">7323 4915 3223 2602 3111,'-4'-5'288'0'0,"1"2"-288"0"0,3 2 0 0 0,-2 0 0 0 0,0 0 288 0 0,1 1 8 0 0,1 0 0 0 0,-1 1 0 0 0,-2 0 1016 0 0,-1 2 208 0 0,1 0 40 0 0,1 2 8 0 0,-2 2-408 0 0,1 1-72 0 0,1 3-24 0 0,-2 1 0 0 0,0 1-208 0 0,2 3-48 0 0,0 1-8 0 0,0 1 0 0 0,1 0-256 0 0,-1 1-48 0 0,1-1-16 0 0,0-2 0 0 0,-1-2-112 0 0,2 3-24 0 0,-1-1-8 0 0,0-2 0 0 0,-1 1-64 0 0,1-1-16 0 0,1 1 0 0 0,-1 0 0 0 0,-1-2-104 0 0,2-1-24 0 0,0-2-8 0 0,0-1 0 0 0,0-2-40 0 0,0 1-8 0 0,0-4 0 0 0,2 1 0 0 0,-1-2-72 0 0,0 0 0 0 0,2-2 0 0 0,1-3 64 0 0,0-1-64 0 0,2-3-136 0 0,2-2 32 0 0,1-2-9248 0 0</inkml:trace>
  <inkml:trace contextRef="#ctx0" brushRef="#br0" timeOffset="36">7762 5034 3679 2487 3183,'0'2'80'0'0,"0"-1"16"0"0,0 0 8 0 0,0 0 0 0 0,0 1-104 0 0,0-2 0 0 0,0 1 0 0 0,-2 1 0 0 0,2 2 696 0 0,2-1 112 0 0,0 1 24 0 0,-2-2 8 0 0,2 1 40 0 0,0-1 8 0 0,-2-2 0 0 0,2 0 0 0 0,0-1-168 0 0,0-2-32 0 0,1 1-8 0 0,0 0 0 0 0,-1-1-120 0 0,-1-1-24 0 0,2 0-8 0 0,-2-1 0 0 0,2-1-40 0 0,-2 2-8 0 0,-1-2 0 0 0,2 0 0 0 0,-2-1-40 0 0,1-1-16 0 0,-1 3 0 0 0,0-3 0 0 0,-1 3-136 0 0,1-2-32 0 0,-3-1-8 0 0,2 0 0 0 0,-2 3-96 0 0,-1-2-24 0 0,2-1 0 0 0,-1 3 0 0 0,0 0-64 0 0,-1 0-64 0 0,0-1 96 0 0,-2 0-96 0 0,1 2 72 0 0,-1-1-72 0 0,-2 0 0 0 0,0 2 72 0 0,0 0-72 0 0,-3 2 0 0 0,0 0 0 0 0,-2 1 64 0 0,0 1-64 0 0,0 1 0 0 0,1 2 0 0 0,-1 0 64 0 0,3 3-64 0 0,-1-1 0 0 0,0 1 0 0 0,2 2 0 0 0,-2 3 0 0 0,3 0 0 0 0,0 1 0 0 0,2-2 0 0 0,0 2 0 0 0,4 0 0 0 0,-1-1 0 0 0,3-2 0 0 0,0-3 0 0 0,1 2 0 0 0,2 0 0 0 0,1-1 0 0 0,1-3 64 0 0,1-2 32 0 0,0 0 0 0 0,2-2 0 0 0,1 2 80 0 0,2-4 16 0 0,1-2 8 0 0,0-1 0 0 0,0-1-56 0 0,1-1-16 0 0,-2-1 0 0 0,3 0 0 0 0,-2-1-48 0 0,-1 2-16 0 0,1-1 0 0 0,-1 1 0 0 0,-1-1-64 0 0,-1 2 80 0 0,-2 1-80 0 0,-2 2 80 0 0,-1 0-80 0 0,0 1 80 0 0,-2-1-80 0 0,2 1 80 0 0,0 1-80 0 0,-2 1 0 0 0,1 2 72 0 0,1 1-72 0 0,-3 0 0 0 0,2 2 0 0 0,-1 1 0 0 0,1 0 0 0 0,-2 2 0 0 0,1 0 0 0 0,-2 0 0 0 0,0 2 64 0 0,0-1-64 0 0,-2 1 0 0 0,0 0 0 0 0,-2 0 0 0 0,0 1 0 0 0,-1 0 0 0 0,-1-1 0 0 0,0-2 0 0 0,2 0 0 0 0,-5 0 0 0 0,1 2 0 0 0,-2-1 64 0 0,-2 0-64 0 0,1 0 0 0 0,-2 0 0 0 0,1-4 0 0 0,1 1 0 0 0,-1-2 64 0 0,0 1-64 0 0,-1-1 0 0 0,3-1 64 0 0,0-2-64 0 0,-1 2 64 0 0,-1-2-64 0 0,1-1 80 0 0,1 0-16 0 0,2 0-64 0 0,0-1 96 0 0,0 2-96 0 0,1-1 88 0 0,-1-1-88 0 0,1 1 80 0 0,2-1-80 0 0,1 0 0 0 0,0 0 0 0 0,1-1 64 0 0,1 0-64 0 0,-2 1 0 0 0,4 0 0 0 0,-2-2 0 0 0,1 2 0 0 0,1 0 0 0 0,0-1 0 0 0,0 1 0 0 0,1 0-120 0 0,1 0-8 0 0,0 0-8 0 0,2-1 0 0 0,2 0-400 0 0,-6 1-72 0 0</inkml:trace>
  <inkml:trace contextRef="#ctx0" brushRef="#br0" timeOffset="37">8031 7594 1375 2708 3316,'-1'0'128'0'0,"0"-2"-128"0"0,-1 1 0 0 0,2 0 0 0 0,0 0 376 0 0,0 0 48 0 0,0-2 16 0 0,-2-1 0 0 0,0 0 208 0 0,1-2 48 0 0,1 0 8 0 0,0 2 0 0 0,0 0 152 0 0,1 0 32 0 0,1 1 8 0 0,0 1 0 0 0,1-2 0 0 0,1 2 0 0 0,2 0 0 0 0,0 1 0 0 0,0 0-104 0 0,0 1-24 0 0,2 2 0 0 0,1 0 0 0 0,1 0-160 0 0,1 2-40 0 0,3 0-8 0 0,2 2 0 0 0,5 1-80 0 0,5 0-8 0 0,2 0-8 0 0,5 0 0 0 0,-1-1-112 0 0,2-1-32 0 0,0 1 0 0 0,5 0 0 0 0,7 2-72 0 0,-3 0-24 0 0,-5 1 0 0 0,5 2 0 0 0,7 2-96 0 0,2 0-32 0 0,-2 2 0 0 0,-3 0 0 0 0,3 0-32 0 0,-1 2-64 0 0,-1-2 88 0 0,-1 1-88 0 0,-3-1 80 0 0,-2-1-80 0 0,-1-1 64 0 0,-7-1-64 0 0,-4-3 64 0 0,-5 0-64 0 0,2 0 64 0 0,-4-1-64 0 0,-2 0 0 0 0,-4-3 0 0 0,-2-2 0 0 0,-1 0 0 0 0,0-1 0 0 0,-2-3 0 0 0,0 0 72 0 0,-1-2-72 0 0,-1 0 96 0 0,1 1-24 0 0,-2-2 0 0 0,2 0 0 0 0,0-2-72 0 0,-1-1 96 0 0,-1 3-96 0 0,-1-1 96 0 0,-4 1-96 0 0,-1-1 0 0 0,0 1 0 0 0,-3 2 64 0 0,-1-2-64 0 0,-2 1 0 0 0,-3 1 0 0 0,2-1 0 0 0,-1 2 0 0 0,-3 0 0 0 0,-4 2 0 0 0,-4 1 0 0 0,-3 0 0 0 0,2 4 0 0 0,0 1 0 0 0,2 0 0 0 0,3-1 0 0 0,4 1 0 0 0,2-1 0 0 0,3 1 0 0 0,2 0 0 0 0,2-1 0 0 0,2-1 0 0 0,2 1 0 0 0,1-1-64 0 0,4-1 64 0 0,2-1 0 0 0,1-2 0 0 0,1 0 0 0 0,3 1 0 0 0,3-4 0 0 0,0 0 0 0 0,2-1 0 0 0,-4 0 0 0 0,1 0 0 0 0,-4-3 0 0 0,0 2 0 0 0,-4 0 0 0 0,-4 1 0 0 0,-2 1 0 0 0,-2-1 0 0 0,-3 2 0 0 0,0 2 0 0 0,-4-1 0 0 0,-2 2 0 0 0,0 0 0 0 0,-4 2 0 0 0,-1-1 0 0 0,1 3 0 0 0,-1 1 0 0 0,1 1 0 0 0,2-1 0 0 0,2 2 0 0 0,2-1 0 0 0,3-3 0 0 0,2 3 64 0 0,2-3-64 0 0,2-1 0 0 0,2 0 72 0 0,2-3-72 0 0,2-1 0 0 0,3-2 0 0 0,-1-2 0 0 0,1-1 0 0 0,-2 1 0 0 0,1-3 72 0 0,1 0-72 0 0,-3-2 0 0 0,-1 1 64 0 0,-3-1-64 0 0,-3 3 0 0 0,-3-1 0 0 0,-2 0 0 0 0,-3 1 0 0 0,-1-1 0 0 0,-3 3 0 0 0,-3 1 0 0 0,-1-1 0 0 0,-2 2 0 0 0,3-1 0 0 0,0 2-192 0 0,2 0-64 0 0,2-1-8 0 0,-1 2-9176 0 0</inkml:trace>
  <inkml:trace contextRef="#ctx0" brushRef="#br0" timeOffset="38">7869 7619 6911 2748 3318,'1'-2'608'0'0,"-2"-1"-480"0"0,-1 3-128 0 0,1 0 0 0 0,1 0 632 0 0,-3-2 104 0 0,1 2 16 0 0,-4 0 8 0 0,0 0 264 0 0,-5 2 48 0 0,1 6 16 0 0,-4 1 0 0 0,1 5-376 0 0,-3 3-72 0 0,1 3-8 0 0,-4 4-8 0 0,1 1-192 0 0,-3 5-40 0 0,-1 2-8 0 0,-3 2 0 0 0,-2 5 0 0 0,-2 1-8 0 0,1-2 0 0 0,-3 1 0 0 0,-1-3 8 0 0,6-3 8 0 0,4-7 0 0 0,-1 5 0 0 0,-5 7-136 0 0,-1 3-32 0 0,-3 3-8 0 0,0 1 0 0 0,1 0-88 0 0,2-5-24 0 0,3-5 0 0 0,4-3 0 0 0,4-4-8 0 0,4-3-8 0 0,1-4 0 0 0,5-3 0 0 0,1-1-24 0 0,1-4-64 0 0,4-2 96 0 0,0-4-32 0 0,2-1-64 0 0,0-2 0 0 0,2-3 72 0 0,0-2-72 0 0,1-1 0 0 0,1-4 0 0 0,0-3 0 0 0,2-2 64 0 0,-2-1-64 0 0,0-2 0 0 0,-3 1 0 0 0,-1-3 0 0 0,0 1 0 0 0,-5 2-128 0 0,1 0 16 0 0,0 4 8 0 0,-3 2-48 0 0,-1 4-8 0 0,2 3 0 0 0,-3 1 0 0 0,-3 3 64 0 0,-2 2 16 0 0,-1 3 0 0 0,0 0 0 0 0,1 0 80 0 0,0 2-80 0 0,3 0 80 0 0,1 1-80 0 0,2-2 80 0 0,2 1 0 0 0,1-1 0 0 0,4-2 0 0 0,0-2 0 0 0,3-1 0 0 0,2-1 0 0 0,3 0 0 25-18,2-2 0-25 18,2-2 0 0 0,2 0 0 0 0,0-3 0 0 0,2-2 0 0 0,1-2 0 0 0,-2-1 0 0 0,-1-1 0 0 0,0 0 0 0 0,-2 0 0 0 0,-3-1 0 0 0,-3 2 0 0 0,-3 1 0 0 0,-2-1 0 0 0,-3 1 0 0 0,-4-1 0 0 0,0 3 0 25-20,-1-1 0-25 20,-2 2 0 0 0,-3 1 0 0 0,0 1 0 0 0,-1 1 0 0 0,0 1 0 0 0,1 3 64 0 0,3 0-64 0 0,-3-1 64 0 0,4 3-64 0 0,1 0 64 0 0,1-2-64 0 0,2 3 0 0 0,3 0 64 0 0,-2-1-64 0 0,4 1 0 0 0,0 0 0 0 0,5-2 0 0 0,0 0 0 0 0,3 1-408 0 0,3-1-88 0 0,4-2-16 0 0,4-2-8152 0 0</inkml:trace>
  <inkml:trace contextRef="#ctx0" brushRef="#br0" timeOffset="39">8105 7590 3223 2687 3348,'0'-6'288'0'0,"0"3"-288"0"0,0-1 0 0 0,1 2 0 0 0,1-1 384 0 0,-2 2 16 0 0,0 0 8 0 0,4-3 0 0 0,0 1 672 0 0,-2-2 136 0 0,1 0 24 0 0,-3 2 8 0 0,1 1 72 0 0,-2 4 24 0 0,0 1 0 0 0,-2 2 0 0 0,0 2-392 0 0,-1 1-80 0 0,0 3-8 0 0,0 2-8 0 0,0 2-296 0 0,0 1-56 0 0,1-2-16 0 0,1 5 0 0 0,0 3-160 0 0,0 6-32 0 0,0 7-8 0 0,0 2 0 0 0,0 5-32 0 0,1 0 0 0 0,0 1-8 0 0,-2-3 0 0 0,2-4-72 0 0,-1 3-16 0 0,1 5 0 0 0,0 0 0 0 0,0-5-16 0 0,-1 2-8 0 0,1 2 0 0 0,-2 0 0 0 0,1 1 24 0 0,-1-1 8 0 0,0-5 0 0 0,1-3 0 0 0,-1-2-88 0 0,0-3-16 0 0,2 1-64 0 0,-2-6 96 0 0,2-4-16 0 0,0 2-8 0 0,1-1 0 0 0,0 0 0 0 0,0 0 8 0 0,0-4 0 0 0,0-3 0 0 0,0-5 0 0 0,0 0-80 0 0,1-4 80 0 0,0-3-80 0 0,1-2 80 0 0,0-2-80 0 0,1-2 0 0 0,0-4 0 0 0,3-3 0 0 0,0 2 0 0 0,-2-4 64 0 0,-1-2-64 0 0,1-1 0 0 0,-1 2 0 0 0,-3 0 0 0 0,0-1 0 0 0,-4 3 0 0 0,-1 0 0 0 0,-3 3-136 0 0,-4 4 32 0 0,-2 5 8 0 0,4 1-8 0 0,-5 3 0 0 0,-3 2 0 0 0,-1 6 0 0 0,-1 3 104 0 0,0 1-96 0 0,0 3 96 0 0,2-2-96 0 0,3 3 96 0 0,4-3 0 0 0,3 0 0 0 0,2-1 0 0 0,4-2 0 0 0,3-2 0 0 0,3-1 0 0 0,1-3 0 0 0,5-1 0 0 0,1-1 0 0 0,-2 1 0 0 0,3-5 0 0 0,1-1 0 0 0,2-5 0 0 0,0 1 0 0 0,-1-4 0 0 0,1 1 0 0 0,-2-2 0 26-18,2 1 0-26 18,-3-2 0 0 0,-2-1 0 27-18,0 0 0-27 18,-2 0 0 0 0,-3 3 0 0 0,-1-3 0 0 0,-2 2 0 0 0,-4 3 0 0 0,-2-1 0 0 0,-1 3 0 25-18,-3-1 0-25 18,-2 3 0 0 0,-3 0 0 0 0,-1 3 0 0 0,-3 1 0 0 0,1 1 96 0 0,-1 1-96 0 0,1 1 144 0 0,0 1-24 0 0,1 0-8 0 0,2 2 0 0 0,3-2-112 0 0,-1 2 88 0 0,3-2-88 0 0,1 0 80 25-18,3 3-80-25 18,1-2 0 0 0,2 2 0 0 0,2-2 0 0 0,3 1 0 0 0,2-5 0 0 0,4-1-88 0 0,3-2 88 0 0,4-2-440 0 0,1 0-40 0 0,5 0-16 0 0,4-4-9272 0 0</inkml:trace>
  <inkml:trace contextRef="#ctx0" brushRef="#br0" timeOffset="40">5490 4346 2303 2826 3283,'-2'-2'200'0'0,"-1"1"-200"0"0,2 1 0 0 0,-1 0 0 0 0,1 0 400 0 0,-2 0 40 0 0,-1 0 8 0 0,-3-1 0 0 0,-5 1 128 0 0,1-1 24 0 0,-1 2 8 0 0,2 1 0 0 0,1 2 72 0 0,1 0 24 0 0,1 0 0 0 0,0 3 0 0 0,4 0-64 0 0,-1 2 0 0 0,0-1-8 0 0,0 0 0 0 0,4 0-152 0 0,-2-1-24 0 0,4 3-8 0 0,-2-3 0 0 0,5 0-88 0 0,-1 0-16 0 0,2-2-8 0 0,1 0 0 0 0,0-2 0 0 0,2-1 0 0 0,2 0 0 0 0,-2-2 0 0 0,-1 0-48 0 0,0-2 0 0 0,1 1-8 0 0,1-1 0 0 0,1-2-112 0 0,-1-2-16 0 0,1 1-8 0 0,-2-1 0 0 0,0-1-144 0 0,-2 0 64 0 0,0 1-64 0 0,-3-1 0 0 0,0 2 0 0 0,-1-1 0 0 0,-3-1 0 0 0,0 0 0 0 0,-2 1 0 0 0,0 0 0 0 0,-2-1 0 0 0,-2 1 0 0 0,1 3-128 0 0,-2-2 0 0 0,-1 1 0 0 0,-2 2 0 0 0,-2 0-64 0 0,-1 2-8 0 0,1 2-8 0 0,0-1 0 0 0,3 1 128 0 0,-1 2 80 0 0,-3 0-96 0 0,3 3 96 0 0,-1 0 0 0 0,2 1 96 0 0,0 3 0 0 0,-2-1 0 0 0,3 4 160 0 0,0 0 24 0 0,2 1 8 0 0,2-1 0 0 0,3 0 16 0 0,1-2 8 0 0,3-1 0 0 0,1 0 0 0 0,4-1-24 0 0,1-2-8 0 0,1-2 0 0 0,3 0 0 0 0,1-4-56 0 0,2 1-16 0 0,3-3 0 0 0,0-3 0 0 0,1-2-64 0 0,3-2-16 0 0,2-1 0 0 0,-2-2 0 0 0,-5 2-64 0 0,1-2-64 0 0,0-1 96 0 0,-3-1-96 0 0,-5 2 0 0 0,-3-3 0 0 0,-1 2 0 0 0,-4-1 0 0 0,-2 2 0 0 0,-2-2 0 0 0,-3-1 0 0 0,-2 0 0 0 0,-4 0 0 0 0,-2 2 0 0 0,-3 1 0 0 0,-1 0 0 0 0,-1 4 0 0 0,0 3 0 0 0,-1 0 0 0 0,2 3 0 0 0,4 2 0 0 0,-2 1 0 0 0,-4 4 0 0 0,1 3 0 0 0,0 0 0 0 0,2 2 0 0 0,1 1 0 0 0,4 1 0 0 0,0 2 0 0 0,5-2 80 0 0,3 0-80 0 0,2-2 64 0 0,2 3-64 0 0,6-3 0 0 0,4 1 0 0 0,6-4 0 0 0,7-1-472 0 0,6-1-56 0 0</inkml:trace>
  <inkml:trace contextRef="#ctx0" brushRef="#br0" timeOffset="41">5500 4379 4607 2858 3223,'-2'-3'408'0'0,"1"1"-328"0"0,0 0-80 0 0,-1 2 0 0 0,1 0 336 0 0,0 0 48 0 0,-3-2 16 0 0,-3 1 0 0 0,-3-1 104 0 0,-2 1 16 0 0,-3-1 8 0 0,-3 4 0 0 0,3 0-184 0 0,-1 2-40 0 0,2 0-8 0 0,-2 1 0 0 0,1 2 64 0 0,3 0 16 0 0,0 1 0 0 0,2 1 0 0 0,6-1 104 0 0,-1 1 16 0 0,4 0 8 0 0,2 0 0 0 0,1 0 8 0 0,3 1 0 0 0,5-1 0 0 0,0 0 0 0 0,1-1-16 0 0,2-1 0 0 0,1 0 0 0 0,3-1 0 0 0,0-1-152 0 0,-1-3-32 0 0,0-2-8 0 0,-1 0 0 0 0,-1-1-136 0 0,0-2-24 0 0,-1 0-8 0 0,-1-3 0 0 0,-1 0-40 0 0,-3 0-16 0 0,-2-1 0 0 0,0-1 0 0 0,-2-2-80 0 0,-3 1 80 0 0,-1 0-80 0 0,-1-1 80 0 0,-2 1-80 0 0,-1-1 0 0 0,-1 3 0 0 0,-1 0 64 0 0,-2 2 8 0 0,0 0 0 0 0,-1 1 0 0 0,-1 2 0 0 0,0 0 88 0 0,-1 4 8 0 0,-1 0 8 0 0,1 3 0 0 0,-1-1-48 0 0,1 2-16 0 0,-1 1 0 0 0,1 2 0 0 0,1-1-112 0 0,-2 0 88 0 0,5 0-88 0 0,-1-1 80 0 0,2 2-80 0 0,2-3 0 0 0,2 1 0 0 0,2-1 0 0 0,2-2 0 0 0,5 0-112 0 0,5-2 16 0 0,2-1-5584 0 0,4-3-1112 0 0</inkml:trace>
  <inkml:trace contextRef="#ctx0" brushRef="#br0" timeOffset="42">4501 3560 6911 3405 2969,'0'0'608'0'0,"0"0"-480"0"0,0 1-128 0 0,0-1 0 0 0,2 0 584 0 0,-1 1 96 0 0,1 0 24 0 0,2 1 0 0 0,1 0 256 0 0,3 1 64 0 0,0 1 0 0 0,0 0 8 0 0,0-2-512 0 0,0 1-104 0 0,-1 1-16 0 0,1-1-8 0 0,-2 2-296 0 0,1-2-96 0 0,0 2 0 0 0,-1-1 0 0 0,1 0-432 0 0,-1-2-144 0 0</inkml:trace>
  <inkml:trace contextRef="#ctx0" brushRef="#br0" timeOffset="43">4746 3699 4607 3270 2966,'0'0'408'0'0,"0"0"-328"0"0,1-2-80 0 0,-1 2 0 0 0,0 0 608 0 0,0 0 96 0 0,0 2 32 0 0,1-2 0 0 0,-1 0-440 0 0,0 1-80 0 0,0 0-24 0 0,0-1 0 0 0,0 0-192 0 0</inkml:trace>
  <inkml:trace contextRef="#ctx0" brushRef="#br0" timeOffset="44">4174 3430 5983 3515 3073,'0'1'536'0'0,"0"-1"-432"0"0,1 1-104 0 0,0-1 0 0 0,1 1 480 0 0,-2 1 80 0 0,4-2 16 0 0,0 3 0 0 0,1 1 432 0 0,4-1 88 0 0,2 2 24 0 0,1 0 0 0 0,3 0-384 0 0,-2 1-64 0 0,1-1-24 0 0,0 1 0 0 0,-1-2-424 0 0,-2 3-80 0 0,2-2-16 0 0,0 1-8 0 0,-2 0-120 0 0,-1 0 0 0 0,0 0 0 0 0,-1 0-4432 0 0,1 0-832 0 0</inkml:trace>
  <inkml:trace contextRef="#ctx0" brushRef="#br0" timeOffset="45">4731 3735 9215 3351 3029,'-6'-1'408'0'0,"2"1"80"0"0,0 0-392 0 0,4 1-96 0 0,0-1 0 0 0,0 0 0 0 0,0 1 0 0 0,0 1 88 0 0,4 0-88 0 0,0 1 80 0 0,2 1 152 0 0,-6-4 32 0 0,0 0 8 0 0,25 11 0 0 0,-15-6 200 0 0,-1-2 40 0 0,1 2 0 0 0,-2 0 8 0 0,-1-1-200 0 0,1 0-48 0 0,-1-1-8 0 0,0 2 0 0 0,0-1-136 0 0,-1-1-24 0 0,1 2-8 0 0,0-2 0 0 0,-2 1-96 0 0,0-2 0 0 0,0 1 0 0 0,-1 0-4016 0 0,0 0-768 0 0</inkml:trace>
  <inkml:trace contextRef="#ctx0" brushRef="#br0" timeOffset="46">5051 3995 9215 3413 2884,'-1'0'816'0'0,"1"1"-656"0"0,0 1-160 0 0,0-2 0 0 0,0 2 344 0 0,0-2 32 0 0,1 2 8 0 0,1 1 0 0 0,-1 0 80 0 0,2 3 16 0 0,2 1 8 0 0,0-2 0 0 0,5 0-328 0 0,-4-2-64 0 0,3-1-8 0 0,-3 0-8 0 0,1 2-80 0 0,1 1-88 0 0,-2-1 24 0 0,1-1-5496 0 0</inkml:trace>
  <inkml:trace contextRef="#ctx0" brushRef="#br0" timeOffset="47">5269 4181 12439 3283 2816,'-5'-2'544'0'0,"3"2"128"0"0,0 0-544 0 0,2 2-128 0 0,0-2 0 0 0,0 2 0 0 0,0-1 296 0 0,2 1 32 0 0,0 2 8 0 0,4 2 0 0 0,2 1 72 0 0,3 0 8 0 0,1 0 8 0 0,1-1 0 0 0,3 1-224 0 0,1 0-40 0 0,1 0-16 0 0,-2-1 0 0 0,1 0-144 0 0,-2 1 0 0 0,-2-2 0 0 0,-1 0 0 0 0,-2-1 0 0 0,-3-1 0 0 0,0 0 0 0 0,-2-2 0 0 0,-2 1-376 0 0,0 0-48 0 0,-1-1-16 0 0,0 0 0 0 0,-2 0-480 0 0,1 1-96 0 0,-2 0-16 0 0,1 0-4176 0 0</inkml:trace>
  <inkml:trace contextRef="#ctx0" brushRef="#br0" timeOffset="48">6058 4064 919 3048 3019,'0'-4'80'0'0,"2"2"-80"0"0,-2-1 0 0 0,0 1 0 0 0,1 0 336 0 0,0-1 48 0 0,1-1 16 0 0,0-6 0 0 0,2 1 368 0 0,0-3 64 0 0,1 1 24 0 0,-1 1 0 0 0,-2 1 176 0 0,0 2 40 0 0,2 1 8 0 0,-3 1 0 0 0,-1 2-48 0 0,1 2-8 0 0,-1 0 0 0 0,2-1 0 0 0,-2 2-224 0 0,-2 2-56 0 0,2 0-8 0 0,-1 1 0 0 0,0 4-288 0 0,-3 2-64 0 0,1 2-16 0 0,-2 2 0 0 0,-1 3-152 0 0,-1 1-32 0 0,-1 1-8 0 0,-2 3 0 0 0,1-3-64 0 0,-1 0-16 0 0,2-3 0 0 0,0 0 0 0 0,3-1 8 0 0,-1-1 0 0 0,1-2 0 0 0,2-3 0 0 0,2-1 32 0 0,0-2 8 0 0,1 1 0 0 0,1-1 0 0 0,2 0 48 0 0,-1-3 0 0 0,2 1 8 0 0,0-2 0 0 0,3 0-16 0 0,-2-1-8 0 0,2 0 0 0 0,-1-1 0 0 0,4 0-40 0 0,1-1-8 0 0,1 1 0 0 0,0-1 0 0 0,-1-1-56 0 0,1 3-8 0 0,2-3-64 0 0,-1 2 96 0 0,2 0-32 0 0,-1-1-64 0 0,-1 2 88 0 0,0-2-88 0 0,-2 2 64 0 0,0 0-64 0 0,-2 0 0 0 0,-1 0 0 0 0,0 0 0 0 0,-2 0 0 0 0,1 0 0 0 0,-1 0 0 0 0,-1 0-352 0 0,-1-1-80 0 0,3-2-16 0 0,-1 1-8456 0 0</inkml:trace>
  <inkml:trace contextRef="#ctx0" brushRef="#br0" timeOffset="49">6316 4044 4607 2945 3104,'0'0'200'0'0,"-1"-2"48"0"0,1 2-248 0 0,-2 0 0 0 0,2 2 0 0 0,-1-2 0 0 0,0 3 984 0 0,-2 1 144 0 0,-1 4 32 0 0,-3 4 8 0 0,0 3 104 0 0,1 0 16 0 0,-1 1 8 0 0,1 1 0 0 0,2 0-312 0 0,0-1-64 0 0,1 2-16 0 0,-1-2 0 0 0,3 2-240 0 0,-2-1-56 0 0,2 0 0 0 0,1 1-8 0 0,0-1-216 0 0,0-2-48 0 0,0-3-8 0 0,0-1 0 0 0,0 2-144 0 0,0-2-32 0 0,0 2-8 0 0,0-1 0 0 0,0-2-72 0 0,0 0-8 0 0,1-2-64 0 0,-1-1 96 0 0,1-2-96 0 0,1 0 0 0 0,-1 0 0 0 0,-1-3 0 0 0,3 0 0 0 0,-1 0 0 0 0,0-2 0 0 0,0 0 0 0 0,1 0-224 0 0,0-2-64 0 0,1-1-8 0 0,-1-1-8 0 0,1 0-1136 0 0,0-2-232 0 0</inkml:trace>
  <inkml:trace contextRef="#ctx0" brushRef="#br0" timeOffset="50">6676 4117 2759 2812 2698,'2'0'248'0'0,"-2"0"-248"0"0,1 0 0 0 0,-1 0 0 0 0,1 0 448 0 0,-1-2 48 0 0,2 2 8 0 0,2 0 0 0 0,-2-2 232 0 0,2 1 40 0 0,0-1 16 0 0,-1 0 0 0 0,-1 1 8 0 0,1 0 8 0 0,0 0 0 0 0,-2-2 0 0 0,2 2 24 0 0,-2-1 0 0 0,0 0 0 0 0,1 0 0 0 0,-1 0-96 0 0,0 1-8 0 0,-1-2-8 0 0,0 1 0 0 0,2-1-272 0 0,-4 3-48 0 0,2-3-16 0 0,-1 1 0 0 0,0 1-216 0 0,-2 0-40 0 0,2-2-16 0 0,-2 2 0 0 0,-1 0-112 0 0,0 0 64 0 0,-1-1-64 0 0,-2 2 0 0 0,1 0 72 0 0,-1 2-72 0 0,0 0 64 0 0,-1 0-64 0 0,-1 2 0 0 0,1-1 0 0 0,0 1 64 0 0,-1-1-64 0 0,2 3 64 0 0,-1-2-64 0 0,1 3 96 0 0,0-1-32 0 0,2 1-64 0 0,0-1 0 0 0,2-1 0 0 0,-1 2 0 0 0,3-1 0 0 0,-2-1 0 0 0,1 3 0 0 0,2-1 0 0 0,2 0 0 0 0,1-1 0 0 0,0-1 0 0 0,2-1 0 0 0,0 1 88 0 0,0-1-24 0 0,1 1-64 0 0,2 0 96 0 0,0-2 48 0 0,-1 0 8 0 0,2 1 0 0 0,1 0 0 0 0,2 1 16 0 0,0-1 8 0 0,1 2 0 0 0,0 1 0 0 0,-4-3-40 0 0,2 1-8 0 0,-1 1 0 0 0,1-1 0 0 0,0 3-48 0 0,-2-3-16 0 0,-1 2 0 0 0,1-1 0 0 0,-3-1-64 0 0,0 4 0 0 0,0-1 0 0 0,-2-1 0 0 0,-1 0 0 0 0,-3-1 0 0 0,0 0 0 0 0,0 1 0 0 0,-2 0 0 0 0,0-1 0 0 0,-1-1 0 0 0,-1 2 0 0 0,0-1 0 0 0,-2-1 0 0 0,0 3 0 0 0,-2-3 0 0 0,0 3 0 0 0,-1-3 0 0 0,-1 1 0 0 0,-1-1 0 0 0,2 0 0 0 0,-2-2 0 0 0,2 0 0 0 0,-1-1 0 0 0,-1-1 0 0 0,1-1 0 0 0,1 0 64 0 0,1-1-64 0 0,2 0 0 0 0,0-2 0 0 0,0 1 0 0 0,2-1 64 0 0,1-2-64 0 0,-1 0 0 0 0,1-2 72 0 0,0-1-72 0 0,1 0 80 0 0,0-1-16 0 0,4-1-64 0 0,-2-2 96 0 0,2-1-96 0 0,1 0 88 0 0,3 1-88 0 0,-2-1 80 0 0,5 3-80 0 0,-1 0 64 0 0,1 2-64 0 0,0-2 64 0 0,5 2-64 0 0,1-2 0 0 0,-1 1 0 0 0,-1 1 0 0 0,-1 0 0 0 0,1 0 0 0 0,1-1 64 0 0,-1 1-64 0 0,1-2 0 0 0,-2 1 0 0 0,0 1 0 0 0,-3-1 0 0 0,-2 2 0 0 0,-1-1 0 0 0,-2 0 0 0 0,-1-2 0 0 0,0-1 0 0 0,-3 0 0 0 0,-3 0 0 0 0,0 0 0 0 0,-1 1 64 0 0,-2 0-64 0 0,-2 2 64 0 0,0 0-64 0 0,-1 1 0 0 0,1 2 64 0 0,-2 2-64 0 0,1-1 0 0 0,-1 2 64 0 0,0 0-64 0 0,1 0 0 0 0,-2 1 64 0 0,1 2-64 0 0,2-1 0 0 0,0 3 0 0 0,1-2 0 0 0,-3 3 0 0 0,4-1 0 0 0,-1 1 0 0 0,1 2 0 0 0,1 1-296 0 0,2 0-24 0 0,1 1-8 0 0,3 1-8768 0 0</inkml:trace>
  <inkml:trace contextRef="#ctx0" brushRef="#br0" timeOffset="51">2200 286 3679 3213 3054,'2'-4'328'0'0,"-2"1"-264"0"0,0 0-64 0 0,0 2 0 0 0,0 0 536 0 0,0-1 88 0 0,0-3 16 0 0,0-3 8 0 0,1 0 344 0 0,-1 0 64 0 0,-1 0 8 0 0,1 1 8 0 0,0 1-240 0 0,-2 1-56 0 0,2 1-8 0 0,0 1 0 0 0,0 2-224 0 0,0 0-40 0 0,0-1-16 0 0,2 2 0 0 0,-2 0-120 0 0,0 0-24 0 0,0 0-8 0 0,0 0 0 0 0,0 0-16 0 0,0 0-8 0 0,0 0 0 0 0,0 0 0 0 0,0 0 16 0 0,0 0 8 0 0,0 24 0 0 0,0-15 0 0 0,-2 1-56 0 0,2 2-16 0 0,-1 3 0 0 0,-2 4 0 0 0,3 1-16 0 0,-1 0-8 0 0,0 1 0 0 0,-1 2 0 0 0,2 2-32 0 0,-2 1-8 0 0,0-1 0 0 0,1-1 0 0 0,1 0-104 0 0,-1 0-32 0 0,1 3 0 0 0,1 2 0 0 0,-1 1 0 0 0,3 1-64 0 0,-1-2 96 0 0,0-1-32 0 0,0-1 0 0 0,0-2-64 0 0,-1-2 96 0 0,0-1-32 0 0,1-2 8 0 0,-1-3 0 0 0,0-3 0 0 0,1-3 0 0 0,-1 1-8 0 0,-1 0 0 0 0,-1-1 0 0 0,1-2 0 0 0,-2-1 0 0 0,1-1-64 0 0,0 2 96 0 0,-1-2-32 0 0,0 1-64 0 0,-1-2 0 0 0,0-1 72 0 0,-1 0-72 0 0,3-1 0 0 0,-2 0 0 0 0,1-1 0 0 0,0-1 64 0 0,0 1-64 0 0,0-2 0 0 0,0 0 0 0 0,-1 0 0 0 0,2-1 0 0 0,-2 0 0 0 0,2 0 0 0 0,-2-2 0 0 0,1 1 0 0 0,-2-3 0 0 0,2 1 0 0 0,-2-2 0 0 0,0-2 0 0 0,-1-1 0 0 0,1-1 0 0 0,-2 0 0 0 0,1 0 0 0 0,0-2 0 0 0,-1-1 0 0 0,1 2 0 0 0,1 1 0 0 0,0 0 0 0 0,0-2-64 0 0,-1 1 64 0 0,1-1-72 0 0,-2 2 72 0 0,2 0-80 0 0,0 2 80 0 0,0 1 0 0 0,0 1-72 0 0,2-1 72 0 0,-1 2 0 0 0,0-1 0 0 0,1 2 0 0 0,-1-2 0 0 0,1 2 0 0 0,0 0 0 0 0,0 1 0 0 0,0-2 0 0 0,0 2-64 0 0,2 0 64 0 0,0 0 0 0 0,0 1 0 0 0,0 1 0 0 0,0 0 0 0 0,0-1 0 0 0,0 2 0 0 0,0-1 0 0 0,2 3 0 0 0,0-1 0 0 0,-2-2 0 0 0,0 0 0 0 0,0 0 0 0 0,10 20 0 0 0,-6-12 0 0 0,0 1 0 0 0,0 3 0 0 0,1 0 0 0 0,-1-1 0 0 0,2 1 0 0 0,0 3 0 0 0,3 0 96 0 0,-3-2-32 0 0,0-1 0 0 0,1 0 0 0 0,0 1 8 0 0,1-1 0 0 0,0-1 0 0 0,0 1-8 0 0,-2-2 0 0 0,3 1 0 0 0,-3-3 0 0 0,0-3 0 0 0,-2 0-64 0 0,1 0 96 0 0,0-2-32 0 0,2 1 16 0 0,0-3 0 0 0,0-1 0 0 0,2-1 0 0 0,0-3 48 0 0,2-2 0 0 0,3-4 8 0 0,1-2 0 0 0,1-2 24 0 0,1-3 8 0 0,2-3 0 0 0,1 0 0 0 0,-1-1-16 0 0,-2 1-8 0 0,-1 1 0 0 0,-4 2 0 0 0,-1 4-72 0 0,-3 2-8 0 0,-3 4-64 0 0,-2 1 96 0 0,-2 1-96 0 0,-1 4 0 0 0,0 0 0 0 0,0-1 0 0 0,-1 2 0 0 0,1-2 0 0 0,0 4 0 0 0,0-2 0 0 0,1 0-480 0 0,3 0-96 0 0,3-2-24 0 0,2-1-9720 0 0</inkml:trace>
  <inkml:trace contextRef="#ctx0" brushRef="#br0" timeOffset="52">2973 221 2303 3041 3175,'0'-1'200'0'0,"0"-1"-200"0"0,0 1 0 0 0,-1 0 0 0 0,1 0 632 0 0,0-1 80 0 0,-2 2 24 0 0,2-4 0 0 0,-1-1 448 0 0,-2 1 96 0 0,0-3 24 0 0,2 3 0 0 0,-2-1-248 0 0,3 1-56 0 0,-4 0-8 0 0,3 0 0 0 0,-2 2-208 0 0,2-1-48 0 0,0 3 0 0 0,-2-2-8 0 0,2 2-168 0 0,-1 0-32 0 0,0 2-8 0 0,1-2 0 0 0,-2 4-184 0 0,2 1-40 0 0,-2 1-8 0 0,0 1 0 0 0,1 1-96 0 0,0 3-32 0 0,0 1 0 0 0,2 2 0 0 0,-3 2 16 0 0,2 1 0 0 0,1-1 0 0 0,-2 2 0 0 0,1 0 24 0 0,1 1 8 0 0,-1-1 0 0 0,1 1 0 0 0,-2-3-120 0 0,2 1-24 0 0,0 2-64 0 0,0 0 96 0 0,-1 0 0 0 0,1-1 0 0 0,0 0 0 0 0,0-1 0 0 0,0 2 8 0 0,0 0 0 0 0,0 0 0 0 0,0-1 0 0 0,3-3-24 0 0,-2 0-8 0 0,0-1 0 0 0,1-2 0 0 0,-1 0-72 0 0,0-3 96 0 0,-1 0-96 0 0,2-2 96 0 0,-2-1-96 0 0,0-1 0 0 0,2-2 0 0 0,-2 0 0 0 0,0-1 0 0 0,0-1 0 0 0,0 0 0 0 0,0-2 0 0 0,2 0-320 0 0,-2-2-48 0 0,2 0-16 0 0,1-2-9024 0 0</inkml:trace>
  <inkml:trace contextRef="#ctx0" brushRef="#br0" timeOffset="53">2924 235 6911 3038 3163,'-2'-7'304'0'0,"1"2"64"0"0,0 0-296 0 0,1 0-72 0 0,0 3 0 0 0,0 0 0 0 0,1-1 576 0 0,-1-3 96 0 0,3-3 16 0 0,-1-2 8 0 0,2-2 456 0 0,2-2 88 0 0,0 0 16 0 0,3 0 8 0 0,1 0-504 0 0,1 1-104 0 0,1 2-16 0 0,4-2-8 0 0,-1 4-232 0 0,0 1-48 0 0,7 0 0 0 0,-1 2-8 0 0,-5 3-24 0 0,-1 2 0 0 0,0 2 0 0 0,1 1 0 0 0,-2 3-152 0 0,-1 2-32 0 0,-1 2-8 0 0,-3 0 0 0 0,-1 0-128 0 0,-3 4 0 0 0,-1 1 0 0 0,-4 2 0 0 0,-2 2 80 0 0,0 2-16 0 0,-3 2 0 0 0,-3 1 0 0 0,-1 1-64 0 0,0 0 0 0 0,-3-3 0 0 0,1 1 0 0 0,-2-2 0 0 0,0-3-88 0 0,-1 0 24 0 0,2-4 0 0 0,-1 0 64 0 0,1-2 0 0 0,0-2 64 0 0,-1-1-64 0 0,2 0 88 0 0,-1-2-24 0 0,2-2 0 0 0,1 0 0 0 0,1-2 72 0 0,2 0 16 0 0,0-1 0 0 0,1-1 0 0 0,2 0-64 0 0,0-2-16 0 0,1 1 0 0 0,2-3 0 0 0,0 2-216 0 0,2-4-48 0 0,4 2 0 0 0,1 1-8608 0 0</inkml:trace>
  <inkml:trace contextRef="#ctx0" brushRef="#br0" timeOffset="54">3303 484 3223 2887 3090,'0'-5'136'0'0,"0"3"40"0"0,0 0-176 0 0,0-1 0 0 0,0 2 0 0 0,0 0 0 0 0,0-1 584 0 0,0 0 88 0 0,0-1 8 0 0,2-2 8 0 0,1-1 944 0 0,-1 0 184 0 0,2 2 40 0 0,0-3 0 0 0,0 3-608 0 0,2 0-128 0 0,-1-1-32 0 0,2 2 0 0 0,-1-1-352 0 0,1 2-80 0 0,1 0-16 0 0,0-1 0 0 0,1 2-256 0 0,-2 0-48 0 0,-2-1-16 0 0,1 2 0 0 0,-1 1-152 0 0,-1 0-32 0 0,2 0-8 0 0,-2 0 0 0 0,0 2 0 0 0,-2-2-8 0 0,1 1 0 0 0,-2 1 0 0 0,0-1-120 0 0,-1-1 0 0 0,2 1 0 0 0,-2 0 0 0 0,0-1 0 0 0,-2 0 0 0 0,1 0 0 0 0,0 0 0 0 0,-2 2 96 0 0,-1-1-24 0 0,-2 0-8 0 0,2 0 0 0 0,-3 1-64 0 0,-3 1 0 0 0,1 0 0 0 0,-3 1 0 0 0,-2 0 0 0 0,1 1 0 0 0,-1 0 0 0 0,2 0 0 0 0,-1-1 0 0 0,1 2 0 0 0,3-2 0 0 0,1 1 0 0 0,2 0 0 0 0,2-1 0 0 0,1 1 0 0 0,2-1 0 0 0,-1-1 0 0 0,4 0 0 0 0,0 1 0 0 0,2 2 0 0 0,3-1 0 0 0,0-1 0 0 0,2 3 0 0 0,1-1 0 0 0,1 2 0 0 0,1-1 0 0 0,-1 1 0 0 0,0 0 0 0 0,0 0 0 0 0,1 2 0 0 0,-2 0 0 0 0,-1 0 0 0 0,-1-1 0 0 0,-1 0 0 0 0,-1 3 0 0 0,-2-3 0 0 0,-2 0 0 0 0,-2 1 0 0 0,-2 0 0 0 0,2 0 0 0 0,-4 0 0 0 0,-1-1 0 0 0,-1-2 0 0 0,0-1 0 0 0,-2-1 0 0 0,0-2 0 0 0,1 0 0 0 0,-3 0 0 0 0,0-2 0 0 0,1-1 0 0 0,-1-1 0 0 0,2-1 0 0 0,-2-1 0 0 0,-1-1 0 0 0,2 0 0 0 0,-1-1 0 0 0,0 1 0 0 0,0-2 0 0 0,-1 0 0 0 0,1 0 0 0 0,3-2 0 0 0,-1 1 0 0 0,1 1 0 0 0,0 0 0 0 0,3-1 0 0 0,2 2 0 0 0,-1 0 0 0 0,3 1 0 0 0,1 1-416 0 0,2 1-32 0 0,1 0 0 0 0,3 1-5456 0 0,3-2-1096 0 0</inkml:trace>
  <inkml:trace contextRef="#ctx0" brushRef="#br0" timeOffset="55">3621 536 2759 2895 3094,'1'-6'248'0'0,"1"2"-248"0"0,-2 1 0 0 0,0-1 0 0 0,0 3 752 0 0,0 0 104 0 0,0 0 16 0 0,-2-1 8 0 0,1 2 1056 0 0,0-2 208 0 0,-1 1 48 0 0,-2 1 8 0 0,0 3-1048 0 0,0 0-200 0 0,2 3-48 0 0,-2 0-8 0 0,1 3-464 0 0,1 0-96 0 0,2 4-16 0 0,-2-2-8 0 0,1 2-176 0 0,1 0-32 0 0,1 0-8 0 0,-1 0 0 0 0,3-1 16 0 0,-1 0 0 0 0,2-3 0 0 0,0-1 0 0 0,2 0-16 0 0,0-1-8 0 0,1-3 0 0 0,0 0 0 0 0,0-1-88 0 0,1-3 96 0 0,1 0-96 0 0,0-1 96 0 0,0-1-8 0 0,1-3 0 0 0,-1 0 0 0 0,1 0 0 0 0,0-1-24 0 0,-1-3-64 0 0,1 1 96 0 0,-2-1-32 0 0,-1-1-64 0 0,-1 0 96 0 0,1-2-96 0 0,-2 0 96 0 0,1 0-96 0 0,-3 2 0 0 0,0 0 72 0 0,0 3-72 0 0,-1 2 0 0 0,-2 0 0 0 0,0 1 0 0 0,0 0 64 0 0,0 2-64 0 0,0-1 0 0 0,0 3 0 0 0,-2 0 0 0 0,2 0 0 0 0,-2 0 0 0 0,1 0 0 0 0,0 0 64 0 0,-1 2-64 0 0,1 0 0 0 0,1-2 0 0 0,0 0 0 0 0,0 0 0 0 0,0 0 0 0 0,0 0 0 0 0,-1 23 0 0 0,2-17 0 0 0,0-1 0 0 0,2 3 0 0 0,2 1 0 0 0,-3-3 0 0 0,4-1 0 0 0,-1 3 0 0 0,3-3 0 0 0,-3 2 0 0 0,0-3 0 0 0,3 1 0 0 0,-1-1 0 0 0,1 0 0 0 0,0 0 0 0 0,0-1 0 0 0,1-3 0 0 0,-1 2 120 0 0,2-2-16 0 0,-1 0 0 0 0,1-2 0 0 0,1 0-104 0 0,0 0 0 0 0,-2-2 64 0 0,2-1-64 0 0,-1 1 64 0 0,2-2-64 0 0,-2-2 88 0 0,-1 3-88 0 0,-2-1 0 0 0,2-2 0 0 0,0-1 0 0 0,1-1 0 0 0,1-2 0 0 0,-1 0 0 0 0,1-3 0 0 0,-1 0 0 0 0,-2 0 0 0 0,1-1 0 0 0,-1 1 0 0 0,-2 0 0 0 0,0 1 0 0 0,-4 1 0 0 0,1 2 0 0 0,-2 0 0 0 0,-1 2 0 0 0,0-2 0 0 0,-1 4 0 0 0,0-2 0 0 0,-2 1 0 0 0,2 1 0 0 0,-2 0 0 0 0,2 1 0 0 0,-2-1 64 0 0,2 1-64 0 0,1 0 0 0 0,-2 1 0 0 0,1 0 72 0 0,1 1-8 0 0,-1 2-64 0 0,1-1 96 0 0,0 3-96 0 0,0-1 0 0 0,0 1 0 0 0,0 0 0 0 0,-2 2 0 0 0,1 1 0 0 0,1 0 0 0 0,-1 4 0 0 0,1-2 0 0 0,-1 2 0 0 0,-1 0 0 0 0,2 0 0 0 0,-1 4 0 0 0,1 0 0 0 0,0 0 0 0 0,0 0 0 0 0,1 1 0 0 0,-1 0 0 0 0,2 3 0 0 0,-1 0 0 0 0,0 1 0 0 0,0-2 0 0 0,1-1 0 0 0,-2 0 0 0 0,1 2 0 0 0,-1 1 0 0 0,0 2 0 0 0,0-1 0 0 0,0-6 0 0 0,1 3 0 0 0,1 0 0 0 0,-2 1 0 0 0,2 2 0 0 0,1-3 0 0 0,-2-1 0 0 0,2-1 0 0 0,1-1 0 0 0,-1-1 0 0 0,1-2 0 0 0,-2-1 0 0 0,3-1 0 0 0,-3-1 0 0 0,0-1 0 0 0,2-2 0 0 0,-2-1 0 0 0,0-1 0 0 0,2 0 0 0 0,-2-3 0 0 0,1 1 0 0 0,0-3 0 0 0,-1-1 0 0 0,1-1 72 0 0,-1-2 48 0 0,2 1 8 0 0,-1-1 0 0 0,2-2 0 0 0,-2-2-24 0 0,2-3 0 0 0,0 3 0 0 0,0-1 0 0 0,2 0-32 0 0,1-1-8 0 0,-1 1 0 0 0,3 2 0 0 0,-2 1-64 0 0,1 4 0 0 0,1 0 0 0 0,-1 1 0 0 0,-2 4 0 0 0,0-1 0 0 0,-1 2 0 0 0,0 1 0 0 0,0 2 0 0 0,-2 1 0 0 0,0 1 0 0 0,-1 0 0 0 0,-1 2-144 0 0,0 1 32 0 0,-2 2 8 0 0,0-2 0 0 0,0 1-64 0 0,-2 0-16 0 0,0 4 0 0 0,-1 1 0 0 0,-1 0 64 0 0,0-1 16 0 0,0-1 0 0 0,0 1 0 0 0,0-2 104 0 0,0-2 0 0 0,0 0-80 0 0,0-1 80 0 0,0 1 0 0 0,1-3 0 0 0,1 0 0 0 0,0-2 0 0 0,2 0 0 0 0,0 0 0 0 0,0-2 0 0 0,2 1 0 0 0,-1 0 96 0 0,2-2-32 0 0,1 0 0 0 0,1-1 0 0 0,0 0 16 0 0,4-2 0 0 0,-1 1 0 0 0,2-2 0 0 0,1 1-80 0 0,-1-3 80 0 0,3 0-80 0 0,-1-2 80 0 0,2 1-80 0 0,-3-1 0 0 0,-1 0 0 0 0,1-1 0 0 0,-1 0 72 0 0,3-2-72 0 0,-3 0 80 0 0,0 2-80 0 0,-3-1 0 0 0,3 1 0 0 0,-1 0 0 0 0,1 0 0 0 0,-2 2 96 0 0,0 1-24 0 0,0 2-8 0 0,-1-1 0 0 0,1 3-64 0 0,1-1 0 0 0,-3 3 0 0 0,1 0 0 0 0,0 3 0 0 0,-2-1 0 0 0,-1 0 0 0 0,0 2 0 0 0,0 1 0 0 0,-2 2 0 0 0,2-1 0 0 0,-4 3 0 0 0,2 0-88 0 0,-4 0 88 0 0,2 1-64 0 0,-4 0 64 0 0,1-1-72 0 0,-3-1 72 0 0,0 2-80 0 0,-2-2 80 0 0,0 0 0 0 0,-3 1 0 0 0,1-2 0 0 0,-1-1 0 0 0,0 1 0 0 0,2-3 0 0 0,-1 0 0 0 0,1-1 0 0 0,1-1 0 0 0,0 0 0 0 0,0-2 0 0 0,1 0 0 0 0,1 0 0 0 0,-2-2 0 0 0,-1 0 0 0 0,1-2-6432 0 0,0 0-1216 0 0</inkml:trace>
  <inkml:trace contextRef="#ctx0" brushRef="#br0" timeOffset="56">84 1163 2759 3358 3030,'0'-6'248'0'0,"0"2"-248"0"0,0 1 0 0 0,0 1 0 0 0,0 1 496 0 0,0 0 48 0 0,0 0 16 0 0,0-1 0 0 0,0-1 496 0 0,0 0 104 0 0,0-2 24 0 0,0 0 0 0 0,2 2-248 0 0,-2-2-40 0 0,0 3-16 0 0,0-1 0 0 0,0 1-176 0 0,2 0-32 0 0,-2 0 0 0 0,0 2-8 0 0,0-1-184 0 0,0 1-32 0 0,2 1 0 0 0,-1 1-8 0 0,-1-2-152 0 0,0 0-24 0 0,0 0-8 0 0,12 23 0 0 0,-6-11 40 0 0,0 1 8 0 0,1 2 0 0 0,1 2 0 0 0,-2 3-80 0 0,2-1-24 0 0,-2 3 0 0 0,1-3 0 0 0,1 0-40 0 0,-2-2 0 0 0,2 0-8 0 0,1-1 0 0 0,-1 1-40 0 0,1-1-8 0 0,-1-1 0 0 0,0-4 0 0 0,-2 0 8 0 0,1 0 0 0 0,1-2 0 0 0,-2 2 0 0 0,4-2-112 0 0,-3-2 72 0 0,-1-1-72 0 0,0-1 64 0 0,-1-1 24 0 0,0-2 0 0 0,1-2 0 0 0,-1-2 0 0 0,1 0 16 0 0,-2-1 8 0 0,2-2 0 0 0,1-3 0 0 0,-1-3 32 0 0,2 0 8 0 0,2-4 0 0 0,-1-1 0 0 0,1-2-32 0 0,0-1-8 0 0,1-1 0 0 0,-1-4 0 0 0,2 0 0 0 0,-1-1 0 0 0,0 0 0 0 0,-2 4 0 0 0,-1 2-16 0 0,1 3 0 0 0,-5-1 0 0 0,2 3 0 0 0,-2 3-96 0 0,-1 1 0 0 0,-2 1 0 0 0,0 2 0 0 0,-1 0 0 0 0,0 3 0 0 0,0-1 72 0 0,0 0-72 0 0,0 2 64 0 0,-1-1-64 0 0,1 2 0 0 0,0-1 64 0 0,0-1-64 0 0,0 2 0 0 0,1-1 0 0 0,-1 1 0 0 0,0-1 0 0 0,0 2 0 0 0,2-1 0 0 0,-2 2 0 0 0,0-2 0 0 0,0 2 0 0 0,-2 0 0 0 0,2 2 0 0 0,-1 1-328 0 0,1 2-8 0 0,0 0 0 0 0,1 4-6240 0 0,1 0-1248 0 0</inkml:trace>
  <inkml:trace contextRef="#ctx0" brushRef="#br0" timeOffset="57">670 1471 1839 3270 3073,'-1'-4'160'0'0,"0"2"-160"0"0,1-1 0 0 0,0 1 0 0 0,0 1 792 0 0,0 1 120 0 0,0-1 24 0 0,1-2 8 0 0,0 1 448 0 0,0-2 88 0 0,3 0 24 0 0,0-1 0 0 0,0 0-240 0 0,1 2-48 0 0,0-1 0 0 0,0 1-8 0 0,1 0-384 0 0,-1 2-80 0 0,0 0-8 0 0,-1-1-8 0 0,2 2-272 0 0,-1 0-48 0 0,1 0-16 0 0,-2 0 0 0 0,0 0-152 0 0,-1 0-32 0 0,1 0-8 0 0,-1 0 0 0 0,1 0 0 0 0,-1 0 0 0 0,-2 2 0 0 0,2-2 0 0 0,-2 0-136 0 0,-1 0-64 0 0,1-2 64 0 0,-1 2-64 0 0,0 2 80 0 0,0-2-80 0 0,0 0 96 0 0,-1-2-96 0 0,1 2 88 0 0,0 0-88 0 0,0 0 80 0 0,0 0-80 0 0,0 0 64 0 0,-26 7-64 0 0,18-4 0 0 0,-2 2 72 0 0,-1-2-72 0 0,-2 2 0 0 0,-1 0 0 0 0,0 0 0 0 0,1 0 0 0 0,1 1 0 0 0,-1 0 0 0 0,5-1 0 0 0,-1 0 0 0 0,3-1 0 0 0,0 0 0 0 0,2-1 0 0 0,0 0 0 0 0,3 0 0 0 0,0 1 0 0 0,1 1 0 0 0,1 2 0 0 0,3-1 0 0 0,1 2 0 0 0,3-1 0 0 0,-1-2 0 0 0,-1-1 0 0 0,2 1 0 0 0,1 0 0 0 0,0 1 0 0 0,0 0 0 0 0,1-1 0 0 0,-1 3 0 0 0,1 0 0 0 0,-3 2 0 0 0,0 2 0 0 0,0-2 0 0 0,-3-3 0 0 0,-3-1 0 0 0,0 2 0 0 0,-2 0 0 0 0,0 4 0 0 0,-2-4 0 0 0,-1-4 0 0 0,-3 2 0 0 0,1 3 0 0 0,-1-4 0 0 0,-1-5 0 0 0,-1 1 0 0 0,-1 5 0 0 0,2-5 0 0 0,0-3 0 0 0,0 0 0 0 0,1 4 0 0 0,-3-4 0 0 0,3-6 0 0 0,1 1 0 0 0,0 2 0 0 0,1-1 0 0 0,1 1 0 0 0,1 1 0 0 0,1 1 0 0 0,2 2 0 0 0,-2 2 0 0 0,2 2 0 0 0,2-3-112 0 0,2-2-16 0 0,0-3 0 0 0,2-1 0 0 0,4 0-1024 0 0,1 3-200 0 0,-1-1-48 0 0,2 2-8 0 0</inkml:trace>
  <inkml:trace contextRef="#ctx0" brushRef="#br0" timeOffset="58">957 1479 6967 3076 3011,'-2'-5'152'0'0,"0"2"32"0"0,1 1 8 0 0,-1 1 0 0 0,1 1-192 0 0,0 0 0 0 0,-1 0 0 0 0,0 1 0 0 0,-1 1 1424 0 0,-1-2 240 0 0,-1 3 56 0 0,1 2 8 0 0,-2 0-960 0 0,4-1-192 0 0,-1 0-40 0 0,2-1-8 0 0,0 3-288 0 0,-2 0-56 0 0,2 2-16 0 0,1 1 0 0 0,0 4-16 0 0,1 0-8 0 0,0-3 0 0 0,1 2 0 0 0,0 1 40 0 0,2-1 8 0 0,1-4 0 0 0,2-1 0 0 0,0 4-80 0 0,-1-4-16 0 0,1-5 0 0 0,1 0 0 0 0,0-2-24 0 0,0 0-8 0 0,1-2 0 0 0,-2 1 0 0 0,0-1 40 0 0,-1 0 8 0 0,4 2 0 0 0,-2-5 0 0 0,0-3-8 0 0,-2 3 0 0 0,0-1 0 0 0,0-1 0 0 0,2-1 8 0 0,1-2 0 0 0,-4 0 0 0 0,-2 2 0 0 0,2-1 32 0 0,-2 1 8 0 0,-1 0 0 0 0,1 3 0 0 0,-2-4-24 0 0,1 3 0 0 0,-1-3 0 0 0,-1 1 0 0 0,0 1 0 0 0,0 2-8 0 0,0 1 0 0 0,0 4 0 0 0,-1-2-48 0 0,1 2-8 0 0,-2 0 0 0 0,2 0 0 0 0,0 0-64 0 0,-1 2 0 0 0,1 0 0 0 0,-1 1 64 0 0,1 3-64 0 0,0-6 0 0 0,0 0 0 0 0,0 24 0 0 0,1-16 0 0 0,2 2 0 0 0,-1-1 0 0 0,2 0 0 0 0,0 3 0 0 0,3-1 0 0 0,-1-3 0 0 0,3 0 0 0 0,-3 3 0 0 0,2-4 0 0 0,0-5 0 0 0,0 0 0 0 0,1-2 0 0 0,-1 2 0 0 0,2-2 0 0 0,1 1 0 0 0,-3 0 0 0 0,1 0 0 0 0,1-1 0 0 0,0-5 0 0 0,-2 0 0 0 0,1-3 0 0 0,1 1 0 0 0,-2 0 0 0 0,-2 1 0 0 0,3-2 0 0 0,-1-1 64 0 0,-1-2-64 0 0,3-1 0 0 0,-2-2 0 0 0,1-1 0 0 0,-1-3 64 0 0,0 0-64 0 0,-1 1 0 0 0,-1-1 0 0 0,-2-1 0 0 0,0 2 0 0 0,-2 2 0 0 0,-1 1 0 0 0,-1 1 0 0 0,0 2 0 0 0,-3 1 0 0 0,2 2 64 0 0,-2 0-64 0 0,1 3 0 0 0,-2-1 0 0 0,0 1 0 0 0,1 1 0 0 0,1 1 64 0 0,0 1-64 0 0,0-1 64 0 0,0 2-64 0 0,0 0 72 0 0,0 1-72 0 0,0 0 80 0 0,1 2-80 0 0,0 1 64 0 0,0-1-64 0 0,1 3 0 0 0,-2 0 72 0 0,2 1-72 0 0,0 3 0 0 0,2 2 0 0 0,-1-2 0 0 0,0 2 0 0 0,0 0 0 0 0,1 1 0 0 0,0 0 0 0 0,0-1 0 0 0,0 2 0 0 0,0 1 64 0 0,0-3-64 0 0,0 0 0 0 0,1-1 0 0 0,-2-3 0 0 0,2 4 0 0 0,-1 0 0 0 0,2 2 0 0 0,-1 1 0 0 0,0-1 0 0 0,1-1 0 0 0,0 0 0 0 0,-2-1 0 0 0,2 0 0 0 0,-1 0 0 0 0,0 0 0 0 0,-1 2 0 0 0,1-3 0 0 0,-1 0 0 0 0,-2-4 0 0 0,4-2 0 0 0,-4-1 0 0 0,2-1 0 0 0,-2 0 0 0 0,2 3 0 0 0,-2-1 0 0 0,2-4 0 0 0,0 0 0 0 0,-1 0 0 0 0,-1-3 0 0 0,1 0 80 0 0,0-4 0 0 0,-1 7 0 0 0,0 0 0 0 0,8-23 16 0 0,-5 13 0 0 0,1 1 0 0 0,0-2 0 0 0,3-2-96 0 0,1-2 64 0 0,1 1-64 0 0,1 0 64 0 0,-1 2-64 0 0,1 1 0 0 0,1 2 0 0 0,0 2 0 0 0,0 2 0 0 0,-2 2 0 0 0,-1 1 0 0 0,-2 2 0 0 0,1 2 0 0 0,-2 0 0 0 0,1 2 0 0 0,-2 1 0 0 0,-3 0-96 0 0,1 3 24 0 0,-2-1 0 0 0,-2 2 0 0 0,-1 1-48 0 0,1 0-8 0 0,-4-2 0 0 0,2 1 0 0 0,0 2 56 0 0,-1 0 8 0 0,1 2 0 0 0,-1-4 0 0 0,2-2 64 0 0,-1-1 0 0 0,2 1 0 0 0,0-1-64 0 0,0 0 64 0 0,2-1 0 0 0,2-2 0 0 0,0 1 0 0 0,0 2 0 0 0,1-3 0 0 0,2-1 0 0 0,0-2 0 0 0,3 0 0 0 0,2-4 88 0 0,-1-5-88 0 0,1 0 96 0 0,0 3-32 0 0,1 1 0 0 0,-1-6 0 0 0,2 2 0 0 0,1 0-64 0 0,-1 0 64 0 0,2-3-64 0 0,-2 0 64 0 0,0 1-64 0 0,0 2 64 0 0,0 1-64 0 0,1-1 64 0 0,-2 2-64 0 0,-1 1 80 0 0,0 3-80 0 0,1-1 80 0 0,-1 2-16 0 0,0 0-64 0 0,1 1 96 0 0,-3 1-32 0 0,1 1-64 0 0,-2 0 0 0 0,-2 2 0 0 0,-1-1 64 0 0,0 2-64 0 0,-2 1 0 0 0,0 1 0 0 0,-2 0 0 0 0,0 1 0 0 0,-2-1 0 0 0,-2 2 0 0 0,2-1 0 0 0,-3 1-96 0 0,-1-1 96 0 0,1-2-96 0 0,-2 3 96 0 0,1 1-72 0 0,-4-2 72 0 0,1-3 0 0 0,-2 1 0 0 0,2 3 0 0 0,-2-1 0 0 0,3-1 0 0 0,0-1 0 0 0,3 0 0 0 0,-1-3 0 0 0,-2 0 0 0 0,3-1 0 0 0,1-1 0 0 0,0-1 0 0 0,2-4 0 0 0,-1 1 0 0 0,2 3 0 0 0,-1 1 0 0 0,0 0 0 0 0,2-1 0 0 0,2 0-128 0 0,0-3 0 0 0,2-2 0 0 0,1 3-9280 0 0</inkml:trace>
  <inkml:trace contextRef="#ctx0" brushRef="#br0" timeOffset="59">2885 5210 1375 3262 3400,'0'0'128'0'0,"-1"-2"-128"0"0,1 1 0 0 0,0 1 0 0 0,0-1 296 0 0,-2 0 40 0 0,1-2 8 0 0,-2-2 0 0 0,1 1 352 0 0,-2-2 72 0 0,-2 0 8 0 0,2 0 8 0 0,0 1-32 0 0,-1 2-8 0 0,-1 0 0 0 0,0 1 0 0 0,-1 1 16 0 0,-1 0 0 0 0,2 2 0 0 0,-4 0 0 0 0,1 1-144 0 0,-1 2-24 0 0,1 1-8 0 0,0 1 0 0 0,0-1-328 0 0,-3 1-72 0 0,3 3-16 0 0,-1-1 0 0 0,2 0-168 0 0,0 0 64 0 0,1 1-64 0 0,1-2 0 0 0,2 0 0 0 0,0 0 0 0 0,2-1 0 0 0,2 0 0 0 0,0 0 0 0 0,0-3 64 0 0,2 1-64 0 0,0 1 0 0 0,4-2 176 0 0,0 0 0 0 0,2 0 0 0 0,0-2 0 0 0,3 0 144 0 0,2-2 32 0 0,1 1 8 0 0,0-2 0 0 0,-1 0-128 0 0,2-3-24 0 0,0 0-8 0 0,-1-1 0 0 0,-2 0-72 0 0,-1 0-8 0 0,-1 1-8 0 0,-4-1 0 0 0,0-1-112 0 0,-5 2 88 0 0,0-1-88 0 0,-2 0 80 0 0,-2-1-80 0 0,-3 0 80 0 0,2 0-80 0 0,-3-1 80 0 0,0 1-8 0 0,-2 1 0 0 0,1-1 0 0 0,-3 3 0 0 0,1-1-8 0 0,0 1 0 0 0,-1 1 0 0 0,2 2 0 0 0,0 0-64 0 0,1 2 80 0 0,-1 0-80 0 0,1 2 80 0 0,1 1-80 0 0,-1 1 96 0 0,1 1-96 0 0,-1 1 96 0 0,1 2-8 0 0,0 1 0 0 0,-1 0 0 0 0,4 2 0 0 0,-2 0-88 0 0,2 0 80 0 0,1-3-80 0 0,1 2 80 0 0,2-1 0 0 0,0 0 0 0 0,2-1 0 0 0,1 0 0 0 0,2 0-8 0 0,2-1 0 0 0,-1-2 0 0 0,2 0 0 0 0,1-2 24 0 0,0-1 8 0 0,2-2 0 0 0,0-1 0 0 0,-3-1 24 0 0,2-2 0 0 0,1 1 0 0 0,-1-5 0 0 0,1 0-24 0 0,-1 1 0 0 0,0-3 0 0 0,-3 0 0 0 0,-2 0-104 0 0,0 0 72 0 0,-2-3-72 0 0,-2 0 64 0 0,-1 0-64 0 0,-1 1 0 0 0,-3 0 72 0 0,0 0-72 0 0,-3 1 0 0 0,0 2 0 0 0,-1-1 0 0 0,-2 2 0 0 0,1 1 0 0 0,-1 1 0 0 0,0 3 0 0 0,-3 1 0 0 0,2 1 0 0 0,-1 2-120 0 0,-2 2 24 0 0,3 0 0 0 0,-1 1 0 0 0,-1 1 8 0 0,3 1 0 0 0,-1 0 0 0 0,3 1 88 0 0,2 0 0 0 0,0 1 0 0 0,2-1 0 0 0,0 2 0 0 0,2-3 0 0 0,1 1 0 0 0,2 1 0 0 0,3-2 0 0 0,-2 2 0 0 0,2 0 0 0 0,3 0 0 0 0,-1-3 0 0 0,1 2 72 0 0,2-1-72 0 0,1-1 80 0 0,1-3 16 0 0,-1 0 0 0 0,2-1 0 0 0,0-2 0 0 0,3-1-16 0 0,-2-1 0 0 0,0-2 0 0 0,1-1 0 0 0,-1-1-16 0 0,-1-1-64 0 0,0 1 96 0 0,-1-3-32 0 0,-1 0-64 0 0,-2-1 0 0 0,0 0 0 0 0,-2-3 64 0 0,-3 3-64 0 0,-1-1 0 0 0,-2 2 0 0 0,-2 1 64 0 0,-1-2-64 0 0,-3 2 0 0 0,0 0 0 0 0,-4 1 0 0 0,1 2 0 0 0,0 0 0 0 0,-2 3 0 0 0,-1 2 0 0 0,1 1-112 0 0,1 2 40 0 0,-2 4 8 0 0,-1-1 0 0 0,0 3 64 0 0,1 0-80 0 0,2 3 80 0 0,-1 0-80 0 0,3-1 80 0 0,2 0 0 0 0,1-1 0 0 0,3-1 0 0 0,0 2 0 0 0,2-2 0 0 0,4 1 64 0 0,1-2-64 0 0,3 1 0 0 0,1-4 0 0 0,3 1 0 0 0,1-1 64 0 0,1-1-64 0 0,2-2 0 0 0,-2 0 0 0 0,2-1 0 0 0,2 0-232 0 0,0 1-88 0 0</inkml:trace>
  <inkml:trace contextRef="#ctx0" brushRef="#br0" timeOffset="60">2175 4427 1839 3116 3172,'0'-4'160'0'0,"-1"1"-160"0"0,-1-1 0 0 0,2 2 0 0 0,0 1 544 0 0,0-2 80 0 0,-1-2 16 0 0,0-2 0 0 0,-2-4 288 0 0,-1 0 56 0 0,-2 2 8 0 0,0 1 8 0 0,1 1-152 0 0,-3 4-32 0 0,-2 1-8 0 0,0 2 0 0 0,-1 2-216 0 0,-2 1-48 0 0,-2 2 0 0 0,0 2-8 0 0,2 1-248 0 0,-2 1-40 0 0,1 0-16 0 0,2 4 0 0 0,1-3-24 0 0,3 2-8 0 0,2-1 0 0 0,2 0 0 0 0,1 0-64 0 0,1 0-8 0 0,1 2-8 0 0,1-3 0 0 0,1 0 96 0 0,2 0 16 0 0,1-2 8 0 0,2 0 0 0 0,0-1 32 0 0,2-1 8 0 0,3-2 0 0 0,1-1 0 0 0,1-1-32 0 0,1-4-8 0 0,0 2 0 0 0,1-5 0 0 0,2 0-16 0 0,0-2-8 0 0,-1 0 0 0 0,0-2 0 0 0,-3 1-104 0 0,0 0-16 0 0,-4 0-8 0 0,0-1 0 0 0,-2 0-88 0 0,-3 1 0 0 0,-1-1 0 0 0,-2 2 0 0 0,-1-2 0 0 0,-3 0 0 0 0,1 1 64 0 0,-4 0-64 0 0,2 0 0 0 0,-5 1 0 0 0,1 0 0 0 0,-1 1 0 0 0,0 1 0 0 0,-1 3 0 0 0,2 1 0 0 0,-1 2 0 0 0,-1 0 0 0 0,3 3 0 0 0,-1-1 0 0 0,0 1 64 0 0,-1 2-64 0 0,3-1 96 0 0,-1 2-96 0 0,0 1 96 0 0,2-1 40 0 0,1 0 16 0 0,2-1 0 0 0,2 2 0 0 0,0-2-56 0 0,1 0 0 0 0,3-2-8 0 0,0 1 0 0 0,2-1-88 0 0,2-2 0 0 0,2-1 0 0 0,-1 0 0 0 0,2-1-224 0 0,-1-1-32 0 0,4-2 0 0 0,-1 1-8 0 0,1-1-1264 0 0,0-1-248 0 0,-2 1-48 0 0,-1-2-16 0 0</inkml:trace>
  <inkml:trace contextRef="#ctx0" brushRef="#br0" timeOffset="61">1292 4337 1375 3216 3245,'-3'2'128'0'0,"0"-2"-128"0"0,-1 2 0 0 0,4-1 0 0 0,-2 0 560 0 0,-2 2 88 0 0,-3 0 24 0 0,-2 3 0 0 0,-3 2 288 0 0,0 1 64 0 0,2-1 16 0 0,2-1 0 0 0,0-1-144 0 0,6-1-24 0 0,1 0-8 0 0,1-3 0 0 0,2 2-96 0 0,3-1-32 0 0,3-2 0 0 0,-1-1 0 0 0,5-1-192 0 0,0-2-32 0 0,0 1-16 0 0,-1 0 0 0 0,-1 0-152 0 0,-1-2-32 0 0,-1 0-8 0 0,1-1 0 0 0,-1 0-224 0 0,-2 1-80 0 0,0-2 0 0 0,0 1 72 0 0,-2 1-72 0 0,-3-3 0 0 0,0 3 0 0 0,-2-1 0 0 0,0 1 0 0 0,-3 0 0 0 0,-2-1 0 0 0,-1-1 64 0 0,-2 1-64 0 0,0 0 0 0 0,-3 1 0 0 0,1 1 0 0 0,-1 0 80 0 0,0 1-80 0 0,1 2 96 0 0,-1 1-96 0 0,1 2 0 0 0,3-1 0 0 0,-2 2 0 0 0,2 0 0 0 0,-1 1 80 0 0,1 0-80 0 0,1 1 64 0 0,1-1-64 0 0,0 3 112 0 0,0-1-16 0 0,1 1-8 0 0,0 0 0 0 0,2 0 64 0 0,2 2 8 0 0,1 0 8 0 0,0-1 0 0 0,3-1-8 0 0,1-1 0 0 0,1 0 0 0 0,1-1 0 0 0,2 0 16 0 0,1-1 0 0 0,1-2 0 0 0,1-1 0 0 0,1 1-16 0 0,2-3 0 0 0,-1 0 0 0 0,1-3 0 0 0,-2 1-56 0 0,1-1-8 0 0,-3-1-8 0 0,1-2 0 0 0,-1 1-24 0 0,0-4-64 0 0,-3 1 96 0 0,-1-1-32 0 0,0 2-64 0 0,-4-3 0 0 0,1 0 0 0 0,-3 1 0 0 0,-1-1 0 0 0,-3 1 0 0 0,0-2 0 0 0,-5 2 0 0 0,1 0 64 0 0,-2-1-64 0 0,-2 3 64 0 0,-1 1-64 0 0,-1 1 0 0 0,1 4 0 0 0,-2 1 0 0 0,1 3 0 0 0,0 1 0 0 0,1 2 0 0 0,1 1 0 0 0,1 2 0 0 0,1 0 0 0 0,-3 2-88 0 0,4 2 88 0 0,0-2-64 0 0,2 1 64 0 0,2-1 0 0 0,2 1 0 0 0,3-2 0 0 0,1 1 0 0 0,3-3 0 0 0,2-1 0 0 0,0-1 0 0 0,4 0-288 0 0,0-3-8 0 0,5 0-8 0 0,1-3-5376 0 0,3 0-1072 0 0</inkml:trace>
  <inkml:trace contextRef="#ctx0" brushRef="#br0" timeOffset="62">171 4125 2303 3358 3476,'0'-4'200'0'0,"0"2"-200"0"0,0 0 0 0 0,-1 0 0 0 0,0 1 480 0 0,-1 0 48 0 0,0-2 16 0 0,-5-3 0 0 0,-2-1 8 0 0,-2 1 8 0 0,-1 2 0 0 0,0 3 0 0 0,1 1-176 0 0,1 1-40 0 0,-1 3-8 0 0,0 2 0 0 0,3 1-16 0 0,0 0-8 0 0,2 1 0 0 0,-2 1 0 0 0,2 0 112 0 0,3 0 24 0 0,-1 2 8 0 0,2 0 0 0 0,2-1 88 0 0,4 1 24 0 0,0-1 0 0 0,3 0 0 0 0,1-2-72 0 0,1 0-16 0 0,4-1 0 0 0,2-1 0 0 0,1-1-40 0 0,1-1-16 0 0,2-2 0 0 0,1-4 0 0 0,0 2-144 0 0,2-4-32 0 0,-1-1-8 0 0,0-2 0 0 0,-2 1-64 0 0,-2-1-16 0 0,0-2 0 0 0,-2-1 0 0 0,-2 2-72 0 0,-3-2-24 0 0,-2 2 0 0 0,-3-2 0 0 0,-1 1-64 0 0,-4-1 0 0 0,-1 1 0 0 0,-5 0 0 0 0,2 0 0 0 0,-4 2 0 0 0,0-1 64 0 0,-2 1-64 0 0,-3 0 0 0 0,-1 3 0 0 0,2-1 0 0 0,-1 0 0 0 0,0 3-224 0 0,-2-1 24 0 0,3 3 0 0 0,-2 0 0 0 0,3 3 8 0 0,0-1 8 0 0,-1 3 0 0 0,1 0 0 0 0,0-1 88 0 0,0 3 24 0 0,1 0 0 0 0,1 2 0 0 0,-1 0 136 0 0,2-1 32 0 0,0 2 8 0 0,1-1 0 0 0,3 1 160 0 0,0-1 32 0 0,2 1 8 0 0,0-1 0 0 0,2 0-72 0 0,2-2-8 0 0,2 2-8 0 0,0-2 0 0 0,3 0 40 0 0,-1-1 0 0 0,2-1 8 0 0,2 0 0 0 0,0-3-88 0 0,3-1-16 0 0,4-2-8 0 0,0-1 0 0 0,-1-2-16 0 0,0-1 0 0 0,3-1 0 0 0,-2-1 0 0 0,1-1-136 0 0,-1-1 80 0 0,-1 0-80 0 0,-5-2 64 0 0,2 1-64 0 0,-5 0 0 0 0,-2-3 0 0 0,-2 0 0 0 0,-1 3 0 0 0,-3-1 0 0 0,-3-1 64 0 0,-2 2-64 0 0,-2-1 0 0 0,-2 1 0 0 0,-4 0 0 0 0,-1 2 0 0 0,0 2 0 0 0,-2 0 0 0 0,-2 3 0 0 0,0 1 0 0 0,1 4 0 0 0,-1 1 0 0 0,1 2-96 0 0,1 3 96 0 0,-1 2 0 0 0,3 1 0 0 0,1 2 0 0 0,1 0 0 0 0,3 1 0 0 0,1 1 0 0 0,2 0 0 0 0,6-3 0 0 0,0-1 0 0 0,2 0 0 0 0,4 0 0 0 0,3-1 0 0 0,5 1-624 0 0,4-2-64 0 0</inkml:trace>
  <inkml:trace contextRef="#ctx0" brushRef="#br0" timeOffset="63">9439 7994 2759 2545 3441,'0'-2'248'0'0,"0"1"-248"0"0,0 0 0 0 0,0 0 0 0 0,0 0 0 0 0,0 1-80 0 0,0-2 0 0 0,-2-3 0 0 0,1 0 584 0 0,-1-1 112 0 0,-1 2 24 0 0,-2-1 8 0 0,-1 2-216 0 0,1 0-48 0 0,-3 3 0 0 0,0-2-8 0 0,-3 2-136 0 0,1 0-24 0 0,-1 2-8 0 0,0 0 0 0 0,-1-1-72 0 0,1 0-8 0 0,-1 1-8 0 0,2-1 0 0 0,-1 0 104 0 0,2 0 16 0 0,1 1 8 0 0,0 0 0 0 0,0 0 56 0 0,1 1 16 0 0,1 2 0 0 0,0 0 0 0 0,4 0 16 0 0,-1 1 8 0 0,3-1 0 0 0,0 2 0 0 0,1 2 72 0 0,1-1 8 0 0,2 1 8 0 0,2-3 0 0 0,3 3-48 0 0,1-1-16 0 0,2-1 0 0 0,1-1 0 0 0,2-1 32 0 0,2-2 8 0 0,2-1 0 0 0,2-2 0 0 0,0-3-88 0 0,2-2-8 0 0,1-2-8 0 0,0-1 0 0 0,-2-2-80 0 0,1 0-24 0 0,-2-1 0 0 0,-4-1 0 0 0,-1 1-72 0 0,-5 0-8 0 0,-2 0-8 0 0,-4 0 0 0 0,-1 0-112 0 0,-4-1 0 0 0,-2 2 64 0 0,-2 0-64 0 0,0 2 0 0 0,-4 0 0 0 0,-5-1 0 0 0,-1 2-80 0 0,-1 1 8 0 0,-2 2 0 0 0,-3 0 0 0 0,1 2 0 0 0,2 1-88 0 0,-1-1-8 0 0,0 4-8 0 0,1 0 0 0 0,-2 2 96 0 0,2 0 80 0 0,-1 2-104 0 0,-1 0 40 0 0,4 2 64 0 0,-1 1 0 0 0,1-2 0 0 0,3 2 0 0 0,1 0 0 0 0,2 2 96 0 0,2-1 0 0 0,2-1-8 0 0,4 2 40 0 0,-1-2 16 0 0,5 0 0 0 0,0 1 0 0 0,5 0 32 0 0,0-2 8 0 0,2 0 0 0 0,2-1 0 0 0,0-2 72 0 0,0-2 24 0 0,-1 1 0 0 0,3-3 0 0 0,3-1-72 0 0,1-3-16 0 0,2 0 0 0 0,2-3 0 0 0,-2 0-88 0 0,-1-2-16 0 0,2 0-8 0 0,-3-1 0 0 0,-1-2-80 0 0,0 1 80 0 0,-4 0-80 0 0,-2-1 80 0 0,-4 2-80 0 0,-1-1 0 0 0,-4-2 0 0 0,-2 2 0 0 0,-2-1 64 0 0,-4 2-64 0 0,0 0 64 0 0,-3 2-64 0 0,-2 1 0 0 0,-3 3 0 0 0,1 1 0 0 0,-1 2 0 0 0,2 1-80 0 0,-3 1-32 0 0,0 2-8 0 0,-1 3 0 0 0,3-1 48 0 0,1 2 8 0 0,0 0 0 0 0,2-1 0 0 0,1 1-8 0 0,3-1 0 0 0,0 2 0 0 0,2-3 0 0 0,3 2-344 0 0,0-1-72 0 0,2 0-16 0 0,3 0-7368 0 0</inkml:trace>
  <inkml:trace contextRef="#ctx0" brushRef="#br0" timeOffset="64">9376 8085 3223 2427 3255,'-1'0'288'0'0,"-2"0"-288"0"0,2 0 0 0 0,0 0 0 0 0,1 2 584 0 0,-2-1 64 0 0,-2 1 16 0 0,-1 4 0 0 0,-2 3 136 0 0,-2 2 24 0 0,-1 6 8 0 0,0 3 0 0 0,1 2-72 0 0,-1 4-16 0 0,0 6 0 0 0,-3 1 0 0 0,1 6-32 0 0,-1 0-8 0 0,0 3 0 0 0,-1-1 0 0 0,0 2-104 0 0,-1 1-24 0 0,-1-1-8 0 0,1 0 0 0 0,-2 1-88 0 0,-1 3-8 0 0,0 2-8 0 0,-1 2 0 0 0,0-1-128 0 0,2-4-24 0 0,3-6-8 0 0,-1 2 0 0 0,1 0-88 0 0,0-2-24 0 0,3-8 0 0 0,2-3 0 0 0,1 4-32 0 0,-2-2 0 0 0,4-1-8 0 0,-2-2 0 0 0,0-2-32 0 0,1-2-8 0 0,-1-2 0 0 0,0-1 0 0 0,1-2 8 0 0,-1 0 0 0 0,0-2 0 0 0,1-2 0 0 0,0-2-24 0 0,-1-3-8 0 0,0 1 0 0 0,3-3 0 0 0,-2-1-24 0 0,3 0 0 0 0,0-3 0 0 0,0-3 0 0 0,1 0-64 0 0,2-1 0 0 0,-2-1 72 0 0,2 0-72 0 0,0-1 0 0 0,-2 0 0 0 0,3-2 0 0 0,-1 1 64 0 0,-1 1-64 0 0,1-2 0 0 0,1 2-64 0 0,-1 0 64 0 0,1 1-224 0 0,0-1-8 0 0,0 2 0 0 0,1 0 0 0 0,0 2-816 0 0,1-2-160 0 0</inkml:trace>
  <inkml:trace contextRef="#ctx0" brushRef="#br0" timeOffset="65">9018 9417 4143 2875 3302,'-2'-8'368'0'0,"0"4"-296"0"0,1 2-72 0 0,0-1 0 0 0,0 0 448 0 0,-2 2 64 0 0,-1 1 24 0 0,-1-2 0 0 0,-6 0 376 0 0,-3 1 80 0 0,-4 1 8 0 0,1 1 8 0 0,1 3-312 0 0,-1 0-64 0 0,3 2-16 0 0,1 3 0 0 0,-1 0-112 0 0,3 2-24 0 0,2 0-8 0 0,1 2 0 0 0,2 0-112 0 0,2 1-16 0 0,1-1-8 0 0,3-2 0 0 0,3 1-48 0 0,-1-4-16 0 0,0-1 0 0 0,3 1 0 0 0,1-3 40 0 0,6 1 8 0 0,-2-2 0 0 0,3-2 0 0 0,3-1-48 0 0,1-2-8 0 0,5-1 0 0 0,-1-4 0 0 0,2-1-96 0 0,-3-3-16 0 0,-2 1-8 0 0,-2 0 0 0 0,-2-2-72 0 0,-3 0-8 0 0,-5 0-64 0 0,-2 1 96 0 0,-2 0-96 0 0,-5 1 0 0 0,-2 0 64 0 0,-5 0-64 0 0,0 3 0 0 0,-3-1 0 0 0,-4 3 0 0 0,0 2 0 0 0,-5 2 0 0 0,1 0 0 0 0,-1 4 0 0 0,-3 2 0 0 0,4 2 96 0 0,0 2-32 0 0,1 0-64 0 0,0 2 96 0 0,1 1 0 0 0,4 0 0 0 0,1 3 0 0 0,5-5 0 0 0,1 0-32 0 0,1 0 0 0 0,3 0-64 0 0,2 0 96 0 0,2 0-32 0 0,3 2-64 0 0,3-3 88 0 0,2 0-88 0 0,4-2 120 0 0,1-2-32 0 0,4-2-8 0 0,1 0 0 0 0,3-3 48 0 0,2-2 16 0 0,-1-1 0 0 0,3-4 0 0 0,-3 0-72 0 0,-1-4-8 0 0,1 1-64 0 0,-5-3 96 0 0,-2 2-96 0 0,-2-1 0 0 0,0-2 64 0 0,-3-2-64 0 0,-2-1 0 0 0,-4 2 0 0 0,-3 0 0 0 0,-4 0 0 0 0,2 1 0 0 0,-4 0 64 0 0,-2 0-64 0 0,-2 0 0 0 0,-4 2 64 0 0,2 0-64 0 0,-3 4 0 0 0,0 1 72 0 0,-3 3-72 0 0,2 1 0 0 0,-1 4 0 0 0,-1 0 64 0 0,0 3-64 0 0,3 1 0 0 0,-1 1 0 0 0,1 0 0 0 0,4 0 0 0 0,1 1 0 0 0,3-3 0 0 0,4 0 0 0 0,-1 0 0 0 0,4-2-72 0 0,2 1 72 0 0,2-2-104 0 0,4-1-480 0 0,3-1-96 0 0,3-1-24 0 0,1-3-5016 0 0,3 1-1000 0 0</inkml:trace>
  <inkml:trace contextRef="#ctx0" brushRef="#br0" timeOffset="66">9524 8140 919 2544 3465,'2'-9'80'0'0,"-1"4"-80"0"0,0 0 0 0 0,-1 2 0 0 0,0 0 464 0 0,2 2 80 0 0,-2-2 8 0 0,0 1 8 0 0,1-2 264 0 0,0-3 48 0 0,-1 3 16 0 0,-1 0 0 0 0,1 2-48 0 0,-3 2-8 0 0,2 2 0 0 0,-2 2 0 0 0,3 2-344 0 0,0 1-72 0 0,-1 1-8 0 0,2-1-8 0 0,2 2-16 0 0,0 1-8 0 0,2 1 0 0 0,2 1 0 0 0,1 3 24 0 0,-1 1 8 0 0,3 2 0 0 0,2 2 0 0 0,-1 4 72 0 0,1 0 8 0 0,-1 4 8 0 0,1 1 0 0 0,-1 1-48 0 0,0 3-16 0 0,-2 1 0 0 0,2 3 0 0 0,-3 2-16 0 0,0 1-8 0 0,1 4 0 0 0,1 2 0 0 0,-1 3-88 0 0,2 1-8 0 0,2 1-8 0 0,0-1 0 0 0,3-1-72 0 0,-1-6-8 0 0,1-4-8 0 0,0-5 0 0 0,-1-2-56 0 0,0-2-16 0 0,2 1 0 0 0,-1-2 0 0 0,0-1-48 0 0,-1-1 0 0 0,0-2-8 0 0,1-2 0 0 0,-2 0 8 0 0,1-4 8 0 0,-2 0 0 0 0,-1-3 0 0 0,0-1 0 0 0,-1-2 0 0 0,-2-2 0 0 0,2-2 0 0 0,-4-1-32 0 0,1-3-8 0 0,-1 2 0 0 0,-3-5 0 0 0,0 2-64 0 0,-1-3 0 0 0,-2-1 72 0 0,-1 0-72 0 0,-1-1 0 0 0,0-2 0 0 0,-2 0 0 0 0,-1-4 64 0 0,-2 2-64 0 0,2-3 0 0 0,-5-1 64 0 0,1 0-64 0 0,-1 1 0 0 0,-2 1 0 0 0,0 2 0 0 0,-1 2 0 0 0,0 2 0 0 0,-3 2 0 0 0,-2 4 0 0 0,0 2 0 0 0,0 2 0 0 0,0 1 0 0 0,0 0 0 0 0,3 1 0 0 0,2 1 0 0 0,3 0 0 0 0,2-1 0 0 0,4-1 0 0 0,0 0 0 0 0,3-2 0 0 0,3 1 0 0 0,1-2 0 0 0,2 0 0 0 0,3-2 0 0 0,0 0 0 0 0,3-2-64 0 0,1-3 64 0 0,2 0 0 0 0,1-2 0 0 0,0-3 0 0 0,-1 1 0 0 0,0-5 0 0 0,0 1 0 0 0,1-1 0 0 0,-3-3 0 0 0,-3 1 0 0 0,0 2 0 0 0,-5-1-64 0 0,-1 2 64 0 0,-3 1 0 0 0,-2 1 0 0 0,-2 3 0 0 0,-1-1 0 0 0,-2 3 0 0 0,-1 1 0 0 0,-1 0 0 0 0,-2 2 0 0 0,2 1 0 0 0,0 0 0 0 0,2 0 0 0 0,2 1 0 0 0,1 0 0 0 0,2-1 0 0 0,1 1 0 0 0,1-1 0 0 0,2-1 0 0 0,2 1 0 0 0,0-2 0 0 0,3 0 0 0 0,2-2 0 0 0,2 0 0 0 0,0-2 0 0 0,0 1 0 0 0,0-2 0 0 0,-3 1 0 0 0,1 0-96 0 0,-4-1-136 0 0,0 2-32 0 0,-2-2-8 0 0,-3 1 0 0 0,2-1-528 0 0,-3 0-96 0 0,0 0-32 0 0,0-2-7408 0 0</inkml:trace>
  <inkml:trace contextRef="#ctx0" brushRef="#br0" timeOffset="67">9707 8095 919 2476 3527,'-5'-5'80'0'0,"2"2"-80"0"0,0-1 0 0 0,1 2 0 0 0,0 1 624 0 0,2-1 112 0 0,-1 0 16 0 0,0-1 8 0 0,-1-2 360 0 0,1-2 64 0 0,1 0 24 0 0,0 1 0 0 0,3 1-48 0 0,-1 2-8 0 0,4 0 0 0 0,-1 2 0 0 0,0 1-336 0 0,3 1-72 0 0,3 3-8 0 0,1 2-8 0 0,3 2-240 0 0,1 0-40 0 0,-1 2-16 0 0,2 2 0 0 0,4 4-80 0 0,6 3-24 0 0,3 2 0 0 0,3 2 0 0 0,4 5-72 0 0,5 1-24 0 0,2 4 0 0 0,3 3 0 0 0,3 1-72 0 0,-1 2-8 0 0,2 1-8 0 0,0 3 0 0 0,-3 0-64 0 0,-3-6-16 0 0,-4-4 0 0 0,6 3 0 0 0,7 1-64 0 0,5-1 0 0 0,4 0 0 0 0,1-1 0 0 0,0-1 208 0 0,-1 0 0 0 0,-3-1 0 0 0,-8-2 0 0 0,-5-4-32 0 0,-5-2-8 0 0,-3-2 0 0 0,-6 0 0 0 0,-1 0-168 0 0,-5-3 0 0 0,-3-2 0 0 0,-4-1 0 0 0,-3-1 80 0 0,0 1-16 0 0,0-3-64 0 0,-1 3 96 0 0,-2-4 0 0 0,-1-2-8 0 0,-2-2 0 0 0,-1-2 0 0 0,-4 0-24 0 0,1-1 0 0 0,0-2 0 0 0,-2-1 0 0 0,-1 1 24 0 0,0-2 0 0 0,2 1 0 0 0,-3 0 0 0 0,1-2-16 0 0,0 1 0 0 0,2 0 0 0 0,-2 0 0 0 0,1-1-72 0 0,-2 0 0 0 0,1 0 72 0 0,0 1-72 0 0,-2-2 0 0 0,1 0 0 0 0,-1 0 0 0 0,2 2 0 0 0,-4-2 0 0 0,4 0 0 0 0,-2 0 0 0 0,0 0 0 0 0,2-2 0 0 0,-4 2 0 0 0,3 0 0 0 0,-1-2 0 0 0,0 1 0 0 0,0 0 0 0 0,-1-2 0 0 0,0 3 0 0 0,-1-4 0 0 0,0 0 0 0 0,-1 1 0 0 0,1-1 0 0 0,-1-1 0 0 0,-2 1 0 0 0,0-1 0 0 0,-2 1 0 0 0,-1 0 0 0 0,-2 1 0 0 0,-2 3 0 0 0,-5 0 0 0 0,-2 3 0 0 0,-1 1 0 0 0,-1 3 0 0 0,-4 2 0 0 0,-2 1 0 0 0,-2 2 0 0 0,2 3 0 0 0,1 0 0 0 0,1 1 0 0 0,2-1 0 0 0,2 1 0 0 0,4-1 0 0 0,4 0 0 0 0,5-4 0 0 0,3 0 0 0 0,2-3 0 0 0,4 0 0 0 0,2-2 0 0 0,3-1 0 0 0,2-1 0 0 0,5-2 0 0 0,1-2 0 0 0,4-2 0 0 0,2-1 0 0 0,3 0 0 0 0,0-4 0 0 0,2-2 0 0 0,-1 0 0 0 0,-4 1 0 0 0,-1-3 0 0 0,-2 0 0 0 0,-4 1 64 0 0,-3-2-64 0 0,-5 1 0 0 0,-1 1-64 0 0,-4 0 64 0 0,0 3-72 0 0,-4 0 72 0 0,-3 0-80 0 0,-1 1 80 0 0,-2 2 0 0 0,-3 1-72 0 0,0 2 72 0 0,-4 2 0 0 0,0 2 0 0 0,-4 1 0 0 0,1 2 0 0 0,-3 1 0 0 0,3 2 0 0 0,-1 0 0 0 0,2 2 0 0 0,1 0 0 0 0,3 0 0 0 0,3 0 88 0 0,3-2-88 0 0,3-1 96 0 0,1 0-96 0 0,3 0 64 0 0,3-1-64 0 0,4-1 64 0 0,1-2-64 0 0,3-1 0 0 0,2-1 0 0 0,4-2 0 0 0,3-2 0 0 0,2-1 0 0 0,1-1 0 0 0,2-2 0 0 0,-2-1 0 0 0,-1-3 64 0 0,-2 0-64 0 0,-3 0 0 0 0,-4-1 0 0 0,-3 1 0 0 0,-5 0 0 0 0,-2 1 0 0 0,-3 0 0 0 0,-3 2 0 0 0,-2 1 0 0 0,-5 2 0 0 0,-3-1-160 0 0,-4 3-56 0 0,-3 2-8 0 0,-3 1 0 0 0,1 2 352 0 0,-3 0 64 0 0,3 1 8 0 0,0 2 8 0 0,4-1-208 0 0,1 1 0 0 0,3-1 0 0 0,2-1 0 0 0,1 3 0 0 0,3-3-88 0 0,2 1 24 0 0,1-1 0 0 0,2 0-264 0 0,0 0-56 0 0,1-1 0 0 0,4-1-8864 0 0</inkml:trace>
  <inkml:trace contextRef="#ctx0" brushRef="#br0" timeOffset="68">8008 8956 455 2681 3491,'1'-4'0'0'0,"-1"1"0"0"0,1 1 0 0 0,-1 0 0 0 0,1 1 256 0 0,-1-2 0 0 0,2 0 8 0 0,-1-2 0 0 0,0-1 120 0 0,3-3 32 0 0,-2-4 0 0 0,-1 1 0 0 0,0 0 80 0 0,-1 1 16 0 0,-1 0 8 0 0,1 0 0 0 0,-1 0 96 0 0,-1 2 24 0 0,1 1 0 0 0,0-1 0 0 0,-1 2 248 0 0,1 0 48 0 0,0 3 16 0 0,-1 0 0 0 0,1 2-56 0 0,0 1 0 0 0,0 1-8 0 0,-1 2 0 0 0,0 1-200 0 0,-4 3-40 0 0,0 5-8 0 0,-5 3 0 0 0,-3 5-264 0 0,0 3-56 0 0,-3 5-16 0 0,0 1 0 0 0,-3 1-80 0 0,-3 3-24 0 0,-6 4 0 0 0,2 0 0 0 0,1-4 72 0 0,-4 3 16 0 0,-5 8 0 0 0,-3 2 0 0 0,1 4 16 0 0,0-1 8 0 0,1 0 0 0 0,3-6 0 0 0,4-2-88 0 0,2-5-24 0 0,4-1 0 0 0,4-4 0 0 0,3-5-96 0 0,0 3-16 0 0,1 1-8 0 0,1-1 0 0 0,1 1-16 0 0,3-1-64 0 0,0-3 96 0 0,3-3-32 0 0,1-1 0 0 0,0-1 0 0 0,4-5 0 0 0,1-2 0 0 0,1-4-64 0 0,3-2 80 0 0,-1-2-80 0 0,2-3 80 0 0,0 0-80 0 0,2-4 0 0 0,0-1 0 0 0,2-5 0 0 0,1-2 0 0 0,1-3 0 0 0,-1-2 0 0 0,-1-2 64 0 0,-1-1-64 0 0,-2-2 0 0 0,-2 0 0 0 0,-1 0 0 0 0,-2 1-64 0 0,-2-1-32 0 0,-2 1-8 0 0,-3 2 0 0 0,-3 4-24 0 0,0 3-8 0 0,-1 5 0 0 0,-3 2 0 0 0,-3 4 40 0 0,-5 4 16 0 0,1 3 0 0 0,-3 3 0 0 0,-2 3 80 0 0,1 3-80 30-18,-2 1 80-1 0,4 4-80-1-1,2-1 80-28 19,3 0 0 0 0,2 1 64 0 0,3 0-64 0 0,4-3 96 0 0,3-1-24 0 0,3-3 0 26-18,3-2 0-26 18,3-1 0 0 0,2-2 0 0 0,1-1 0 0 0,6-2 0 0 0,-2-4-8 0 0,3-2-64 0 0,3-1 96 26-18,1-2-32-26 18,1 0 0 0 0,-1-3-64 0 0,2-1 96 0 0,0-3-32 0 0,-2-1-64 0 0,-2-1 64 0 0,-3 3-64 0 0,-2-1 64 0 0,-2 1-64 27-20,-2-2 0-27 20,-2 3 0 0 0,-3-1 0 0 0,-2 2 0 0 0,-3 0 0 0 0,0 1 0 0 0,-2 1 0 0 0,1 0 0 0 0,-1 1 0 0 0,-2-1 0 0 0,1 0 0 0 0,3 2 0 0 0,0-1-112 0 0,0-1 16 0 0,1-1 0 0 0,2 1-360 0 0,1-1-72 0 0,4-3-16 0 0,1 1-8320 0 0</inkml:trace>
  <inkml:trace contextRef="#ctx0" brushRef="#br0" timeOffset="69">7095 8498 5063 2858 3481,'1'-3'448'0'0,"1"1"-352"0"0,-1-1-96 0 0,-2 2 0 0 0,1 1 736 0 0,0-1 128 0 0,0-2 24 0 0,-2 0 8 0 0,-3 0 192 0 0,-3 0 32 0 0,-4 6 16 0 0,-2 3 0 0 0,-1 4-464 0 0,-4 3-88 0 0,-3 5-16 0 0,-1 3-8 0 0,-3 4-104 0 0,-2 5-16 0 0,-3 3-8 0 0,-4 6 0 0 0,-3 1-32 0 0,-1 2-8 0 0,0 3 0 0 0,2 0 0 0 0,0-1 0 0 0,-1-1 0 0 0,4 1 0 0 0,2-8 0 0 0,8-7-40 0 0,-2 1 0 0 0,1 1-8 0 0,-2 2 0 0 0,2 0-120 0 0,0-1-32 0 0,1 1 0 0 0,1-1 0 0 0,2-1-96 0 0,0-3-32 0 0,2-1 0 0 0,1-1 0 0 0,3-2 0 0 0,0-4-64 0 0,-1 2 96 0 0,1-3-32 0 0,3 0-64 0 0,3-5 0 0 0,2-1 0 0 0,2-3 0 0 0,1-1 0 0 0,1-2 0 0 0,2-3 0 0 0,1-2 0 0 0,1-2 0 0 0,2-4 0 0 0,4-3 64 0 0,-1-4-64 0 0,4-4 64 0 0,-2-1-64 0 0,1-1 96 0 0,-1-1-32 0 0,0-2-64 0 0,-3-2 0 0 0,-1 2 0 0 0,-2 1 0 0 0,-4 3 0 0 0,-2 0 0 0 0,0 3 0 0 0,-3 3 0 0 0,-1 3 0 0 0,2 2-88 0 0,-2 3 88 0 0,-1 2-64 0 0,-2 7 64 0 0,-1 1-104 0 0,2 1 40 0 0,-3 4 64 0 0,0 1-80 0 0,1 3 80 0 0,1-1 0 0 0,2 2-72 0 0,-2-1 72 0 0,5-2 0 0 0,0 1 0 0 0,4-3 0 0 0,0-1 0 0 0,4-1 0 0 0,2-3 0 0 0,1-2 0 0 0,1 0 0 28-19,2-3 0-28 19,2-3 0 0 0,1-2 0 0 0,2 0 0 0 0,1-4 0 0 0,2-1 0 0 0,-2-2 0 0 0,-1-1 0 0 0,-1 0 0 0 0,-1 0 0 0 0,-5-1 0 0 0,1 2 0 0 0,-6-1 0 0 0,-1 2 0 0 0,-4 0 0 0 0,0 1 0 0 0,-5 0 0 0 0,0 0 0 0 0,-3 3 0 0 0,0 1 0 26-18,-2 1 0-26 18,-3 2 0 0 0,3 3 0 0 0,-3 1 0 0 0,3 1 0 0 0,-1 3 0 0 0,1 1 0 0 0,3 0 0 0 0,-1 2 0 0 0,0 0 0 0 0,0 2 0 0 0,3 2 0 0 0,2-2 0 0 0,3 0 0 0 0,2-1 0 0 0,2-3-96 0 0,2-2 16 0 0,-1-1 8 0 0,3 0-6080 0 0,4 0-1216 0 0</inkml:trace>
  <inkml:trace contextRef="#ctx0" brushRef="#br0" timeOffset="70">7150 9968 1839 2950 3173,'1'-1'160'0'0,"-1"1"-160"0"0,0-1 0 0 0,0 0 0 0 0,0-1 528 0 0,1 1 72 0 0,1-2 8 0 0,-1-2 8 0 0,0-2 296 0 0,1-1 56 0 0,-1 3 16 0 0,0 0 0 0 0,1-1 80 0 0,-1 2 24 0 0,1 0 0 0 0,-2-1 0 0 0,0 3-48 0 0,2-2-8 0 0,-2 2 0 0 0,0 1 0 0 0,0-1-264 0 0,0 2-48 0 0,-2 2-16 0 0,0 1 0 0 0,-2 6-232 0 0,-1 2-56 0 0,-2 4 0 0 0,2 0-8 0 0,1-2-216 0 0,-3 5-48 0 0,-2 5-8 0 0,-2 8 0 0 0,-1 5-24 0 0,-3 7-8 0 0,2 5 0 0 0,-1 2 0 0 0,-1-3 24 0 0,3-2 0 0 0,0-4 0 0 0,1 0 0 0 0,3-5-32 0 0,0-4-8 0 0,1-4 0 0 0,-1 4 0 0 0,0 3 8 0 0,0 3 0 0 0,-1-1 0 0 0,-1 0 0 0 0,1 1 0 0 0,0-4 0 0 0,0-1 0 0 0,-1-6 0 0 0,3-3-8 0 0,1-5 0 0 0,2-1 0 0 0,2-4 0 0 0,0-1-24 0 0,0-2 0 0 0,4-3 0 0 0,-2-1 0 0 0,2-2-64 0 0,-2-3 64 0 0,4-2-64 0 0,-4-2 64 0 0,4-3-64 0 0,-4-2 80 0 0,4-3-80 0 0,-1-1 80 0 0,1-2-16 0 0,-2-3-64 0 0,-1 3 96 0 0,-1-3-32 0 0,-1-3-64 0 0,-3 1 0 0 0,-2 2 0 0 0,-1 1 0 0 0,-1 4-120 0 0,-1 2 16 0 0,-1 1 0 0 0,-2 5 0 0 0,-1 3 8 0 0,-1 2 0 0 0,-1 4 0 0 0,1 2 0 0 0,-3 3 96 0 0,1 1-96 0 0,1 2 96 0 0,0 1-96 0 0,3-1 96 0 0,1 1 0 0 0,2 1 0 0 0,2-1-72 0 0,3-2 72 0 0,2-1 0 0 0,2-2 0 0 0,0-1 0 0 0,6-1 0 0 0,1 1 0 0 0,2-2 0 0 0,3-3 0 0 0,3 0 0 0 0,1-3 0 0 0,1-2 0 0 0,2-1 0 0 0,0-3 0 0 0,-2 0 0 0 0,-3-2 0 0 0,1 0 0 0 0,0-3 0 0 0,-2 3-64 0 0,-2-3 64 0 0,-2 2-64 0 0,-3-1 64 0 0,-4 3 0 0 0,0-2 0 0 0,-4 2-64 0 0,-2 2 64 0 0,-3 0 0 0 0,-1 2 0 0 0,-2 0 0 0 0,-1 4 0 0 0,-3 0 0 0 0,1 0 0 0 0,1 2 0 0 0,-3 2 0 0 0,-1 1 64 0 0,-1 0-64 0 0,1 1 64 0 0,3 2-64 0 0,1-2 64 0 0,4 1-64 23-19,1-2 64-23 19,3-1-64 0 0,2 0 0 0 0,3 2 0 0 0,2-4 0 0 0,2 0 0 0 0,2-2 0 0 0,4-2 0 0 0,2-1 0 0 0,1-2-112 0 0,3 0-8 22-21,-3 0 0-22 21,3-4 0 0 0,3 1-608 0 0,2 2-120 0 0</inkml:trace>
  <inkml:trace contextRef="#ctx0" brushRef="#br0" timeOffset="71">8785 9587 3223 2594 3598,'-1'-2'288'0'0,"-1"-1"-288"0"0,2 2 0 0 0,0 1 0 0 0,-1-1 864 0 0,0-1 128 0 0,1 2 16 0 0,-3-3 8 0 0,1 1 264 0 0,-2 2 48 0 0,1 5 16 0 0,-1 4 0 0 0,0 4-440 0 0,0 5-80 0 0,0 5-24 0 0,0 7 0 0 0,0 4-104 0 0,0 4-24 0 0,0 3-8 0 0,0 2 0 0 0,0 0-200 0 0,0 0-40 0 0,1 1-8 0 0,-1 0 0 0 0,2 1-24 0 0,-2-4-8 0 0,0-2 0 0 0,2 3 0 0 0,2 0-120 0 0,-1-4-24 0 0,1-2-8 0 0,1-4 0 0 0,-1-2-104 0 0,0-4-16 0 0,2-3-8 0 0,-2-2 0 0 0,2-4-40 0 0,0-1 0 0 0,0-1-64 0 0,0-5 96 0 0,-2-2-96 0 0,1 0 72 0 0,0-2-72 0 0,-1-2 64 0 0,0-2-64 0 0,0-2 0 0 0,2 3 72 0 0,-4-6-72 0 0,2 1 0 0 0,-1-3 72 0 0,0-4-72 0 0,-2-3 0 0 0,-2 0 88 0 0,1-1-88 0 0,-2 0 80 0 0,-3 2-80 0 0,1 2 0 0 0,-3 3 0 0 0,-1 2 0 0 0,-2 1 0 0 0,-1 3 0 0 0,-4 3 0 0 0,1 3 0 0 0,-3-2 0 0 0,1 7 0 0 0,1 0 0 0 0,4 0 0 0 0,0-1 0 0 0,5 0 0 0 0,0 0 0 0 0,1 1 0 0 0,2 1 0 0 0,3-2 0 0 0,3 1 0 0 0,2-1 0 0 0,3-1 0 0 0,3-3 0 0 0,2 1 0 0 0,3-4 0 0 0,3 0 0 0 0,2-5 0 0 0,2 0 0 0 0,2-2 0 0 0,-1-1 0 0 0,0-3 0 0 0,-4 3 0 0 0,-3-1 0 0 0,0-1 0 0 0,1 0 0 0 0,-2-3 0 0 0,-1 0 0 0 0,-3-1 0 0 0,-4 1 0 0 0,-5 5 0 0 0,-4-2 0 0 0,-1 4 0 0 0,-5 2 0 0 0,-3-1 0 0 0,-2 5 0 0 0,-5 0 0 0 0,2 1 0 0 0,3-1 0 0 0,2 2 0 0 0,-1 0 0 0 0,2 1 0 0 0,-1 0 72 0 0,1 2-72 0 0,3-1 64 0 0,2 0-64 0 0,2 0 0 0 0,4-1 0 0 0,2 0 64 0 0,2-1-64 0 0,4-2 0 0 0,2 0 0 0 0,4-2 0 0 0,3-2-176 0 0,3-3-24 0 0,3 0-8 0 0,0-1 0 0 0,1-1-880 0 0,2-3-184 0 0</inkml:trace>
  <inkml:trace contextRef="#ctx0" brushRef="#br0" timeOffset="72">10085 9387 3679 2183 3661,'4'-5'160'0'0,"-3"2"40"0"0,1 1-200 0 0,0 1 0 0 0,-1-1 0 0 0,-1 2 0 0 0,1-1 760 0 0,1 1 104 0 0,-1 0 32 0 0,2 1 0 0 0,-1 3 192 0 0,-2 2 32 0 0,0 3 16 0 0,-4 4 0 0 0,2 3-48 0 0,-1 1 0 0 0,-1 3-8 0 0,-1 4 0 0 0,1 2-208 0 0,-1 4-40 0 0,-1 4 0 0 0,2 2-8 0 0,-1 4-296 0 0,-1 1-56 0 0,2 1-16 0 0,-2-4 0 0 0,2-8-144 0 0,-2 2-32 0 0,1 2-8 0 0,-1 1 0 0 0,-1-2-112 0 0,0 0-32 0 0,-1 0 0 0 0,1 0 0 0 0,-2 3-8 0 0,2 0-8 0 0,1-2 0 0 0,-1-2 0 0 0,3-1-112 0 0,0-3 0 0 0,2-2-72 0 0,-2-1 72 0 0,2-2 104 0 0,0-3 72 0 0,0-2 16 0 0,-1 1 0 0 0,1-3-192 0 0,-1-3 0 0 0,2 0 0 0 0,-1-2 64 0 0,2-2-64 0 0,-2 0 0 0 0,2-2 0 0 0,0-1 0 0 0,0-2 64 0 0,0-1-64 0 0,0-1 80 0 0,2 0-80 0 0,-2-2 64 0 0,0 0-64 0 0,2 0 0 0 0,-1 0 72 0 0,0-2-72 0 0,1 0 0 0 0,-2 2 72 0 0,0 0-72 0 0,0 0 0 0 0,0 0 72 0 0,12-20-72 0 0,-12 14 0 0 0,-1 0 64 0 0,-1-1-64 0 0,0-1 0 0 0,-4 1 0 0 0,1-1 0 0 0,-2 1 0 0 0,-2 3 0 0 0,-2 0 0 0 0,-1 4 0 0 0,-3 2 0 0 0,-1 2 0 0 0,-1 2 0 0 0,-3 1 0 0 0,0 2 0 0 0,2-1-64 0 0,1 1 64 0 0,3 0 0 0 0,0 0 0 0 0,3-1 0 0 0,0 2 0 0 0,4-4 0 0 0,2 1 0 0 0,2 1 0 0 0,2-1 0 0 0,1-1 0 0 0,4 1 0 0 0,1-2 0 0 0,2 0 0 0 0,4-1 0 0 0,0-3 0 0 0,5 0 0 0 0,2-2 0 0 0,2-1 0 0 0,0-2 0 0 0,-1 0 0 0 0,2-2 0 0 0,1-3 0 0 0,0 1 0 0 0,-2-2-80 0 0,-4 3 80 0 0,-4 1-72 0 0,-4 1 72 0 0,-5 1-96 0 0,-3 1 96 0 0,-4 2-64 0 0,-6-1 64 0 0,-3 5 0 0 0,-3-1 0 0 0,-5 3 0 0 0,0 0 0 0 0,-2 3 0 0 0,1-3 0 0 0,2 2 0 0 0,2-1 0 0 0,0-1 64 0 0,2 1-64 0 0,3 0 80 0 0,0 0-80 0 0,5 0 80 0 0,2-2-80 0 0,3 1 0 0 0,2-1 0 0 0,4 1 0 0 0,1-3 0 0 0,3 0-104 0 0,5 0-48 0 0,2-2-8 0 0,3-2-6328 0 0,4 1-1264 0 0</inkml:trace>
  <inkml:trace contextRef="#ctx0" brushRef="#br0" timeOffset="73">8570 10599 5703 2583 3261,'4'0'512'0'0,"-2"-2"-416"0"0,-1 2-96 0 0,0 0 0 0 0,1-1 0 0 0,-2 1 0 0 0,0 0 0 0 0,0 0 0 0 0,1 0 0 0 0,1 0 0 0 0,-2 0 0 0 0,0 0 0 0 0,0 0 0 0 0,0 0 0 0 0,0 0 0 0 0,0 0 0 0 0,0 0 0 0 0,0 0 0 0 0,0 0 0 0 0,0 0 0 0 0</inkml:trace>
  <inkml:trace contextRef="#ctx0" brushRef="#br0" timeOffset="74">8622 10565 5623 2570 3261,'0'0'504'0'0,"0"-1"-408"0"0,0 1-96 0 0,0 0 0 0 0,2 0 384 0 0,-2-1 48 0 0,0 0 16 0 0,2 0 0 0 0,-2-2 152 0 0,3 0 24 0 0,-2 0 8 0 0,-1 3 8 0 0,0 0 24 0 0,0 0 8 0 0,0 0 0 0 0,0 0 0 0 0,0 0-24 0 0,7-17-8 0 0,-4 14 0 0 0,-2 2 8 0 0,1 0-72 0 0,-2 1-24 0 0,0 0 0 0 0,0 0 8 0 0,-2 0-136 0 0,1 2-24 0 0,-3 1-8 0 0,-2 4 8 0 0,0 1-160 0 0,-4 3-32 0 0,-3 2-8 0 0,-1 4 8 0 0,-1 4-80 0 0,-4 5-24 0 0,-1 5 0 0 0,-3 3 8 0 0,-2 2-112 0 0,0 0 72 0 0,-3 1-72 0 0,-2 1 72 0 0,-1 1 32 0 0,2-2 8 0 0,2-1 0 0 0,1-4 8 0 0,3-5-16 0 0,2-1 0 0 0,0 0 0 0 0,0-3 8 0 0,2 1-40 0 0,-1-2-8 0 0,1 0 0 0 0,1-2 8 0 0,1-1 56 0 0,3-2 16 0 0,1-1 0 0 0,-2-2 16 0 0,1 0-72 0 0,2-2-16 0 0,1-1 0 0 0,2-1 0 0 0,1-3-72 0 0,2-1 96 0 0,0-1-96 0 0,4-3 96 0 0,0 1-96 0 0,2-3 0 0 0,2 0 0 0 0,0-3 64 0 0,2-3-64 0 0,3-1 0 0 0,2-3 0 0 0,2-1 0 0 0,-2-1 64 0 0,1-2-64 0 0,0 0 0 0 0,-3-1 64 0 0,-2 4-64 0 0,-2-2-96 0 0,-2 1 16 0 0,-1 2 8 0 0,-1 1-16 0 0,-3 2 0 0 0,0 3 0 0 0,-1 1 0 0 0,-2 4-88 0 0,-1 3-16 0 0,-3 4-8 0 0,0 2 0 0 0,-3 1 64 0 0,1 2 8 0 0,1 1 8 0 0,-1 0 0 0 0,4-1 120 0 0,1-1 0 0 0,2 0 0 0 0,-1-1 0 0 0,2 1 0 0 0,3-3 0 0 0,2-1 0 0 0,2-1 0 0 0,-2-1 0 0 0,5-1 0 0 0,-1-3 0 0 0,2 0 0 0 0,2-2 0 0 0,2-2 0 0 0,0-2 0 0 0,3 0 0 0 0,0-2 64 0 0,-1 0-64 0 0,-2-1 0 0 0,0 0 0 0 0,-2 0 64 0 0,-3 0-64 0 0,-1 1 0 0 0,-1 0 0 0 0,-3 1 0 0 0,0 0 0 0 0,-1 1 0 0 0,-2-1 0 0 0,2 2-280 0 0,-1-2-8 0 0,0 2 0 0 0,2-2 0 0 0,2-1-688 0 0,4-3-144 0 0</inkml:trace>
  <inkml:trace contextRef="#ctx0" brushRef="#br0" timeOffset="75">8669 10493 5815 2500 2998,'-3'-9'128'0'0,"2"4"24"0"0,0 2 8 0 0,0 0 0 0 0,1 2-160 0 0,0 0 0 0 0,0-1 0 0 0,0 2 0 0 0,1 0 1232 0 0,0 0 208 0 0,2 4 48 0 0,-1 2 8 0 0,2 2-480 0 0,0 2-96 0 0,2 3-24 0 0,0 2 0 0 0,3 3-168 0 0,-1 1-40 0 0,2 2-8 0 0,3 3 0 0 0,1 1-232 0 0,1 4-40 0 0,1 1-16 0 0,-1-1 0 0 0,2 2-72 0 0,-3-2-24 0 0,4 1 0 0 0,-3-2 0 0 0,3 0-32 0 0,-1 0-8 0 0,-2 1 0 0 0,0-3 0 0 0,-3-2-104 0 0,2 4-24 0 0,3 0-8 0 0,-3 2 0 0 0,2-1-48 0 0,-1-1-8 0 0,0 1 0 0 0,-1-2 0 0 0,1-1 8 0 0,-1 0 0 0 0,-1-3 0 0 0,1 0 0 0 0,-1-1-8 0 0,-2 0 0 0 0,0-3 0 0 0,-2-3 0 0 0,-2-4-64 0 0,-1 0 0 0 0,1 1 72 0 0,0 0-72 0 0,-2-4 0 0 0,0 0 72 0 0,1-3-72 0 0,-2-2 0 0 0,-1-1 104 0 0,1-1-32 0 0,0-4-8 0 0,1-1 0 0 0,-1-3 0 0 0,0-1-64 0 0,-2-3 96 0 0,0 2-32 0 0,-2-2-64 0 0,-2 0 80 0 0,0-2-80 0 0,-3 1 80 0 0,-3 1-80 0 0,0 2 0 0 0,-3 0 0 0 0,-3 3 0 0 0,0 1 0 0 0,-3 3 0 0 0,2 4-64 0 0,-1-3 64 0 0,3 3 0 0 0,-1 1-88 0 0,1 4 88 0 0,1 0-64 0 0,1 0 64 0 0,5-1 0 0 0,0 1 0 0 0,4-1 0 0 0,2 0 0 0 0,0-1 0 0 0,4 1 0 0 0,3-3 0 0 0,3 2 0 0 0,0-3 0 0 0,4 0 0 0 0,-3-2 0 0 0,2 0 0 0 0,0-2 0 0 0,3 0 0 0 0,-2-2 0 0 0,1 1-64 0 0,-1-1 64 0 0,-4-1-64 0 0,0 1 64 0 0,-5-1-96 0 0,-3 2 16 0 0,-2-2 8 0 0,0 1 0 0 0,-4 0 72 0 0,-2 0 0 0 0,-1 1-72 0 0,1 0 72 0 0,0 1 0 0 0,0 0 0 0 0,-5 2 0 0 0,-3 0 0 0 0,0 1 0 0 0,-2 2 0 0 0,2 0 0 0 0,0-1 0 0 0,5 2 0 0 0,-1 0 0 0 0,5 0 0 0 0,0-2 0 0 0,2-1 0 0 0,0 2-88 0 0,3-1 88 0 0,2 1-64 0 0,0 0-296 0 0,2 0-56 0 0,0-1-16 0 0,0-1-8624 0 0</inkml:trace>
  <inkml:trace contextRef="#ctx0" brushRef="#br0" timeOffset="76">9057 11415 1375 2413 2601,'0'0'128'0'0,"0"0"-128"0"0,0-1 0 0 0,0 1 0 0 0,0-1 744 0 0,0 1 128 0 0,0-2 24 0 0,0 0 8 0 0,0-1 312 0 0,0 1 56 0 0,0 0 8 0 0,0 2 8 0 0,0 0-80 0 0,0 0-24 0 0,0 0 0 0 0,0 0 0 0 0,0 0-392 0 0,0 0-88 0 0,0 0-8 0 0,0 0-8 0 0,0 0-288 0 0,3 20-56 0 0,-3-9-16 0 0,-1 3 0 0 0,-1 5-8 0 0,1 2 0 0 0,-2 5 0 0 0,1 2 0 0 0,-1 0 0 0 0,0 2 0 0 0,2 1 0 0 0,-2 0 0 0 0,1-2-80 0 0,0 1-16 0 0,1-3-8 0 0,0-3 0 0 0,1 0-80 0 0,0-2-8 0 0,1-2-8 0 0,0 0 0 0 0,1 0-56 0 0,-1-3 0 0 0,-1-1-64 0 0,1-1 96 0 0,-1 3-32 0 0,2 1-64 0 0,-4-1 88 0 0,2 1-88 0 0,0-1 112 0 0,-1-2-32 0 0,0 1-8 0 0,1-3 0 0 0,-2 1 8 0 0,2-4 0 0 0,0 0 0 0 0,0 0 0 0 0,0-2-16 0 0,0-2-64 0 0,2-1 96 0 0,-2-3-32 0 0,1-2-64 0 0,-1-1 64 0 0,1 2-64 0 0,1-1 64 0 0,-2-1-64 0 0,0-1 0 0 0,0 2 0 0 0,0-1 64 0 0,0-3 0 0 0,0 1-64 0 0,0 2 96 0 0,0 0-32 0 0,0 0 32 0 0,0 0 0 0 0,0 0 0 0 0,-7-19 0 0 0,6 14-96 0 0,-2-2 0 0 0,1 3 0 0 0,-2-1 0 0 0,0 1 0 0 0,-2-2 0 0 0,-1-1-80 0 0,1-2 80 0 0,-5 0 0 0 0,0-1 0 0 0,-4-2-64 0 0,5 3 64 0 0,2 2-96 0 0,-4-3 8 0 0,-3 1 0 0 0,-4-3 0 0 0,1 2 88 0 0,1 0-104 0 0,0 2 40 0 0,3 1 64 0 0,1 1-128 0 0,-1-1 32 0 0,3 2 0 0 0,-2 0 8 0 0,3 1 88 0 0,-2-1 0 0 0,2 0-72 0 0,-1 1 72 0 0,-1-2 0 0 0,2-1 0 0 0,2 3-72 0 0,0 0 72 0 0,3 1 0 0 0,-1-1 0 0 0,3 1 0 0 0,1-1 0 0 0,0 2 0 0 0,2 0 0 0 0,2 0 0 0 0,2 1 0 0 0,0 0 0 0 0,4-2 0 0 0,1 3 0 0 0,2-3 0 0 0,1 1 0 0 0,4-1 0 0 0,3 2 0 0 0,2-3 0 0 0,3 2 80 0 0,1-1-80 0 0,1-1 80 0 0,-1 2-80 0 0,2 0 72 0 0,-2-1-72 0 0,3 2 64 0 0,-1 0-64 0 0,0 1 0 0 0,-2 0 0 0 0,0 0 0 0 0,-1 0 0 0 0,-1 0 0 0 0,-2 2 0 0 0,-2 1 0 0 0,-3-1 0 0 0,-1 0 0 0 0,-3 2 0 0 0,-2-2 0 0 0,-1 1 0 0 0,-1 1 0 0 0,1-2 0 0 0,-1 2 0 0 0,-2-1 0 0 0,1 2 0 0 0,-2-1 0 0 0,0 0 64 0 0,1 1-64 0 0,-2 0 0 0 0,-2 0 0 0 0,1-2 0 0 0,-2 1 0 0 0,1 1 64 0 0,-4-2-64 0 0,1 3 64 0 0,-2 0-64 0 0,-1 2 96 0 0,-5 0-32 0 0,1 2 0 0 0,-1-2 0 0 0,-3 0 8 0 0,0 1 0 0 0,-4 1 0 0 0,0 2 0 0 0,-1 1-72 0 0,-1 0 96 0 0,0 0-96 0 0,-1 0 96 0 0,0 1-96 0 0,2 1 80 0 0,0-3-80 0 0,3 0 80 0 0,1 1-80 0 0,1 0 64 0 0,3 1-64 0 0,1-2 64 0 0,1-5-64 0 0,3-2 0 0 0,0 2 0 0 0,1-3 0 0 0,3 0 0 0 0,-1-1 0 0 0,2-1 0 0 0,0-2 0 0 0,2 1-160 0 0,1-2-32 0 0,2 0 0 0 0,2-3-6448 0 0,1 0-1296 0 0</inkml:trace>
  <inkml:trace contextRef="#ctx0" brushRef="#br0" timeOffset="77">11448 9412 5703 2183 3536,'4'0'512'0'0,"-4"0"-416"0"0,0-1-96 0 0,0 0 0 0 0,0 1 0 0 0,-1 0 0 0 0,-1-1 0 0 0,0-1 0 0 0,-2 1 0 0 0,-2-1 0 0 0,1 0 0 0 0,1 0 0 0 0,0 0 0 0 0,2 1 0 0 0,-2-2 0 0 0,4 3 0 0 0,-4-1 0 0 0,4 1 0 0 0,-4-1 0 0 0,4 1 0 0 0,0-1 0 0 0,-4 1 0 0 0,3-2 0 0 0,-2 2 0 0 0,1 0 0 0 0,-1-2 0 0 0,-1 2 0 0 0,0-2 0 0 0,2 1 0 0 0,-2 0 0 0 0,0 0-96 0 0,0-1 32 0 0,0 1 64 0 0,-1 0-96 0 0,3-1 96 0 0,-2 0 0 0 0,2 0 0 0 0,-2 1 0 0 0,2-1 104 0 0,-1 0-8 0 0,-1 0 0 0 0,2 1 0 0 0,-1 0-176 0 0,0-1-40 0 0,1 1-8 0 0,-1 0 24 0 0,0-2 24 0 0,1 3 8 0 0,0-2 0 0 0,1 0 0 0 0,0 0 328 0 0,-1-2 72 0 0,1 1 16 0 0,0 0 16 0 0,1 1 152 0 0,0 0 32 0 0,0-1 8 0 0,0 1 0 0 0,0-1 56 0 0,-2 1 0 0 0,2-1 8 0 0,0 3 0 0 0,0-2-56 0 0,2 2-16 0 0,-2 0 0 0 0,0 2 24 0 0,-2 1-120 0 0,2 2-32 0 0,-1 2 0 0 0,0 1 0 0 0,-1 2-72 0 0,-1 1-24 0 0,2 4 0 0 0,0 3 24 0 0,-1 0 32 0 0,2 4 8 0 0,-2 4 0 0 0,0-2 0 0 0,2 2-40 0 0,-4 5-8 0 0,2 5 0 0 0,-1 6 0 0 0,-1 0 48 0 0,0 1 16 0 0,0-1 0 0 0,0 0 16 0 0,2-5-120 0 0,-2-2-16 0 0,0-2-8 0 0,2-2 0 0 0,1-1-112 0 0,0-5-32 0 0,1-2 0 0 0,-2 1 0 0 0,2-2-40 0 0,0-1-16 0 0,0-1 0 0 0,0-2 0 0 0,2-1 0 0 0,-2-2 0 0 0,0-3 0 0 0,1-1 0 0 0,-1-3 24 0 0,0 0 8 0 0,1-1 0 0 0,-1-1 0 0 0,2-1-32 0 0,-2-2-8 0 0,0 2 0 0 0,2-3 0 0 0,0 3 0 0 0,-2-2 0 0 0,1-1 0 0 0,0 0 0 0 0,1 1 0 0 0,-1-3 0 0 0,0 2 0 0 0,1-2 0 0 0,-1 1 0 0 0,0-1 0 0 0,1 0 0 0 0,0 0 0 0 0,-2 0-64 0 0,0 0 0 0 0,0 0 0 0 0,0 0 0 0 0,0 0 64 0 0,8-20 0 0 0,-9 14 0 0 0,-1-1 0 0 0,0 0-64 0 0,-2-2 0 0 0,-3-1 0 0 0,-1 0 0 0 0,0 1 0 0 0,-3-2 0 0 0,-1 0 0 0 0,1-1 0 0 0,-3 0 0 0 0,-2 1 0 0 0,0-2 0 0 0,0 3 0 0 0,2 0-104 0 0,-4 0-16 0 0,1 2 0 0 0,-4-2 0 0 0,3 3 24 0 0,-2 0 0 0 0,0 1 0 0 0,1 1 0 0 0,-1-1 24 0 0,3 2 8 0 0,1 0 0 0 0,1-1 0 0 0,4 0 64 0 0,1 3 0 0 0,1-3 0 0 0,1 1 0 0 0,2-1 0 0 0,2 2 0 0 0,0-1 0 0 0,3 1 0 0 0,0-1 0 0 0,2 1 0 0 0,2-1 0 0 0,1 1 0 0 0,0-1 0 0 0,4-1 0 0 0,1 1 0 0 0,5-2 0 0 0,1 1 0 0 0,1 0 0 0 0,3 2 0 0 0,1-2 0 0 0,6 3 0 0 0,-1-2 0 0 0,4 3 0 0 0,0-1 0 0 0,0 2 0 0 0,1 2 0 0 0,0 0 64 0 0,-1 1-64 0 0,-1 0 0 0 0,-2 1 0 0 0,1 0 0 0 0,-1 0 0 0 0,-3 1 0 0 0,2-1 0 0 0,-2-1 0 0 0,-4-1 0 0 0,1 0 0 0 0,-1 0 0 0 0,-3-2 0 0 0,-1 0 0 0 0,-2 0 0 0 0,-3 0 0 0 0,0 0 0 0 0,-3 0 0 0 0,-2 0 0 0 0,-4 0 0 0 0,1 0 0 0 0,-2 2 0 0 0,-2-1 0 0 0,0 2 0 0 0,-2-1 0 0 0,-3 1 0 0 0,1 2 0 0 0,-6 1 0 0 0,1 1 0 0 0,-4 1 0 0 0,1 1 0 0 0,-3 2 0 0 0,0 0 0 0 0,-2 0 0 0 0,-1 3 64 0 0,-2 1-64 0 0,-1 0 64 0 0,-2 2-64 0 0,0-1 0 0 0,0 0 64 0 0,1 1-64 0 0,0-1 0 0 0,6-2 96 0 0,-1 0-8 0 0,0 0-8 0 0,3-2 0 0 0,3 1-16 0 0,1-2 0 0 0,1-3 0 0 0,3 0 0 0 0,0-1 0 0 0,2-2 0 0 0,0 0 0 0 0,2-2 0 0 0,2 1-64 0 0,-1-2 0 0 0,2 1 0 0 0,1-2 0 0 0,0 0 0 0 0,0-1 0 0 0,0 0 0 0 0,0 0 0 0 0,1 0-192 0 0,-1-1-48 0 0,0 0-16 0 0,0 1-6336 0 0,0 0-1280 0 0</inkml:trace>
  <inkml:trace contextRef="#ctx0" brushRef="#br0" timeOffset="78">9781 10456 2303 2533 3183,'1'3'200'0'0,"-1"-3"-200"0"0,1 1 0 0 0,-1-1 0 0 0,2 2 448 0 0,-2-2 56 0 0,0 2 8 0 0,4 0 0 0 0,-2 1 192 0 0,0 1 48 0 0,3-1 8 0 0,-2-1 0 0 0,-1 0 48 0 0,-1 0 16 0 0,1 0 0 0 0,-1-2 0 0 0,0 1-56 0 0,-1 0 0 0 0,0-1-8 0 0,0 0 0 0 0,0-1-152 0 0,0 1-24 0 0,0 0-8 0 0,0 0 0 0 0,0 0 0 0 0,0 0-8 0 0,0 0 0 0 0,0 0 0 0 0,-13-18-216 0 0,11 15-32 0 0,-2 1-16 0 0,0-4 0 0 0,-3 1-136 0 0,-1-2-24 0 0,0-1-8 0 0,-2-3 0 0 0,0 0-48 0 0,-1 0-16 0 0,-1-2 0 0 0,0 0 0 0 0,0-1 8 0 0,0-1 0 0 0,-2 1 0 0 0,3 0 0 0 0,0 1 8 0 0,0 1 0 0 0,4 3 0 0 0,-1-1 0 0 0,2 3 72 0 0,-1 1 8 0 0,2 1 8 0 0,1 0 0 0 0,0 0-80 0 0,1 0-8 0 0,1 2-8 0 0,-1 0 0 0 0,2 1-80 0 0,-1-1 96 0 0,1 1-96 0 0,1-1 96 0 0,0 3-96 0 0,0-3 0 0 0,0 2 72 0 0,-1 0-72 0 0,1-1 0 0 0,0 0 72 0 0,0 1-72 0 0,0 0 0 0 0,1 1 80 0 0,-1 0-80 0 0,1-2 64 0 0,1 2-64 0 0,0 0 64 0 0,4 2-64 0 0,-6-2 64 0 0,0 0-64 0 0,27 4 0 0 0,-13-3 0 0 0,3 0 64 0 0,4 0-64 0 0,1 0 0 0 0,3 0 96 0 0,3 1-96 0 0,2-2 96 0 0,0 0-96 0 0,1 2 96 0 0,1-2-96 0 0,0 1 96 0 0,1-1-32 0 0,1 1-64 0 0,1 2 96 0 0,-5-2-32 0 0,0 0 16 0 0,-4 1 0 0 0,0 0 0 0 0,-4 1 0 0 0,-1-1-80 0 0,-6 2 64 0 0,0 0-64 0 0,-3-1 64 0 0,-4-1 0 0 0,-2 2 0 0 0,-2 1 0 0 0,-4-1 0 0 0,0 2-64 0 0,-2 0 0 0 0,-4 2 0 0 0,-1 0 0 0 0,-1-1 64 0 0,-3 2 0 0 0,-1 3 0 0 0,-4 0 0 0 0,-1 2 0 0 0,-2 1 0 0 0,-3 2 0 0 0,0 1 0 0 0,0-2-64 0 0,0 1 0 0 0,-2 3 0 0 0,0-3 0 0 0,0 1 0 0 0,1-3 80 0 0,2 1-80 0 0,2-3 80 0 0,2-2-80 0 0,1 0 64 0 0,1 0-64 0 0,2-3 64 0 0,3 0-64 0 0,1-2 0 0 0,1 1 0 0 0,3-3 0 0 0,1 0 0 0 0,0-2 0 0 0,3 0 0 0 0,-1-2 0 0 0,2 0 0 0 0,2-1 0 0 0,-1 0 0 0 0,3-2 0 0 0,4 0-384 0 0,2-3-8 0 0,4-1-8 0 0,5-2-9200 0 0</inkml:trace>
  <inkml:trace contextRef="#ctx0" brushRef="#br0" timeOffset="79">8240 11135 4631 2652 2994,'-4'-1'416'0'0,"2"0"-336"0"0,0 1-8 0 0,0 0 0 0 0,1 0 0 0 0,1 0 24 0 0,-1 0-160 0 0,-1 0-32 0 0,0 0-8 0 0,-2 0 16 0 0,0 1 88 0 0,0 0 0 0 0,-2 2 0 0 0,3-2 0 0 0,-3 0 0 0 0,0-1 0 0 0,2 2 0 0 0,-2-4 0 0 0,-1-2 0 0 0,1 1 0 0 0</inkml:trace>
  <inkml:trace contextRef="#ctx0" brushRef="#br0" timeOffset="80">7963 11249 2759 2773 3070,'0'1'248'0'0,"0"0"-248"0"0,2-1 0 0 0,-2 0 0 0 0,0 0 592 0 0,1 1 72 0 0,0 1 8 0 0,1-2 8 0 0,0 2 152 0 0,0 0 24 0 0,0-1 8 0 0,-2-1 0 0 0,0 0-16 0 0,0 0 0 0 0,0 0 0 0 0,0 0 0 0 0,0 0-16 0 0,0 0 0 0 0,0 0 0 0 0,0 0 0 0 0,0 0-128 0 0,0 0-24 0 0,0 0-8 0 0,15-14 0 0 0,-16 10-192 0 0,0 1-32 0 0,-1-2-16 0 0,-1 0 0 0 0,2 0-160 0 0,-2-1-32 0 0,-1 0-8 0 0,0-2 0 0 0,0-2-72 0 0,-2 1-8 0 0,0-3-8 0 0,-1-1 0 0 0,-1 1-16 0 0,2 0-8 0 0,-1 1 0 0 0,1-2 0 0 0,-4-3-40 0 0,1 1-8 0 0,-1 0 0 0 0,2-1 0 0 0,-2 2-72 0 0,2 0 80 0 0,-1 1-80 0 0,-1 2 80 0 0,4 2-80 0 0,1 2 0 0 0,-1 1 72 0 0,4 1-72 0 0,-2 3 0 0 0,4 0 64 0 0,0 0-64 0 0,0 1 0 0 0,0 1 0 0 0,2 1 0 0 0,2-1 0 0 0,3 2 0 0 0,1-2 0 0 0,2 2 0 0 0,5-1 0 0 0,1 0 0 0 0,1 2 0 0 0,5-3 0 0 0,2 2 0 0 0,1 0 0 0 0,3 0 0 0 0,0-2 0 0 0,4 3 0 0 0,0-1 64 0 0,-4 0-64 0 0,0 0 64 0 0,2 0-64 0 0,-4 0 64 0 0,0 1-64 0 0,-3-2 64 0 0,-1 2-64 0 0,-2-3 64 0 0,-2 3-64 0 0,-5-2 0 0 0,-1 2 0 0 0,-3 0 64 0 0,0 0-64 0 0,-2 1 0 0 0,-1-1 64 0 0,-2 1-64 0 0,-1 0 64 0 0,0-2-64 0 0,0 1 80 0 0,-2 1-80 0 0,2 1 88 0 0,-1-3-88 0 0,1 0 96 0 0,0 1-96 0 0,-2-1 80 0 0,0 0-80 0 0,1 1 64 0 0,-2-1-64 0 0,1 1 0 0 0,-1-1 0 0 0,-1 1 0 0 0,-1-1 0 0 0,0 1 64 0 0,-1 1-64 0 0,-2 0 64 0 0,-2 1-64 0 0,-1 1 96 0 0,-2 3-32 0 0,-1-1 0 0 0,-4 1 0 0 0,-1 4-64 0 0,-4-1 0 0 0,0 2 0 0 0,-2 2 0 0 0,-1-1 0 0 0,0 0 0 0 0,-1 3 0 0 0,3-3 64 0 0,-1-1-64 0 0,5-2 0 0 0,1 1 0 0 0,1-3 0 0 0,2-1 0 0 0,1-1 0 0 0,1 0 64 0 0,1 0-64 0 0,0-3 0 0 0,2 2 0 0 0,1-4 0 0 0,-1 0 0 0 0,3 1 0 0 0,0-1 0 0 0,2-1 0 0 0,1 0 0 0 0,-1-1 0 0 0,3 1 0 0 0,0-1 0 0 0,3-2 0 0 0,-1-1-280 0 0,3-1-16 0 0,3 1-8 0 0,2-3-9136 0 0</inkml:trace>
  <inkml:trace contextRef="#ctx0" brushRef="#br0" timeOffset="81">6756 10841 919 2522 2644,'3'-2'80'0'0,"-1"0"-80"0"0,0 1 0 0 0,-2 1 0 0 0,0 0 144 0 0,1 0 16 0 0,2-2 0 0 0,1 0 0 0 0,-2 0-64 0 0,2-2 0 0 0,-1 3-8 0 0,-2-1 0 0 0,2 2-88 0 0,-3-2 64 0 0,1 2-64 0 0,1 0 64 0 0,1-2-64 0 0,-2 1 0 0 0,2 1 0 0 0,-2-1 0 0 0</inkml:trace>
  <inkml:trace contextRef="#ctx0" brushRef="#br0" timeOffset="82">6854 10828 5983 2830 3441,'0'-5'264'0'0,"0"3"56"0"0,0 2-256 0 0,0-2-64 0 0,0 1 0 0 0,-2 1 0 0 0,2-1 752 0 0,-1 1 136 0 0,0-1 24 0 0,-2 1 8 0 0,-1 0 136 0 0,-2 2 32 0 0,2 3 8 0 0,0 2 0 0 0,-4 1-264 0 0,2 0-48 0 0,1 4-16 0 0,-1 0 0 0 0,0 2-200 0 0,-2 2-48 0 0,1 4-8 0 0,1-4 0 0 0,2-3-176 0 0,-4 4-40 0 0,2 3-8 0 0,-1 6 0 0 0,-1 1-48 0 0,2 2-16 0 0,-3 1 0 0 0,1 3 0 0 0,0-2-32 0 0,-1 2 0 0 0,1-2-8 0 0,-2-3 0 0 0,2 1-56 0 0,-1-3-16 0 0,1-2 0 0 0,-1-1 0 0 0,0 2-16 0 0,1-4 0 0 0,1-2 0 0 0,2 1 0 0 0,-2 0 8 0 0,2 2 0 0 0,1-2 0 0 0,-2 1 0 0 0,4-3-104 0 0,-1-1-96 0 0,2 1 24 0 0,-2-3 0 0 0,0 1 208 0 0,1-2 48 0 0,0 0 8 0 0,1-2 0 0 0,-1 1-112 0 0,-2-3-16 0 0,0 0-64 0 0,2-2 96 0 0,2-3-24 0 0,0-1-8 0 0,0 0 0 0 0,-2-3 0 0 0,2-1 0 0 0,0 0-64 0 0,0 0 96 0 0,0-2-32 0 0,0-2 0 0 0,0-1-64 0 0,0 1 96 0 0,0-3-32 0 0,0-2 0 26-19,-2-2-64-26 19,0 2 96 0 0,-1 0-32 0 0,0-2-64 0 0,0 3 0 0 0,-2 1 0 0 0,1 0 0 27-20,-1 2 0-27 20,-1-1 0 0 0,0 2 0 0 0,-2-1 0 25-19,1 0 0-25 19,-1 2 0 0 0,-1-2 0 0 0,-2 1 0 0 0,2 0 0 0 0,-2-1 0 0 0,1 1 0 0 0,-3-2 0 0 0,1 1 0 26-20,-1-2 0-26 20,-1 1 0 25-19,1-3 0-25 19,3 2 0 0 0,-2-4 0 0 0,0 1-72 0 0,-1-2 72 0 0,3 1-72 0 0,-1 1 72 0 0,1-1-104 0 0,-2 1 40 0 0,-1-1 64 0 0,3 0-104 0 0,-2 2 40 0 0,1 1 64 0 0,1 3-64 0 0,-1-1 64 0 0,0 1 0 0 0,1 1 0 0 0,2 1 0 0 0,0-2 0 0 0,1 2 0 0 0,1-1 0 0 0,1 2 0 0 0,0-1 0 0 0,3-2 0 0 0,-2 1 0 0 0,3 0 0 0 0,0-1 0 0 0,1 0 0 0 0,1 0 0 0 0,2 2 0 0 0,1-1 0 0 0,0 0 0 0 0,1 2 0 0 0,3 2-64 0 0,3 0 64 0 0,2 0 0 0 0,2 0 0 0 0,2 2 0 0 0,3 0 0 0 0,3 2 0 0 0,4-2 0 0 0,4 0 0 0 0,2 1 0 0 0,4 0 0 0 0,1-1 0 0 0,1 2 0 0 0,0-3 0 0 0,1 0 0 0 0,-4-2 0 0 0,-8 0 0 0 0,1 0 0 0 0,5-2 0 0 0,1 1 0 0 0,-4 1 0 0 0,-2-1 0 0 0,-4 2 0 0 0,-2 0 0 0 0,-5 0 0 0 0,-1 0 0 0 0,-2 0 0 0 0,-3 2 0 0 0,0-2 0 0 0,-2 1 0 0 0,-4 1 64 0 0,-1 0-64 0 0,-1 0 0 0 0,-2 0 64 0 0,0 2-64 0 0,-2-2 64 0 0,-2 3-64 0 0,-2-1 64 0 0,-2-2-64 0 0,0 3 64 0 0,-2 4 24 0 0,-1 2 0 0 0,-3-1 0 0 0,1 1 0 0 0,1-3-24 0 0,-1 3 0 0 0,-5 1 0 0 0,-2 2 0 0 0,-2 1 8 0 0,-2 1 0 0 0,-4 3 0 0 0,0 1 0 0 0,0-3 0 0 0,0 3 0 0 0,-1-1 0 0 0,0 0 0 0 0,2 0 0 0 0,2-3 0 0 0,3 2 0 0 0,3-3 0 0 0,2 0-72 0 0,3-4 0 0 0,2-1 0 0 0,3-3 0 0 0,3-1 0 0 0,0-2 0 0 0,2-2 0 0 0,2 1 0 0 0,2-2-176 0 0,0 0 24 0 0,4 1 8 0 0,-1-2 0 0 0,5-2-408 0 0,0-1-88 0 0,6-1-8 0 0,2-1-9104 0 0</inkml:trace>
  <inkml:trace contextRef="#ctx0" brushRef="#br0" timeOffset="83">6060 9591 4607 2976 3209,'-2'-2'408'0'0,"1"0"-328"0"0,1 0-80 0 0,-1 0 0 0 0,1 1 648 0 0,-2 0 120 0 0,1-2 16 0 0,-3-3 8 0 0,-1-1 448 0 0,1-1 88 0 0,-1 3 16 0 0,-1 2 8 0 0,1 3-192 0 0,-1 3-40 0 0,1 6 0 0 0,1 3-8 0 0,0 4-440 0 0,0 6-96 0 0,1 2-8 0 0,1 5-8 0 0,0 6-200 0 0,1 4-40 0 0,1 3 0 0 0,0 0-8 0 0,0-4-88 0 0,1 3-24 0 0,1-3 0 0 0,-2-7 0 0 0,1-6-72 0 0,-1 3-8 0 0,0 6-8 0 0,-1 4 0 0 0,1 0-24 0 0,-2 3-8 0 0,2-1 0 0 0,-2-5 0 0 0,0-10 0 0 0,0 5 0 0 0,-1 6 0 0 0,1-3 0 0 0,-1-6-16 0 0,0-4-64 0 0,1-2 96 0 0,0-3-32 0 0,0-3 16 0 0,0-1 0 0 0,1 0 0 0 0,-2 0 0 0 0,2-1 8 0 0,-2-1 0 0 0,2-3 0 0 0,1 0 0 0 0,0-1 8 0 0,-2-3 0 0 0,2-1 0 0 0,0-2 0 0 0,0-2-32 0 0,2 2-64 0 0,-2-1 96 0 0,0-1-32 0 0,0 0-64 0 0,0-1 80 0 0,0 1-80 0 0,0 0 80 0 0,0 0-80 0 0,0 0 64 0 0,0 0-64 0 0,0 0 64 0 0,0 0-64 0 0,0 0 0 0 0,0 0 72 0 0,0 0-72 0 0,0 0 64 0 0,0 0-64 0 0,0 0 80 0 0,0 0-80 0 0,0 0 88 0 0,0 0-88 0 0,0 0 96 0 0,-7-19-96 0 0,4 14 64 0 0,-1-2-64 0 0,-1-2 0 0 0,-3-3 0 0 0,0-1 0 0 0,-2-1 0 0 0,-3-3 0 0 0,0-1 0 0 0,-2 1 0 0 0,0 1 0 0 0,-3 0 0 0 0,-1 3 0 0 0,2 2 0 0 0,1 2 0 0 0,0 3 0 0 0,0 2 0 0 0,-2 1 0 0 0,4 1 0 0 0,1 0-64 0 0,0 0 64 0 0,1 1 0 0 0,1 0 0 0 0,0 0 0 0 0,2-2 0 0 0,-1 2 0 0 0,3 0 0 0 0,1-2-64 0 0,-1 1 64 0 0,1-1 0 0 0,-2-1 0 0 0,2-2 0 0 0,1 1 0 0 0,1 0 0 0 0,1 0 0 0 0,2 0 0 0 0,0 2 0 0 0,2-1 0 0 0,2 0 0 0 0,2 2 0 0 0,2-1 0 0 0,3 1 0 0 0,3-2 0 0 0,2 0 0 0 0,4 1 0 0 0,3-1 0 0 0,5 1 0 0 0,4 0 0 0 0,4 1 0 0 0,2-1 0 0 0,1-4 0 0 0,4-9 0 0 0,-3 11 0 0 0,0 13 0 0 0,-1-8 0 0 0,-2-14 0 0 0,-5 13 0 0 0,-3 14 0 0 0,-4-2 0 0 0,-1-7 0 0 0,-4 0 0 0 0,-4-2 0 0 0,-3 1 0 0 0,-2 0-64 0 0,-2 0 64 0 0,-3 0 0 0 0,-4 1 0 0 0,0 0 0 0 0,-2 1 0 0 0,-2 0 0 0 0,0 1 0 0 0,-3 2 0 0 0,-2 3 0 0 0,-1 0 0 0 0,-2 1 0 0 0,0 1 0 0 0,-3 0 0 0 0,-1 1 0 0 0,-2 3 0 0 0,-1-1 0 0 0,-1 2 0 0 0,0 0 0 0 0,-1-2 64 0 0,-1 0-64 0 0,3-2 0 0 0,2 0 128 0 0,0-3-24 0 0,2 2-8 0 0,-1-3 0 0 0,1 0-32 0 0,1-1 0 0 0,3-1-64 0 0,1-1 96 0 0,3 0-96 0 0,-1 1 0 0 0,3-3 0 0 0,0-2 0 0 0,1 0 0 0 0,2 0 0 0 0,1-1 0 0 0,0-2 0 0 0,4-2-296 0 0,3 0-56 0 0,3 1-16 0 0,7-5-9776 0 0</inkml:trace>
  <inkml:trace contextRef="#ctx0" brushRef="#br0" timeOffset="84">8096 7078 6911 2447 3229,'0'0'608'0'0,"-2"0"-480"0"0,2 0-128 0 0,0 0 0 0 0,0 0 0 0 0,0-1-96 0 0,0 1 24 0 0,0 0 0 0 0,0-2 976 0 0,2 2 200 0 0,-1 0 40 0 0,-1 0 8 0 0,0 0-312 0 0,0 0-56 0 0,0 0-16 0 0,0 0 0 0 0,24-2 56 0 0,-16 3 8 0 0,2-1 0 0 0,1 0 0 0 0,4 0-160 0 0,1 0-24 0 0,0-1-8 0 0,-3 0 0 0 0,-1 1-256 0 0,2-1-48 0 0,5-1-16 0 0,4 0 0 0 0,1 0-96 0 0,0-1-32 0 0,-1 1 0 0 0,-5 0 0 0 0,-5 0-48 0 0,0 0-16 0 0,-1 1 0 0 0,-3-1 0 0 0,0 2-128 0 0,-1-2 0 0 0,-3 1 0 0 0,-4 1 0 0 0,0 0 0 0 0,1-1 0 0 0,-2 1 0 0 0,-2 0-72 0 0,4-1 72 0 0,-4 1-104 0 0,2-1 40 0 0,-1 1 64 0 0,1-1-552 0 0,0 1-56 0 0,0 0 0 0 0,0 0-8 0 0,0 0-944 0 0,0 0-184 0 0,-27 2-40 0 0,19-2-4704 0 0</inkml:trace>
  <inkml:trace contextRef="#ctx0" brushRef="#br0" timeOffset="85">8162 7067 4607 2450 3252,'-1'0'96'0'0,"0"0"32"0"0,1 0 0 0 0,0 0 0 0 0,0 0-128 0 0,-2 0 0 0 0,1 1 0 0 0,0-1 0 0 0,-1 1 1016 0 0,0 1 176 0 0,0 0 40 0 0,2-2 16 0 0,0 0-48 0 0,0 0-8 0 0,-11 17 0 0 0,9-12 8 0 0,-1 4-312 0 0,0-2-64 0 0,1 3-16 0 0,-2 0 8 0 0,1 0-144 0 0,-1 1-24 0 0,3 1-8 0 0,-2 0 8 0 0,2-3-328 0 0,0 0-72 0 0,1 1-16 0 0,0-2 8 0 0,1-1-112 0 0,-1 1-16 0 0,1-3-8 0 0,-1 0 8 0 0,2 1-24 0 0,-1-2-8 0 0,0-2 0 0 0,-1 0 0 0 0,2 0 16 0 0,-2 0 8 0 0,1-1 0 0 0,-1-1 8 0 0,0 0-16 0 0,0 0-8 0 0,0-1 0 0 0,1-1 8 0 0,-1 2-32 0 0,0 0 0 0 0,0 0 0 0 0,0 0 8 0 0,0 0-72 0 0,0 0 80 0 0,17-18-80 0 0,-11 13 88 0 0,1 0-88 0 0,1-1 0 0 0,0 1 0 0 0,0 1 0 0 0,1 1 80 0 0,1-1-80 0 0,-2 2 80 0 0,2-1-80 0 0,-1 3 80 0 0,-1 0-80 0 0,2 0 64 0 0,-1 3-64 0 0,1-1 0 0 0,0 2 64 0 0,1 1-64 0 0,-3 1 0 0 0,0 0 0 0 0,-1 1 0 0 0,-1 0 0 0 0,0 2 0 0 0,-2-1 0 0 0,-1-1 0 0 0,0 4 0 0 0,-3-3 0 0 0,0 1 0 0 0,-3 1 0 0 0,1-2 0 0 0,-3 1 0 0 0,-1 3 0 0 0,-2-2 0 0 0,0 0 0 0 0,-1 0 0 0 0,-1-2 0 0 0,-2 1 0 0 0,1 1 0 0 0,0-2 0 0 0,-1 1 0 0 0,0-3 0 0 0,-1 1 0 0 0,-1-3 0 0 0,1-1 0 0 0,-2 0 0 0 0,0-1 0 0 0,0-1 0 0 0,2-1 0 0 0,-1 2 0 0 0,0-2 0 0 0,1-2 0 0 0,0 2 96 0 0,1-1-32 0 0,2 0 0 0 0,2 0 0 0 0,1 1-64 0 0,2-1 80 0 0,1-1-80 0 0,1 2 80 0 0,3-2-80 0 0,-1 1 0 0 0,2 0 0 0 0,2-2 0 0 0,0 3 0 0 0,1-4 0 0 0,2 1 0 0 0,4 0 0 0 0,1 0-376 0 0,2-2-8 0 0,1-3-8 0 0,4 3-8936 0 0</inkml:trace>
  <inkml:trace contextRef="#ctx0" brushRef="#br0" timeOffset="86">8562 7084 12927 2237 3187,'-1'-2'288'0'0,"0"0"56"0"0,-1 1 8 0 0,2 1 8 0 0,2 0-288 0 0,-4 0-72 0 0,1-2 0 0 0,-2-1 0 0 0,2 0 1288 0 0,-2 1 248 0 0,2 1 40 0 0,0 2 16 0 0,0 2-920 0 0,1 2-176 0 0,0 0-40 0 0,1 4-8 0 0,1 2-232 0 0,0 2-56 0 0,2 4 0 0 0,-2 2-8 0 0,1-2-56 0 0,0 1-16 0 0,-2 3 0 0 0,2-1 0 0 0,-1 2 16 0 0,0-2 8 0 0,-1 0 0 0 0,0-1 0 0 0,1-1-40 0 0,-1-2-64 0 0,0 1 88 0 0,1-4-88 0 0,-1 1 112 0 0,1-2-32 0 0,-1-1-8 0 0,-1 0 0 0 0,0-2-72 0 0,1 0 64 0 0,-1-1-64 0 0,2-2 64 0 0,-2 1-64 0 0,0-1 0 0 0,0 0 0 0 0,0-2 64 0 0,0 0-64 0 0,0-1 0 0 0,-2-1 0 0 0,2-1 0 0 0,2 0 0 0 0,-2 0 0 0 0,0-1 0 0 0,0 0 0 0 0,-2-1-96 0 0,2-1-32 0 0,0 0 0 0 0,2-2-9560 0 0</inkml:trace>
  <inkml:trace contextRef="#ctx0" brushRef="#br0" timeOffset="87">6185 8250 5983 2751 2994,'0'0'536'0'0,"0"0"-432"0"0,0 0-104 0 0,0 0 0 0 0,1 0 856 0 0,1-2 144 0 0,2 2 32 0 0,1 0 8 0 0,5 0 320 0 0,2-1 64 0 0,3 1 16 0 0,0 0 0 0 0,3 0-576 0 0,-1-1-104 0 0,4 1-24 0 0,2-1-8 0 0,-3-1-184 0 0,0 2-32 0 0,-3 0 0 0 0,0 0-8 0 0,-6 0-408 0 0,0-2-96 0 0,-2 2 0 0 0,-2-3 0 0 0,0 2 0 0 0,-5 0 0 0 0,-1-1 0 0 0,-2 1 0 0 0,1 1 0 0 0,-4-1 0 0 0,0 0 0 0 0,-1 0 0 0 0,-3 1-424 0 0,0 0-112 0 0,0 0-16 0 0,-2 0-8 0 0,0 2-728 0 0,-1-1-152 0 0,-1 2-24 0 0,-1-2-8 0 0,1 0-176 0 0,0 2-40 0 0,0-3-8 0 0,1 2 0 0 0,-1 0 248 0 0,1 0 40 0 0,1 1 16 0 0,-1-1 0 0 0,2-1 960 0 0,-2 2 192 0 0,2-2 40 0 0,-1 0 8 0 0,1-1 536 0 0,1 1 104 0 0,0 0 32 0 0,2 0 0 0 0,-3 1 464 0 0,3-1 96 0 0,0 0 16 0 0,1 0 8 0 0,1 3 152 0 0,-1 0 24 0 0,0 0 8 0 0,1 2 0 0 0,-2 1-200 0 0,2 0-40 0 0,-1 2-8 0 0,4 2 0 0 0,-2 2-104 0 0,0-1-32 0 0,3 1 0 0 0,-1-1 0 0 0,2 2-288 0 0,-1-3-56 0 0,3-1-8 0 0,0-2-8 0 0,-1 0-216 0 0,1-1-32 0 0,2-1-16 0 0,1-2 0 0 0,-1 1-64 0 0,0-4-16 0 0,0-1 0 0 0,1-1 0 0 0,0-1-16 0 0,1-1-8 0 0,1-1 0 0 0,0 1 0 0 0,0 0-8 0 0,2 0-8 0 0,-1 1 0 0 0,-1 0 0 0 0,0 4-24 0 0,0-1 0 0 0,3 1 0 0 0,-2 1 0 0 0,1 0-96 0 0,-2 2 0 0 0,2 1 0 0 0,-2 0 0 0 0,-1-1 0 0 0,-1 3 0 0 0,1 1 0 0 0,-3 0 0 0 0,0 0 0 0 0,-2-1 0 0 0,-2 0 0 0 0,0 1 0 0 0,-1-3 0 0 0,-3 3 0 0 0,-1-1 0 0 0,0-1 0 0 0,-2 2 0 0 0,-2-2 0 0 0,-2 1 0 0 0,1-1 0 0 0,2-2 0 0 0,-1-1 0 0 0,-1 2 0 0 0,-2 1 0 0 0,-1-2 64 0 0,-1 0-64 0 0,1 1 0 0 0,-2-2 0 0 0,3-1 64 0 0,0-1-64 0 0,1-1 0 0 0,1 1 0 0 0,2-1 0 0 0,-1-1 0 0 0,3 0 0 0 0,0 0 0 0 0,1-1 0 0 0,0-1 0 0 0,1 0 0 0 0,0 0 0 0 0,3 0 0 0 0,-2 2 0 0 0,2-3 0 0 0,-1 1 0 0 0,2-1-176 0 0,2 0-32 0 0,0-1-8 0 0,4-1-9168 0 0</inkml:trace>
  <inkml:trace contextRef="#ctx0" brushRef="#br0" timeOffset="88">6387 8344 13359 2601 2947,'2'-8'592'0'0,"0"3"120"0"0,0 1-568 0 0,3 0-144 0 0,-3 1 0 0 0,2 3 0 0 0,2-3 1048 0 0,3-1 176 0 0,5 1 40 0 0,7 0 8 0 0,5-1-480 0 0,-2 3-96 0 0,0 4-24 0 0,-4 2 0 0 0,-2 3-472 0 0,-4 1-96 0 0,-3 1-16 0 0,-3 2-8 0 0,-3 1-80 0 0,-4 1 0 0 0,-1 0 0 0 0,-2 0 0 0 0,-4 1 0 0 0,0 0 0 0 0,0 0 0 0 0,0 1 0 0 0,-1-3 0 0 0,-1-1 0 0 0,0-1 0 0 0,-1 0 0 0 0,1-1 0 0 0,-2 1 0 0 0,4-2 0 0 0,-1 0 0 0 0,1-2 88 0 0,3-3-24 0 0,-1 1-64 0 0,2-1 96 0 0,2-1 32 0 0,0 0 8 0 0,0-2 0 0 0,3 1 0 0 0,0 0 24 0 0,0-2 8 0 0,3 0 0 0 0,1 0 0 0 0,1 0 48 0 0,0 0 8 0 0,1-2 0 0 0,2 1 0 0 0,-2 0-40 0 0,3 0-8 0 0,-1-2 0 0 0,1 1 0 0 0,-2 1-72 0 0,3-2-8 0 0,-1 1-8 0 0,1 0 0 0 0,1 0-88 0 0,-1 0 64 0 0,-3 0-64 0 0,1 1 64 0 0,-2 1-64 0 0,-1 0 0 0 0,-1-2 0 0 0,-2 4 0 0 0,1-2-64 0 0,-4 1-32 0 0,1 0-8 0 0,0 0 0 0 0,-1 1-440 0 0,2 0-96 0 0</inkml:trace>
  <inkml:trace contextRef="#ctx0" brushRef="#br0" timeOffset="89">11728 9142 5063 1988 2894,'0'-1'448'0'0,"1"0"-352"0"0,1-1-96 0 0,-1 1 0 0 0,-1 0 832 0 0,1 0 160 0 0,2-2 24 0 0,1-1 8 0 0,0-1 320 0 0,2 0 64 0 0,-2 1 8 0 0,1-1 8 0 0,-1 3-336 0 0,-1-3-64 0 0,-2 4-8 0 0,1-1-8 0 0,-2 1-352 0 0,2 1-72 0 0,-2 0-8 0 0,0 0-8 0 0,0 1-288 0 0,0 2-56 0 0,0 0-16 0 0,0-3 0 0 0,0 0-80 0 0,-4 26-24 0 0,3-14 0 0 0,-2 1 0 0 0,0 2-24 0 0,-1 3-8 0 0,2 1 0 0 0,-2 0 0 0 0,2 0 8 0 0,0-1 0 0 0,-1-1 0 0 0,0 0 0 0 0,0-2-16 0 0,2-2 0 0 0,-2 0 0 0 0,1 0 0 0 0,-1-2 0 0 0,0-1-64 0 0,1 0 96 0 0,-1-2-32 0 0,0-1-64 0 0,1 1 80 0 0,-1-1-80 0 0,1-2 80 0 0,-1-1-80 0 0,2-1 0 0 0,1 1 72 0 0,-2-2-72 0 0,1 0 0 0 0,1 0 0 0 0,-1-1 0 0 0,1-1 0 0 0,-2 0 0 0 0,2-1 0 0 0,0-1 0 0 0,2 2-96 0 0,-1-4-408 0 0,-1 4-80 0 0</inkml:trace>
  <inkml:trace contextRef="#ctx0" brushRef="#br0" timeOffset="90">11992 9198 455 1915 2791,'-2'-3'0'0'0,"-1"2"0"0"0,2 0 0 0 0,-1 1 0 0 0,1 0 2008 0 0,-2 0 360 0 0,1 1 64 0 0,-4 1 24 0 0,-2 2-472 0 0,-1 0-96 0 0,-3 3-24 0 0,1 2 0 0 0,1 2-704 0 0,3-2-136 0 0,0 3-32 0 0,3-2-8 0 0,1 3-576 0 0,3-1-120 0 0,0 1-16 0 0,2-1-8 0 0,2-1-160 0 0,3 0-32 0 0,1-2-8 0 0,1 0 0 0 0,3-2-64 0 0,2-1 0 0 0,-1-2 0 0 0,1 0 0 0 0,1 0 0 0 0,-1-3 0 0 0,3-2 0 0 0,-3 0 0 0 0,1-2 0 0 0,-1-1 0 0 0,0 0 0 0 0,-1-1 0 0 0,-1 1 128 0 0,-1-2 0 0 0,0-1 8 0 0,-3 0 0 0 0,-2-1-136 0 0,0 0 80 0 0,-2 0-80 0 0,-2-3 64 0 0,-2 2 8 0 0,-1-2 0 0 0,-2 0 0 0 0,-2-2 0 0 0,0 3-72 0 0,-3 0 96 0 0,-1-1-96 0 0,-1 1 96 0 0,2 3-208 0 0,-1 0-40 0 0,-2 0-8 0 0,2 3 0 0 0,0-1 288 0 0,-1 1 48 0 0,2 2 16 0 0,-1 0 0 0 0,2 0-192 0 0,0 1 0 0 0,1 0 0 0 0,0 1 0 0 0,3 0-120 0 0,-1 0-56 0 0,2 1-16 0 0,0 0 0 0 0,2 1-48 0 0,2 0-16 0 0,0 1 0 0 0,2 0-8904 0 0</inkml:trace>
  <inkml:trace contextRef="#ctx0" brushRef="#br0" timeOffset="91">12376 9182 10799 1765 3116,'-1'-4'232'0'0,"0"2"56"0"0,-1 1 0 0 0,1 0 24 0 0,0 1-248 0 0,-1 0-64 0 0,1 0 0 0 0,-3 1 0 0 0,-1 2 1344 0 0,-4 1 256 0 0,-1 3 48 0 0,-1 2 16 0 0,2 1-672 0 0,1 1-136 0 0,2 3-24 0 0,0-1-8 0 0,0 2-448 0 0,4-1-88 0 0,2 1-24 0 0,2-2 0 0 0,2 1-168 0 0,2-3-96 0 0,3 1 96 0 0,1-1-96 0 0,2-2 88 0 0,1 0-88 0 0,3-2 80 0 0,1 0-80 0 0,1-3 88 0 0,-1 0-88 0 0,2-1 96 0 0,-1-3-96 0 0,3 0 64 0 0,-2-2-64 0 0,0-1 0 0 0,0-2 0 0 0,-2 0 0 0 0,-1-2 0 0 0,0 0 0 0 0,-4-2 0 0 0,0 2 280 0 0,-3-4 48 0 0,-2 0 16 0 0,-1 1 0 0 0,-2-4-120 0 0,-4 1-16 0 0,0-2-8 0 0,-3-1 0 0 0,-1 1-32 0 0,-2-1-8 0 0,-6 1 0 0 0,1 3 0 0 0,-3 2-16 0 0,1 0-8 0 0,-3 4 0 0 0,1 0 0 0 0,-1 2-136 0 0,1 2 64 0 0,2 1-64 0 0,0 0 0 0 0,0 2 0 0 0,2-1 0 0 0,-1 0 0 0 0,0 1-96 0 0,1 1-224 0 0,1-2-32 0 0,0 2-16 0 0,2-1-6560 0 0,4 1-1312 0 0</inkml:trace>
  <inkml:trace contextRef="#ctx0" brushRef="#br0" timeOffset="92">11800 10214 5063 2518 2723,'0'0'448'0'0,"-1"0"-352"0"0,1 0-96 0 0,0-2 0 0 0,0 2 744 0 0,-2-1 136 0 0,1-1 24 0 0,-2 0 8 0 0,1-1 336 0 0,-1 1 64 0 0,-1-1 8 0 0,1 1 8 0 0,2 1-280 0 0,-2-1-56 0 0,2 2-16 0 0,0 0 0 0 0,1 2-312 0 0,0-1-64 0 0,0 3-16 0 0,0-1 0 0 0,1 3-264 0 0,-1 0-64 0 0,1 3 0 0 0,1 2-8 0 0,-1 1-16 0 0,0 0 0 0 0,2 3 0 0 0,-2 1 0 0 0,1 0-80 0 0,-2 1-24 0 0,1 5 0 0 0,-1 0 0 0 0,0 0-8 0 0,0 2-8 0 0,0 0 0 0 0,0-2 0 0 0,0-3 0 0 0,1 1 0 0 0,-1 3 0 0 0,0-1 0 0 0,2-1-16 0 0,-2-2 0 0 0,1 0 0 0 0,0-1 0 0 0,-1-2-32 0 0,0 0-64 0 0,0-4 88 0 0,0 1-88 0 0,0-3 64 0 0,-1 0-64 0 0,1-2 0 0 0,-1 0 0 0 0,-1-2 0 0 0,1-2 0 0 0,0 1 0 0 0,-1-1 0 0 0,1-2-160 0 0,0 0-32 0 0,-1-2 0 0 0,2 0-8 0 0,0-2-656 0 0,0-2-128 0 0</inkml:trace>
  <inkml:trace contextRef="#ctx0" brushRef="#br0" timeOffset="93">11740 10320 3679 2562 2856,'1'-7'160'0'0,"-1"2"40"0"0,0 1-200 0 0,0-1 0 0 0,0 1 0 0 0,2 0 0 0 0,-1 0 1048 0 0,2-6 168 0 0,2-4 32 0 0,3-6 0 0 0,3-1 256 0 0,-1 0 40 0 0,4 1 16 0 0,-1 4 0 0 0,2 1-464 0 0,-1 1-88 0 0,1 2-16 0 0,-1 3-8 0 0,3 0-304 0 0,-3 2-56 0 0,-3 3-16 0 0,1 1 0 0 0,3 2-320 0 0,-2 2-64 0 0,0 2-8 0 0,-4 1-8 0 0,0 3-136 0 0,-2 2-72 0 0,-2 4 80 0 0,-1 0-80 0 0,-3 4 0 0 0,-1 2 0 0 0,-4 2 0 0 0,-1 2 0 0 0,-2 0 0 0 0,-1 1 0 0 0,-1-1 0 0 0,-1 0 0 0 0,-1-3 0 0 0,0-2 0 0 0,-1-3 0 0 0,1-1 0 0 0,0-2 0 0 0,-1 0 0 0 0,1-3 0 0 0,-3 0 0 0 0,1 0 0 0 0,-1-2 0 0 0,1 0 0 0 0,0-1 0 0 0,1-2 0 0 0,0 2 0 0 0,1-3 0 0 0,3 1 0 0 0,0-4 64 0 0,2 2-64 0 0,3-2 0 0 0,0 0 0 0 0,2-2 0 0 0,-1 0 0 0 0,2 0 0 0 0,2-3-6048 0 0,1 1-1224 0 0</inkml:trace>
  <inkml:trace contextRef="#ctx0" brushRef="#br0" timeOffset="94">12034 10604 5063 2498 2658,'0'-2'448'0'0,"0"1"-352"0"0,1-1-96 0 0,-1 2 0 0 0,1-2 736 0 0,1 1 136 0 0,0-1 24 0 0,1-3 8 0 0,1-1 768 0 0,1 2 152 0 0,0-1 32 0 0,1 1 8 0 0,-2 0-672 0 0,0 3-136 0 0,-2 1-24 0 0,2 3-8 0 0,-3 0-472 0 0,0 3-96 0 0,-1 3-16 0 0,0 1-8 0 0,-1 3-288 0 0,-2 1-56 0 0,1 4-16 0 0,-2-1 0 0 0,0 5-8 0 0,-1-2-64 0 0,1 0 96 0 0,2-1-32 0 0,-1-3-64 0 0,-1 1 0 0 0,1-1 0 0 0,1-1 0 0 0,-1-1 0 0 0,2-3 0 0 0,-1 0 0 0 0,1-3 0 0 0,1-1 96 0 0,0-2-32 0 0,0 1 0 0 0,1-2 0 0 0,1-1 40 0 0,-1-1 8 0 0,3 2 0 0 0,0-2 0 0 0,1 1 16 0 0,2-2 0 0 0,1-1 0 0 0,0-1 0 0 0,1 0 16 0 0,2 1 8 0 0,0-2 0 0 0,0 1 0 0 0,1 0 16 0 0,1-1 8 0 0,-1-1 0 0 0,-2 1 0 0 0,1 1-80 0 0,-3-2-8 0 0,2 1-8 0 0,-3 0 0 0 0,3 2 32 0 0,-2-2 8 0 0,0 1 0 0 0,-1 0 0 0 0,-3 1-120 0 0,0-1 88 0 0,0 1-88 0 0,-3-2 80 0 0,0 2-80 0 0,1 0 0 0 0,-2-2 0 0 0,0 2 0 0 0,-2-2 0 0 0,2 1-112 0 0,-1 0 24 0 0,1 0 8 0 0,-1-1-376 0 0,1 1-80 0 0,0 1-8 0 0,1-1-9408 0 0</inkml:trace>
  <inkml:trace contextRef="#ctx0" brushRef="#br0" timeOffset="95">12483 10779 4607 2284 2608,'0'-2'408'0'0,"-1"0"-328"0"0,1 1-80 0 0,-1 0 0 0 0,1 1 1184 0 0,0 0 216 0 0,0 0 40 0 0,-2 0 16 0 0,2 0 200 0 0,-1 2 40 0 0,0 2 0 0 0,1-4 8 0 0,0 0-848 0 0,0 19-176 0 0,0-10-32 0 0,0 1-8 0 0,0 0-184 0 0,1 2-40 0 0,-1-1 0 0 0,0 0-8 0 0,1 1-152 0 0,1-1-32 0 0,-2-2-8 0 0,0 1 0 0 0,1 0-88 0 0,0 0-24 0 0,0-2 0 0 0,1 1 0 0 0,-2-1-104 0 0,1-3 88 0 0,-1 0-88 0 0,0-1 80 0 0,1 0-80 0 0,-1-2-128 0 0,2 0 32 0 0,-1-2-6088 0 0,2 1-1224 0 0</inkml:trace>
  <inkml:trace contextRef="#ctx0" brushRef="#br0" timeOffset="96">12570 10870 7831 2197 2488,'-1'1'696'0'0,"-1"1"-560"0"0,2 1-136 0 0,0-2 0 0 0,0 0 1144 0 0,0 1 200 0 0,2 3 32 0 0,-1 3 16 0 0,3 2-88 0 0,1 0-24 0 0,3-1 0 0 0,0-1 0 0 0,3-2-624 0 0,1-2-128 0 0,-1 0-24 0 0,2-3-8 0 0,0-1-232 0 0,0-2-40 0 0,1-1-16 0 0,-3-2 0 0 0,-1-2-96 0 0,-2 1-16 0 0,1 0-8 0 0,-5 0 0 0 0,0 0 8 0 0,-4 0 8 0 0,0 1 0 0 0,-2-1 0 0 0,-2 1 24 0 0,-3-3 0 0 0,1 3 0 0 0,-2-1 0 0 0,-2-1-16 0 0,1 3 0 0 0,1-1 0 0 0,-2 2 0 0 0,2-1-112 0 0,1 2 88 0 0,-1 1-88 0 0,1 0 80 0 0,0 1-80 0 0,2 1 0 0 0,-1 0 0 0 0,2 1 0 0 0,0-1-72 0 0,4 1-32 0 0,-2 0-8 0 0,0 0 0 0 0,4 1-472 0 0,0 1-96 0 0</inkml:trace>
  <inkml:trace contextRef="#ctx0" brushRef="#br0" timeOffset="97">12791 10858 10591 2366 2848,'-2'6'472'0'0,"1"-4"96"0"0,1 2-456 0 0,0-2-112 0 0,1 2 0 0 0,0-2 0 0 0,0 2 880 0 0,2 1 152 0 0,2 2 32 0 0,2 4 8 0 0,4 1-136 0 0,0-1-24 0 0,1-2-8 0 0,-1-1 0 0 0,3-2-384 0 0,-4-1-72 0 0,3-3-24 0 0,0 1 0 0 0,-3-2-104 0 0,2-1-16 0 0,-1-1-8 0 0,-1-3 0 0 0,-2 2-104 0 0,-3-3-16 0 0,-1 0-8 0 0,-2 0 0 0 0,-2 0 16 0 0,-1-2 0 0 0,-1-1 0 0 0,-1 0 0 0 0,-2 0-48 0 0,-1 0-8 0 0,-1-1 0 0 0,-1-2 0 0 0,0 2-40 0 0,-1 0-16 0 0,0 2 0 0 0,0-1 0 0 0,-1 2-72 0 0,1 1 0 0 0,-1 1 72 0 0,2 2-72 0 0,0 1 0 0 0,2 1 0 0 0,-1 0 0 0 0,1 1 0 0 0,2 0-104 0 0,1 0-32 0 0,-1 3-8 0 0,0-2 0 0 0,1 2-128 0 0,0-1-24 0 0,2 2-8 0 0,-2-1-9096 0 0</inkml:trace>
  <inkml:trace contextRef="#ctx0" brushRef="#br0" timeOffset="98">10189 9074 2303 2305 3291,'0'-3'200'0'0,"0"2"-200"0"0,0-1 0 0 0,0 2 0 0 0,1-2 480 0 0,-1 1 48 0 0,1 1 16 0 0,1-1 0 0 0,-1-1 320 0 0,0-2 72 0 0,1 2 16 0 0,-1-1 0 0 0,0 2 64 0 0,-1 0 8 0 0,0 0 8 0 0,-1-1 0 0 0,0 2-240 0 0,-3 2-56 0 0,-3-2 0 0 0,0 2-8 0 0,-2-1-328 0 0,-1 3-64 0 0,1 0-16 0 0,0-1 0 0 0,1 3-184 0 0,-3 0-40 0 0,2-1 0 0 0,-1 0-8 0 0,4 1-88 0 0,-1 0 80 0 0,3 0-80 0 0,0-1 80 0 0,3 0 8 0 0,0-1 0 0 0,1 1 0 0 0,1 0 0 0 0,0-1 80 0 0,3 1 24 0 0,0 0 0 0 0,1-2 0 0 0,1 2 72 0 0,0 0 24 0 0,0-2 0 0 0,2 2 0 0 0,-1-1-32 0 0,1 0-8 0 0,0 1 0 0 0,1 1 0 0 0,1-1-72 0 0,-3-1-16 0 0,3 1 0 0 0,-1 1 0 0 0,0 0-64 0 0,-1-1-24 0 0,1-1 0 0 0,-3 1 0 0 0,1 1-72 0 0,-3-3 64 0 0,0 3-64 0 0,-2-2 64 0 0,0 1-64 0 0,-1-1 0 0 0,-1 1 0 0 0,0 0 0 0 0,-1 0 0 0 0,-3 0 0 0 0,1-1 0 0 0,-2 2 0 0 0,0 0 0 0 0,-1-2 0 0 0,0 1 0 0 0,1 0 0 0 0,1-2 0 0 0,-1 0 0 0 0,2-1 0 0 0,-1 0 0 0 0,-1-2 0 0 0,0 0 0 0 0,-1 0 0 0 0,-1-3 0 0 0,3-1 0 0 0,-4 1 0 0 0,2-2 0 0 0,-2 0 0 0 0,1 0 0 0 0,-1 0 0 0 0,2-1 0 0 0,0 0 0 0 0,1-1 0 0 0,1 1 0 0 0,2 0 0 0 0,0 1 0 0 0,0 0 0 0 0,4-1 0 0 0,0 0 64 0 0,2-1-64 0 0,2-2 0 0 0,2 2 0 0 0,1-1 0 0 0,2 1 0 0 0,1-1 0 0 0,0 0 0 0 0,1 0 0 0 0,-1-1 64 0 0,0 2-64 0 0,-1 0 64 0 0,1 0-64 0 0,-1-1 64 0 0,-2 0-64 0 0,-1 1 0 0 0,-1 2 0 0 0,-2-1 0 0 0,1 1 0 0 0,-4-1 0 0 0,0 1 0 0 0,0 1 0 0 0,-2 2 0 0 0,0-3 0 0 0,-2 1 0 0 0,0-1 0 0 0,-2 2 0 0 0,0-1 0 0 0,-1 1 0 0 0,-1 0 0 0 0,0 1 0 0 0,-1 0 0 0 0,0 2 0 0 0,1 0 0 0 0,1 2-160 0 0,1-1-56 0 0,-2 1-8 0 0,2 2-5496 0 0,1 1-1096 0 0</inkml:trace>
  <inkml:trace contextRef="#ctx0" brushRef="#br0" timeOffset="99">10345 9114 6447 2251 3211,'-3'3'288'0'0,"2"-2"56"0"0,0 2-280 0 0,-1-2-64 0 0,2 0 0 0 0,0 0 0 0 0,0 2 1096 0 0,0 1 208 0 0,0 2 40 0 0,3 4 0 0 0,-1 1 24 0 0,4-1 0 0 0,2 0 0 0 0,0-1 0 0 0,0-1-448 0 0,1-1-88 0 0,1-1-24 0 0,3-3 0 0 0,-1 1-384 0 0,-2-3-72 0 0,1-1-24 0 0,-1-1 0 0 0,-2 0-200 0 0,-1-4-32 0 0,0 0-16 0 0,-2-1 0 0 0,-1 2-80 0 0,-1-3 64 0 0,-2 0-64 0 0,-1-3 64 0 0,-1 2-64 0 0,-2-2 80 0 0,-1 3-80 0 0,-1-3 80 0 0,-2 0-80 0 0,-2 1 64 0 0,-1 0-64 0 0,-1-1 64 0 0,1 2-64 0 0,1 2 0 0 0,-2-1 72 0 0,0-1-72 0 0,0 3 0 0 0,1 1 0 0 0,4 1 0 0 0,-1 2 0 0 0,-1-1 0 0 0,-2 4 0 0 0,-2 0 0 0 0,1 3 0 0 0,0 1 0 0 0,2 0-104 0 0,1 3 24 0 0,-1-2 8 0 0,5 2-296 0 0,0 2-56 0 0</inkml:trace>
  <inkml:trace contextRef="#ctx0" brushRef="#br0" timeOffset="100">9638 10716 7367 2493 2926,'0'-1'656'0'0,"0"0"-528"0"0,0 1-128 0 0,0 0 0 0 0,0 0 816 0 0,0 0 136 0 0,1 0 24 0 0,-1 0 8 0 0,1 0 104 0 0,-1 0 16 0 0,2 4 8 0 0,-2-4 0 0 0,0 0-344 0 0,0 0-72 0 0,0 26-16 0 0,0-17 0 0 0,-2 0-184 0 0,1 3-40 0 0,-2 1-8 0 0,-1 0 0 0 0,1 0-160 0 0,-1 1-32 0 0,0 3 0 0 0,0-2-8 0 0,0 2-88 0 0,2-1-8 0 0,1 2-8 0 0,-2 1 0 0 0,3 0-48 0 0,-1-1 0 0 0,-1-5-8 0 0,2 2 0 0 0,0-1-88 0 0,0-1 96 0 0,0 0-96 0 0,0-2 96 0 0,0-1-96 0 0,0 0 64 0 0,0-2-64 0 0,0 0 64 0 0,0-2-64 0 0,-1-1 0 0 0,0-2 0 0 0,-1 0 0 0 0,2 0 0 0 0,-1-3 0 0 0,1 1 0 0 0,-1-2 0 0 0,-1-2-528 0 0,2 0-96 0 0,-1 0-16 0 0,0-2-8032 0 0</inkml:trace>
  <inkml:trace contextRef="#ctx0" brushRef="#br0" timeOffset="101">9578 10827 4607 2433 2976,'1'-17'200'0'0,"0"8"48"0"0,2 0-248 0 0,-2 1 0 0 0,1 4 0 0 0,-1-1 0 0 0,2 0 1144 0 0,2-8 176 0 0,4-3 40 0 0,2-5 8 0 0,4-1 264 0 0,-1 4 64 0 0,1 3 0 0 0,-1 1 8 0 0,0 5-648 0 0,-2 2-128 0 0,0 4-24 0 0,-1 0-8 0 0,-2 3-432 0 0,-1 3-88 0 0,-2 1-24 0 0,-3 3 0 0 0,1 0-280 0 0,-4 3-72 0 0,0 1 0 0 0,-1 2 0 0 0,0 1 0 0 0,-3-1 64 0 0,1 3-64 0 0,-1-2 64 0 0,0-1-64 0 0,0-1 0 0 0,-1-1-96 0 0,-1-1 96 0 0,0 1-256 0 0,-2-2 16 0 0,1-2 0 0 0,-1 0 0 0 0,2-3 32 0 0,-2 1 8 0 0,0-2 0 0 0,1 2 0 0 0,1-2 136 0 0,0 0 64 0 0,-1 0-64 0 0,0 0 64 0 0,1-1-144 0 0,1 0 16 0 0,1 2 0 0 0,0-2 0 0 0,4 1-512 0 0,-2 0-96 0 0</inkml:trace>
  <inkml:trace contextRef="#ctx0" brushRef="#br0" timeOffset="102">9815 10924 10591 2512 3023,'1'-4'472'0'0,"-1"1"96"0"0,0 1-456 0 0,0 0-112 0 0,0 1 0 0 0,0 1 0 0 0,0 0 1072 0 0,2 0 192 0 0,0 1 40 0 0,0 2 8 0 0,0 1-304 0 0,-2-4-56 0 0,0 0-16 0 0,0 28 0 0 0,-2-15-504 0 0,-2 2-104 0 0,0 0-16 0 0,0 1-8 0 0,0 1-208 0 0,-1 1-96 0 0,1 1 80 0 0,0-2-80 0 0,2 0 0 0 0,0-3 0 0 0,0 1 0 0 0,0-5 0 0 0,2 1 0 0 0,0-4 0 0 0,0 0 0 0 0,0-2 0 0 0,0-1 80 0 0,2 0-80 0 0,0-1 80 0 0,2-3-80 0 0,0 0 208 0 0,1 0-8 0 0,3-3 0 0 0,0 1 0 0 0,1-2-40 0 0,2 0 0 0 0,1-3-8 0 0,0 3 0 0 0,-2 0-24 0 0,2 1 0 0 0,-1 1 0 0 0,0 0 0 0 0,0 1 0 0 0,-2 1 0 0 0,1-1 0 0 0,-2 1 0 0 0,1 0 0 0 0,-1 1-8 0 0,-2-1 0 0 0,0 0 0 0 0,-1 0-48 0 0,-1 0-8 0 0,-2 0 0 0 0,1 0 0 0 0,0 1-64 0 0,-1-1 0 0 0,0 0 0 0 0,-2 2 0 0 0,2-2 0 0 0,-4 0 0 0 0,2 0-80 0 0,-2 0 80 0 0,2 0-328 0 0,0 0-24 0 0,-2 0 0 0 0,0-2-6184 0 0,2 2-1240 0 0</inkml:trace>
  <inkml:trace contextRef="#ctx0" brushRef="#br0" timeOffset="103">10197 11023 5527 2356 2931,'0'-1'488'0'0,"0"1"-392"0"0,-2 0-96 0 0,2 0 0 0 0,-1 0 1256 0 0,0 0 232 0 0,-2 1 48 0 0,-1 0 0 0 0,-3 2-448 0 0,1-1-96 0 0,1 3-24 0 0,-1-2 0 0 0,0 2-384 0 0,2 1-72 0 0,1 0-24 0 0,-1-1 0 0 0,2 1-48 0 0,0-1-16 0 0,0 3 0 0 0,2-3 0 0 0,0 1-88 0 0,2 0-16 0 0,-1 0-8 0 0,2 0 0 0 0,-1 0-56 0 0,2 0 0 0 0,-1 0-8 0 0,3-2 0 0 0,-2 2-56 0 0,0-1 0 0 0,2 1-8 0 0,1 0 0 0 0,-2-1-88 0 0,2 0-8 0 0,1 3-8 0 0,-1-3 0 0 0,1 1-16 0 0,0 0 0 0 0,1 2 0 0 0,-1-3 0 0 0,1 3 0 0 0,-1-3-64 0 0,0 2 96 0 0,-2-1-32 0 0,0 1-64 0 0,-2-1 0 0 0,0-1 0 0 0,-1 1 64 0 0,-1-2-64 0 0,-2 1 0 0 0,-1 1 0 0 0,1 1 0 0 0,-3-3 0 0 0,-2-1 0 0 0,1 0 0 0 0,-2 0 0 0 0,2-1-64 0 0,-2 0 64 0 0,-1 0-80 0 0,1-2 80 0 0,-2 1-80 0 0,1-2 80 0 0,0 1-80 0 0,0-1 80 0 0,-1-2 0 0 0,2 1 0 0 0,-1 0 0 0 0,1-2 0 0 0,-1 1 0 0 0,2-1 0 0 0,1-2 0 0 0,0 1 0 0 0,2 0 0 0 0,1-1 0 0 0,-1-1 0 0 0,2 0 0 0 0,3-1 0 0 0,0-1 96 0 0,0 1-32 0 0,2 0-64 0 0,0 0 88 0 0,3-2-88 0 0,0 0 80 0 0,0 2-80 0 0,1 3 0 0 0,-2-3 0 0 0,3 2 0 0 0,-2 0 0 0 0,0 2 0 0 0,-3-1-64 0 0,0 3 64 0 0,0-2 0 0 0,-3 2 0 0 0,0-1 0 0 0,-2 0 0 0 0,0 0 0 0 0,0 0 0 0 0,-2-1 0 0 0,0 1 96 0 0,-1-1-24 0 0,0 0-72 0 0,-2 1 0 0 0,1 1 0 0 0,-2 1 0 0 0,2 0 0 0 0,0-1 0 0 0,0 4 0 0 0,-1-2 0 0 0,2 1 0 0 0,0 0-112 0 0,3-1 40 0 0,0 1 8 0 0,0 1-408 0 0,0 0-72 0 0,5 0-24 0 0,-1-1-8272 0 0</inkml:trace>
  <inkml:trace contextRef="#ctx0" brushRef="#br0" timeOffset="104">10361 11113 4143 2387 2855,'-2'2'184'0'0,"1"-1"40"0"0,0 1-224 0 0,1-1 0 0 0,0 0 0 0 0,0 0 0 0 0,0 2 1376 0 0,0 1 224 0 0,0 3 56 0 0,2 4 8 0 0,1 1 248 0 0,2-2 48 0 0,2 1 16 0 0,0-3 0 0 0,0 2-984 0 0,3-3-192 0 0,1 0-32 0 0,-1-3-16 0 0,2 1-392 0 0,1-2-72 0 0,0-2-24 0 0,1-2 0 0 0,0-2-80 0 0,-1 1-24 0 0,1-3 0 0 0,-4 0 0 0 0,1 0 0 0 0,-2-1-8 0 0,-1-3 0 0 0,-2 1 0 0 0,-2 0-8 0 0,-3 0 0 0 0,0 1 0 0 0,-2-2 0 0 0,-2 1-24 0 0,-1-1-8 0 0,-1-1 0 0 0,-3 0 0 0 0,0 2-112 0 0,0 1 72 0 0,-1 2-72 0 0,-1 0 64 0 0,0 2-64 0 0,-1 1 0 0 0,0 1 0 0 0,2 1 64 0 0,-3 0-64 0 0,1 0 0 0 0,0 1 0 0 0,1 0 0 0 0,2 0-96 0 0,0 1-32 0 0,3-1 0 0 0,2-1-8 0 0,2 1-184 0 0,2 0-32 0 0,2-1 0 0 0,2-1-6144 0 0,1-1-1216 0 0</inkml:trace>
  <inkml:trace contextRef="#ctx0" brushRef="#br0" timeOffset="105">9287 11419 5983 2612 3055,'1'-2'536'0'0,"0"2"-432"0"0,1-2-104 0 0,-1 1 0 0 0,1 1 864 0 0,0-1 160 0 0,4-3 24 0 0,2 1 8 0 0,2-3 176 0 0,3 0 40 0 0,1 1 8 0 0,-2 0 0 0 0,0 3-496 0 0,0-2-96 0 0,-2 2-16 0 0,0 1-8 0 0,-1 1-272 0 0,-1 0-48 0 0,0 0-16 0 0,-2 0 0 0 0,-3 1-112 0 0,-1 0-24 0 0,-1 2-8 0 0,-2-2 0 0 0,-1 1 8 0 0,1 1 0 0 0,-1 2 0 0 0,-1 1 0 0 0,-1 1-56 0 0,0 2-8 0 0,1 0 0 0 0,-1 2 0 0 0,0 1-40 0 0,0-1-16 0 0,0 5 0 0 0,-1-2 0 0 0,-1 1 24 0 0,1 0 0 0 0,1 1 0 0 0,0-2 0 0 0,2 0-24 0 0,-1-1 0 0 0,2 0 0 0 0,-1-1 0 0 0,2-2-72 0 0,-1 0 80 0 0,1-2-80 0 0,-1-1 80 0 0,1 1-80 0 0,-2-1 0 0 0,1-2 0 0 0,0 0 0 0 0,-1-2 0 0 0,0 1-112 0 0,0 1 24 0 0,1-4-9072 0 0</inkml:trace>
  <inkml:trace contextRef="#ctx0" brushRef="#br0" timeOffset="106">9300 11545 5983 2580 3018,'0'-4'264'0'0,"0"3"56"0"0,2 0-256 0 0,-2 0-64 0 0,2-1 0 0 0,0 2 0 0 0,0-2 1072 0 0,4 1 200 0 0,1-1 40 0 0,4 0 0 0 0,1-2 64 0 0,2 3 16 0 0,0-2 0 0 0,-1 2 0 0 0,1 1-600 0 0,-2 0-120 0 0,-1 0-32 0 0,1 0 0 0 0,-3 1-392 0 0,-1 0-88 0 0,1-1-8 0 0,-2 2-8 0 0,0-2-600 0 0,-1 0-120 0 0</inkml:trace>
  <inkml:trace contextRef="#ctx0" brushRef="#br0" timeOffset="107">9596 11443 9215 2625 3087,'-6'5'408'0'0,"3"-3"80"0"0,0 2-392 0 0,1-2-96 0 0,0 1 0 0 0,1-1 0 0 0,0 3 864 0 0,-2 1 144 0 0,2 5 32 0 0,-2 2 8 0 0,3 3 40 0 0,3-2 16 0 0,2 0 0 0 0,2-3 0 0 0,2-2-448 0 0,3-2-88 0 0,2-1-24 0 0,-1-2 0 0 0,1-3-192 0 0,2-1-32 0 0,1-3-16 0 0,-2-1 0 0 0,1-1-136 0 0,1-1-24 0 0,-4-1-8 0 0,-1 0 0 0 0,-3 1-40 0 0,-1-2-16 0 0,-3 1 0 0 0,-2-2 0 0 0,-1 1-80 0 0,-4-1 80 0 0,-1-1-80 0 0,-1 1 80 0 0,-1-2-80 0 0,-2 2 80 0 0,1 1-80 0 0,-3-2 80 0 0,-1 1-80 0 0,0 0-136 0 0,-1 4 32 0 0,0 1 8 0 0,0 0 96 0 0,0 4 0 0 0,1 2 0 0 0,-1-1 0 0 0,3 2-352 0 0,0-1-128 0 0,0 3-32 0 0,2 3-8224 0 0</inkml:trace>
  <inkml:trace contextRef="#ctx0" brushRef="#br0" timeOffset="108">9119 12352 1375 2730 2677,'-3'-5'128'0'0,"0"3"-128"0"0,2 0 0 0 0,0-1 0 0 0,-1 2 1928 0 0,2 1 368 0 0,-1 0 72 0 0,0 0 8 0 0,-1 0-528 0 0,0 1-112 0 0,0 0-16 0 0,1 2-8 0 0,0 2-696 0 0,-1 0-144 0 0,2 4-24 0 0,0-3-8 0 0,0-3-376 0 0,0 2-80 0 0,0 2-8 0 0,0 4-8 0 0,0 4-240 0 0,-1 1-40 0 0,0 4-16 0 0,-1 0 0 0 0,1-2 48 0 0,-1 2 8 0 0,-1 2 0 0 0,0-1 0 0 0,1-3-128 0 0,-2 2 0 0 0,2-2 0 0 0,0-1 0 0 0,-2 0 144 0 0,2-5 8 0 0,-1 1 0 0 0,2-3 0 0 0,-2-1-152 0 0,1 0 0 0 0,-1-1 0 0 0,0 0 0 0 0,-1 1 0 0 0,2-3 0 0 0,0-2 0 0 0,0-1 0 0 0,0 0-320 0 0,1-1-48 0 0,1-1-8 0 0,0-2-8888 0 0</inkml:trace>
  <inkml:trace contextRef="#ctx0" brushRef="#br0" timeOffset="109">9069 12442 7831 2769 2694,'-1'-19'168'0'0,"1"8"40"0"0,0 1 8 0 0,0 1 8 0 0,1 3-224 0 0,0 2 0 0 0,1-3 0 0 0,2-4 0 0 0,2-2 1712 0 0,3-6 304 0 0,3-1 56 0 0,1 1 8 0 0,1 5-864 0 0,3 4-184 0 0,-1 0-32 0 0,0 4-8 0 0,-1 5-488 0 0,0 2-104 0 0,1 2-16 0 0,-3 1-8 0 0,-3 1-216 0 0,0 2-48 0 0,-4 1-8 0 0,-2 1 0 0 0,-1 1-104 0 0,-3 0 0 0 0,-3 1 0 0 0,-1 1 0 0 0,-2 4 0 0 0,-4-2 0 0 0,1 0 0 0 0,-1-1 0 0 0,2-5 0 0 0,-1 3 0 0 0,-1 0 0 0 0,-4-1-80 0 0,1 0 80 0 0,-2 0 0 0 0,3-2 0 0 0,2-2-64 0 0,2 0 64 0 0,-1-1 0 0 0,0-1 0 0 0,0-2 0 0 0,1 3-256 0 0,0-3-40 0 0,3 1-8 0 0,1 0 0 0 0,0 0-624 0 0,4 1-128 0 0</inkml:trace>
  <inkml:trace contextRef="#ctx0" brushRef="#br0" timeOffset="110">9243 12589 11519 2631 2448,'-1'-1'1024'0'0,"-1"0"-824"0"0,2 0-200 0 0,0 1 0 0 0,2 0 1024 0 0,-1 0 168 0 0,-1 0 32 0 0,1 0 8 0 0,3 2-208 0 0,-2 4-48 0 0,3 2-8 0 0,-2 3 0 0 0,-1 0-536 0 0,-2 2-112 0 0,-1 1-16 0 0,-2 1-8 0 0,-1 1-136 0 0,-2 0-32 0 0,0-1-8 0 0,1-2 0 0 0,-1 0-56 0 0,2-1 0 0 0,0-2-64 0 0,2-1 96 0 0,0 0-96 0 0,1-1 64 0 0,0-1-64 0 0,1-1 0 0 0,1-1 0 0 0,-1-1 0 0 0,1-1 0 0 0,1 0 0 0 0,0-1 136 0 0,2-1 8 0 0,0-1 0 0 0,2 2 0 0 0,1-2-32 0 0,1 0-8 0 0,1-2 0 0 0,0 0 0 0 0,2 1 16 0 0,1-2 0 0 0,-1 2 0 0 0,1-1 0 0 0,-2 0 0 0 0,1 0 0 0 0,1 1 0 0 0,-3 0 0 0 0,2 0-32 0 0,-2 0-8 0 0,-1 0 0 0 0,-1-1 0 0 0,-1 2 16 0 0,0 0 0 0 0,-2 0 0 0 0,0-1 0 0 0,0-2-96 0 0,-1 3 0 0 0,-2 0 0 0 0,-1 0 0 0 0,0 0 0 0 0,0 0-112 0 0,-1-2 16 0 0,1 0 0 0 0,1-1-480 0 0,0 1-96 0 0</inkml:trace>
  <inkml:trace contextRef="#ctx0" brushRef="#br0" timeOffset="111">9535 12677 11975 2633 2402,'-1'-5'528'0'0,"1"3"112"0"0,0 0-512 0 0,1 1-128 0 0,0 0 0 0 0,1 0 0 0 0,0 0 832 0 0,2-1 128 0 0,5-2 32 0 0,3-2 8 0 0,5 1-200 0 0,0 0-48 0 0,1 1-8 0 0,-1-1 0 0 0,0 1-352 0 0,-2 0-72 0 0,0 4-8 0 0,-4-3-8 0 0,0-1-80 0 0,-2 2-24 0 0,-2 2 0 0 0,-1 0 0 0 0,-2-1-8 0 0,-4 1-8 0 0,2 1 0 0 0,-4 1 0 0 0,4-1-48 0 0,-4 1-8 0 0,0 3 0 0 0,0 0 0 0 0,-3 2-32 0 0,1 0-16 0 0,-1 0 0 0 0,0 0 0 0 0,1 0-80 0 0,0 2 80 0 0,-2-2-80 0 0,1 3 80 0 0,1-2-80 0 0,-2 2 0 0 0,2-1 0 0 0,0 2 64 0 0,-1-2-64 0 0,1 1 80 0 0,0 0-80 0 0,2 1 80 0 0,-1 0-8 0 0,0 0 0 0 0,1 0 0 0 0,0 1 0 0 0,1 0-72 0 0,1-3 80 0 0,-1 0-80 0 0,-1 1 80 0 0,0 1-80 0 0,-1-1 0 0 0,0 0 0 0 0,1 0 0 0 0,-1 0 0 0 0,-1 1 0 0 0,2-1 0 0 0,-2-2 0 0 0,2-1-144 0 0,0-1-48 0 0,1-2 0 0 0,1-2-9496 0 0</inkml:trace>
  <inkml:trace contextRef="#ctx0" brushRef="#br0" timeOffset="112">9569 12801 919 2780 3047,'-4'-1'80'0'0,"2"-1"-80"0"0,0 1 0 0 0,2 0 0 0 0,0-1 2112 0 0,0 2 416 0 0,0 0 72 0 0,0-2 24 0 0,4 0-480 0 0,0-1-88 0 0,5 0-16 0 0,-1 1-8 0 0,2-1-1016 0 0,4 2-208 0 0,-3-1-40 0 0,3 0 0 0 0,-1 2-480 0 0,-1-2-88 0 0,-1 4-16 0 0,-1-2-8 0 0,0 0-112 0 0,-2 0-64 0 0,-1 2 64 0 0,-2-2-64 0 0,0 1-128 0 0,2 0-64 0 0,-1 2-16 0 0,2-1-8992 0 0</inkml:trace>
  <inkml:trace contextRef="#ctx0" brushRef="#br0" timeOffset="113">9847 12754 14279 2493 2390,'-2'0'1272'0'0,"-2"2"-1016"0"0,4 0-256 0 0,-2-1 0 0 0,1 1 640 0 0,0 1 88 0 0,-2 3 8 0 0,-1 2 8 0 0,0 3 120 0 0,2 2 16 0 0,5-3 8 0 0,1 1 0 0 0,4-3-568 0 0,2-1-120 0 0,0-1-16 0 0,1-2-8 0 0,2-2-48 0 0,2-1 0 0 0,-2-2-8 0 0,2 0 0 0 0,1-3-40 0 0,-1-1-8 0 0,1-2 0 0 0,-3-1 0 0 0,0 0-72 0 0,-2 0-88 0 0,-2 0 24 0 0,-2-1 0 0 0,-2 1 304 0 0,-2 0 64 0 0,-2-1 16 0 0,-2 1 0 0 0,-3 0-192 0 0,-1-2-32 0 0,-1 1 0 0 0,-2 0-8 0 0,0 1-24 0 0,-1 1 0 0 0,1 3 0 0 0,-3 1 0 0 0,1 2-64 0 0,-2 2 80 0 0,1 1-80 0 0,0 0 80 0 0,2-1-80 0 0,0 4 0 0 0,1-1 0 0 0,0-1 64 0 0,4 0-224 0 0,-1-1-56 0 0,3-1-8 0 0,0 0-6496 0 0,2-2-1312 0 0</inkml:trace>
  <inkml:trace contextRef="#ctx0" brushRef="#br0" timeOffset="114">6444 5826 20271 3144 2584,'-29'-16'1800'0'0,"5"6"-1440"0"0,8 7-288 0 0,8 4-72 0 0,2 2 0 0 0,-1-2-112 0 0,-13-3 24 0 0,-9-3 8 0 0,-4-1-864 0 0,-3 1-176 0 0,7 4-32 0 0,10 2 0 0 0,9 3-328 0 0,8 1-64 0 0,7 0-16 0 0,7 5-3912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Tx" type="integer" min="-90" max="90" units="deg"/>
          <inkml:channel name="OTy" type="integer" min="-90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Tx" name="resolution" value="100" units="1/deg"/>
          <inkml:channelProperty channel="OTy" name="resolution" value="100" units="1/deg"/>
        </inkml:channelProperties>
      </inkml:inkSource>
      <inkml:timestamp xml:id="ts0" timeString="2025-11-03T19:22:11.922"/>
    </inkml:context>
    <inkml:brush xml:id="br0">
      <inkml:brushProperty name="width" value="0.05292" units="cm"/>
      <inkml:brushProperty name="height" value="0.05292" units="cm"/>
      <inkml:brushProperty name="color" value="#0030AB"/>
      <inkml:brushProperty name="ignorePressure" value="1"/>
    </inkml:brush>
  </inkml:definitions>
  <inkml:trace contextRef="#ctx0" brushRef="#br0">2642 1222 2759 2934 2930,'0'-2'248'0'0,"0"1"-248"0"0,0 1 0 0 0,0-1 0 0 0,0 1 448 0 0,0-1 48 0 0,0 0 8 0 0,-2-3 0 0 0,2 1 304 0 0,0-1 64 0 0,0-1 16 0 0,0 1 0 0 0,0 2-96 0 0,0 0-24 0 0,0 0 0 0 0,-2-1 0 0 0,0 1-128 0 0,1 1-32 0 0,-1 1-8 0 0,-2 0 0 0 0,-2 1-88 0 0,0 0-24 0 0,-4 3 0 0 0,1-1 0 0 0,-3 3-240 0 0,0 1-56 0 0,0 1 0 0 0,-3 3-8 0 0,4 0-88 0 0,-1-2-24 0 0,2 2 0 0 0,-1 1 0 0 0,1-2 24 0 0,0 2 0 0 0,3-1 0 0 0,-2-1 0 0 0,4 1 56 0 0,0-1 8 0 0,-1 1 8 0 0,4-2 0 0 0,-1 1 56 0 0,-2 0 16 0 0,5-1 0 0 0,-2 0 0 0 0,2 2 8 0 0,0-2 0 0 0,0-1 0 0 0,2-1 0 0 0,-2 3-16 0 0,4 0 0 0 0,0 1 0 0 0,1 1 0 0 0,2 0-32 0 0,-2-3-8 0 0,-1-1 0 0 0,2-3 0 0 0,0 4-16 0 0,2-3-8 0 0,1 2 0 0 0,3-1 0 0 0,1-1-40 0 0,2 0-16 0 0,1-2 0 0 0,0-1 0 0 0,1-2-16 0 0,1-1-8 0 0,1-1 0 0 0,-2-2 0 0 0,0-1 0 0 0,-1-1 0 0 0,0-1 0 0 0,2-1 0 0 0,-1-2-88 0 0,0 0 96 0 0,0-2-96 0 0,1-2 96 0 0,-2 0-96 0 0,-2 0 0 0 0,0-2 0 0 0,-2 1 64 0 0,-1 0-64 0 0,-5 0 0 0 0,0 0 0 0 0,-2-1 0 0 0,-3 2 0 0 0,1-2 0 0 0,-2 2 0 0 0,-3 1 0 0 0,0-1 0 0 0,-2 3 0 0 0,-1-2 0 0 0,-2 3 0 0 0,2-1 0 0 0,-2 2 0 0 0,-1 1 0 0 0,1-1 0 0 0,-2 2 0 0 0,-1-1 0 0 0,-1 2 0 0 0,-1 0 0 0 0,1 0 0 0 0,-1 1 0 0 0,-2 0 0 0 0,1 1 0 0 0,-2-1 0 0 0,1 1 0 0 0,0 0 0 0 0,1 2 0 0 0,1 0 0 0 0,0 0 0 0 0,1 2 0 0 0,1-1 0 0 0,0 0 0 0 0,0 2 0 0 0,3-1 0 0 0,0 1 0 0 0,0 1 0 0 0,1 1 0 0 0,2-2 0 0 0,-2 0 0 0 0,3 1-112 0 0,0-2 40 0 0,1 0 8 0 0,2 0 0 0 0,1 0-160 0 0,1-1-32 0 0,4 2-8 0 0,-1-2-5848 0 0,3 0-1176 0 0</inkml:trace>
  <inkml:trace contextRef="#ctx0" brushRef="#br0" timeOffset="1">2685 1590 3703 2944 2841,'1'-3'328'0'0,"-1"2"-264"0"0,0 1-64 0 0,0 0 0 0 0,1 1 0 0 0,-1-1 0 0 0,0 1 0 0 0,2-1 0 0 0,-1 2 0 0 0,-1-2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0,8-18 0 0 0,-6 19 0 0 0,-2-1 0 0 0,0 0 0 0 0,2 0 0 0 0,-2 0 0 0 0,2 0 0 0 0,-2 0 0 0 0,0-1 0 0 0,0 1 0 0 0,0-1 0 0 0,0 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64 0 0,0 0-64 0 0,0 0 0 0 0,0 0 0 0 0,0 0 0 0 0,0 0 0 0 0,0 0 0 0 0,0 0-72 0 0,0 0 72 0 0,0 0 200 0 0,0 0 64 0 0,0 0 16 0 0,0 0 8 0 0,0 0 96 0 0,0 0 24 0 0,0-19 0 0 0,0 18 8 0 0,0-2 136 0 0,2 1 24 0 0,-2 0 8 0 0,2-2 24 0 0,-2 2 96 0 0,1-1 16 0 0,-1 0 8 0 0,0-1 8 0 0,0 2 104 0 0,0-2 24 0 0,-1 2 0 0 0,1-1 8 0 0,-2 3-112 0 0,0-2-24 0 0,2 0-8 0 0,-2 1 8 0 0,2 0-288 0 0,-2 0-56 0 0,2 1-8 0 0,-2 0 0 0 0,2 0-248 0 0,-2 1-48 0 0,2 1-16 0 0,0 0 16 0 0,-2 2-88 0 0,2 1 0 0 0,0 2-96 0 0,-2 0 96 0 0,2 3-88 0 0,2 0 88 0 0,-2 0-96 0 0,0 3 96 0 0,0 3 0 0 0,2 3 0 0 0,-2 2 0 0 0,0 2 0 0 0,0 4 72 0 0,0-1 16 0 0,0 3 0 0 0,0-1 8 0 0,-2-3 56 0 0,2 0 8 0 0,-2 3 0 0 0,2-3 8 0 0,-1-4 8 0 0,1 4 0 0 0,-1 4 0 0 0,1-1 0 0 0,0-3-48 0 0,0 2 0 0 0,1 10-8 0 0,0 6 0 0 0,1-2-24 0 0,0-2-8 0 0,-2-1 0 0 0,2-5 0 0 0,0-3 0 0 0,-2-1 0 0 0,0-3 0 0 0,0 0 0 0 0,0 1-24 0 0,0-3-64 0 0,0-3 96 0 0,0-2-32 0 0,0 0 0 0 0,0-1-64 0 0,2-1 96 0 0,-2-1-32 0 0,2 1-64 0 0,-2-1 96 0 0,0-3-96 0 0,0-1 96 0 0,2-1-96 0 0,0-1 80 0 0,-1-3-80 0 0,-1 1 80 0 0,1-1-80 0 0,1-2 64 0 0,-1-2-64 0 0,-1 0 64 0 0,1-1-64 0 0,-1-1 0 0 0,1 0 72 0 0,-1-1-72 0 0,0 1 64 0 0,2-1-64 0 0,-2-1 64 0 0,0 2-64 0 0,0 1 64 0 0,0 0-64 0 0,0-4 64 0 0,1-1-64 0 0,-1 3 64 0 0,0 0-64 0 0,0 0 64 0 0,0 0-64 0 0,0 0 0 0 0,0 0 64 0 0,0 0-64 0 0,0 0 0 0 0,0 0 0 0 0,5-21 0 0 0,-5 17 0 0 0,0 1 0 0 0,0-1 0 0 0,-1-1 0 0 0,1 1 0 0 0,-1-1 0 0 0,-1 1 0 0 0,1-1 0 0 0,-2 1 0 0 0,1 0 0 0 0,-2-1 0 0 0,1 1 0 0 0,-1 1 0 0 0,0 0-64 0 0,0 2-16 0 0,0 0 0 0 0,-1 0 0 0 0,-2 1 0 0 0,2 1-8 0 0,-2 1 0 0 0,0 2 0 0 0,1 0 0 0 0,-1-1 88 0 0,-1 1-96 0 0,1 1 96 0 0,2 0-96 0 0,-2 0 96 0 0,2 0 0 0 0,1 1 0 0 0,-1-2 0 0 0,2 2 0 0 0,-1-1 0 0 0,3 2 0 0 0,0 0 0 0 0,2 0 0 0 0,0 0 0 0 0,3 1 0 0 0,1-2 0 0 0,2 0 0 0 0,1 0 0 0 0,0 0 0 0 0,2-1 0 0 0,3-1 0 0 0,0 0 0 0 0,0-1 0 0 0,-1 0 0 0 0,1 0 0 0 0,1-3 72 0 0,-2-2-72 0 0,1 0 80 0 0,2-3-80 0 0,-2-1 64 0 0,2 1-64 0 0,-3-2 64 0 0,0-1-64 0 0,-1-1 0 0 0,-2-2 72 0 0,-2 0-72 0 0,-1 2 0 0 0,-2-2 0 0 0,-2 0 0 0 0,-4 0 0 0 0,2 0 0 0 0,-4 0 0 0 0,0-2 0 0 0,-2 2 0 0 0,-1-1 0 0 0,-3 4 0 0 0,4 2-64 0 0,-1 1 64 0 0,1 1-72 0 0,-2 2 72 0 0,0 1-80 0 0,-4 1 80 0 0,1 1-72 0 0,-1 1 72 0 0,0 2-64 0 0,-1 0 64 0 0,1 1 0 0 0,-1 2 0 0 0,2-1 0 0 0,-1 1 0 0 0,2 0 0 0 0,1-1 0 0 0,-1 1 0 0 0,4 1 0 0 0,-1-1 0 0 0,3 0 0 0 0,0 0 0 0 0,3-1 0 0 0,0 1 0 0 0,2 0 0 0 0,2 0 0 0 0,1 1 64 0 0,0-2-64 0 0,1 1 0 0 0,1-1 0 0 0,0 1 0 0 0,1-1 0 0 0,1 1 0 0 0,-2 0 0 0 0,1-1 0 0 0,0 1 0 0 0,0-3 0 0 0,1-1 0 0 0,2-1 0 0 0,1-1 64 0 0,-1-1-64 0 0,1-1 80 0 0,3-3-80 0 0,-1-1 80 0 0,0 0-80 0 0,0-1 80 0 0,0-4-80 0 0,-1 0 64 0 0,-3 0-64 0 0,0 0 0 0 0,0-1 72 0 0,-6 1-72 0 0,0 0 0 0 0,-2 2 0 0 0,-1-2 0 0 0,-1 2 0 0 0,-3-3 0 0 0,-3 2 0 0 0,-1-1 0 0 0,-1 2 0 0 0,-2 1 0 0 0,0 1 0 0 0,-1 2 0 0 0,0 4 0 0 0,-2 0 0 0 0,-1 2-80 0 0,3 0 80 0 0,0 1-80 0 0,0 1 80 0 0,-2 2-80 0 0,-3 1 80 0 0,1 2 0 0 0,1 0 0 0 0,-2 0-64 0 0,3 1 64 0 0,0-1 0 0 0,3 0 0 0 0,1 1 0 0 0,2 0 0 0 0,1 0 0 0 0,2 0 0 0 0,1 1 0 0 0,3-2 0 0 0,1 1 0 0 0,0-1 0 0 0,1-4 0 0 0,2 1 0 0 0,-1 1 0 0 0,2-2 0 0 0,3 2 0 0 0,-1-1 0 0 0,2 0 0 0 0,-1 0 0 0 0,1-1 64 0 0,0-2-64 0 0,2 1 88 0 0,0-2-16 0 0,3-1 0 0 0,-3-1 0 0 0,2-1-72 0 0,-1-1 64 0 0,0-2-64 0 0,1-1 64 0 0,1 0-64 0 0,-3-3 64 0 0,1 0-64 0 0,-2 0 64 0 0,0 0-64 0 0,0-3 0 0 0,-1-1 0 0 0,-3 0 0 0 0,-1 3 0 0 0,-1-3 0 0 0,-3 0 64 0 0,-2 1-64 0 0,0 0 0 0 0,-2 2 0 0 0,-2 0 0 0 0,0 3 0 0 0,1 1 0 0 0,-3 2 0 0 0,-2 1 0 0 0,-1 0 0 0 0,1 2 0 0 0,-1 0 0 0 0,-1 2-80 0 0,1 0 80 0 0,2 1-72 0 0,0 1 72 0 0,-1 1-64 0 0,-1 1 64 0 0,1-1 0 0 0,1-1 0 0 0,-1 2 0 0 0,1 1-64 0 0,2-1 64 0 0,1 1 0 0 0,1 0 0 0 0,1 2 0 0 0,0 0 0 0 0,4 0 0 0 0,0 2 0 0 0,4-3 0 0 0,0 1 0 0 0,1 0 0 0 0,1-1 0 0 0,2-1 0 0 0,2 0 0 0 0,2-2 0 0 0,-1-1 0 0 0,2 0 0 0 0,-1-4 0 0 0,0 0 0 0 0,-1 0 0 0 0,3-4 0 0 0,-3 0 0 0 0,1-1 0 0 0,-3 1 64 0 0,2-3-64 0 0,-2-2 0 0 0,-1 1 72 0 0,0-1-72 0 0,-3-2 0 0 0,-1 2 0 0 0,-1-3 0 0 0,0 0 0 0 0,-2-1 0 0 0,-2 0 0 0 0,-1 3 0 0 0,0 0 0 0 0,-1 2 0 0 0,-2 0 0 0 0,-1 3 0 0 0,0 0 0 0 0,-3 3 0 0 0,3 1 0 0 0,-2 2-72 0 0,0 1 72 0 0,-1 1-64 0 0,-1 2 64 0 0,3 2-80 0 0,-3 1 80 0 0,1 5-80 0 0,1 1 80 0 0,0-3 0 0 0,0-1 0 0 0,1-1 0 0 0,2 2 0 0 0,0-2 0 0 0,1 0 0 0 0,4-2 0 0 0,0 1 0 0 0,0-2 0 0 0,0-3 0 0 0,2 1 0 0 0,0-2 0 0 0,3-1 0 0 0,-1 1 0 0 0,0-4 0 0 0,1 1 0 0 0,2-1 0 0 0,1 0 0 0 0,0-2 64 0 0,1 0-64 0 0,1-1 0 0 0,-1 3-88 0 0,0-3 88 0 0,0-1-280 0 0,2 1-8 0 0,-1 1 0 0 0,2 1-5888 0 0,-2-1-1184 0 0</inkml:trace>
  <inkml:trace contextRef="#ctx0" brushRef="#br0" timeOffset="2">2661 2694 1375 2906 2723,'1'0'128'0'0,"-1"0"-128"0"0,0 0 0 0 0,0 0 0 0 0,0 0 520 0 0,-1 0 88 0 0,1 0 8 0 0,-2 2 8 0 0,1-2 208 0 0,-2 0 32 0 0,3 0 16 0 0,0 0 0 0 0,0 0 152 0 0,0 0 32 0 0,0 0 8 0 0,0 0 0 0 0,0 0-40 0 0,0 0-8 0 0,0 0 0 0 0,0 0 0 0 0,0 0-264 0 0,0 0-56 0 0,-17 13-16 0 0,14-10 0 0 0,1 2-296 0 0,-2 0-56 0 0,0 0-16 0 0,-2 1 0 0 0,2 1-112 0 0,-2 0-24 0 0,-2 1-8 0 0,-3 2 0 0 0,-2 3-80 0 0,-2 0-24 0 0,2 0 0 0 0,-4 2 0 0 0,-5 2-72 0 0,-1 3 96 0 0,3-4-96 0 0,-2 2 96 0 0,-7 6-96 0 0,-2 2 96 0 0,-6 3-96 0 0,-1 2 96 0 0,1-3-96 0 0,-1 2 0 0 0,1 3 72 0 0,-2-3-72 0 0,2-7 80 0 0,2 0-16 0 0,7 1-64 0 0,-3-2 96 0 0,1-5-8 0 0,-1-1-8 0 0,5-1 0 0 0,0-2 0 0 0,3 0 16 0 0,6-3 8 0 0,2 0 0 0 0,1-2 0 0 0,-1 0 16 0 0,1 2 0 0 0,3-3 0 0 0,-1 1 0 0 0,0 0-24 0 0,-1 0-8 0 0,3 0 0 0 0,-1-1 0 0 0,2-1-88 0 0,0 0 64 0 0,5-2-64 0 0,-2 0 64 0 0,3-1-64 0 0,-1-1 0 0 0,3 0 72 0 0,-2-1-72 0 0,3 1 0 0 0,-2 0 64 0 0,0 0-64 0 0,2 0 0 0 0,0-2 0 0 0,-2 0 0 0 0,0 0 0 0 0,1 0 0 0 0,0 2 0 0 0,1-2 0 0 0,0 0 0 0 0,0 0 64 0 0,0 0-64 0 0,0 0 0 0 0,0 0 0 0 0,0 0 0 0 0,0 0 0 0 0,0 0 0 0 0,0 0 0 0 0,0 0 0 0 0,0 0 0 0 0,0 0 0 0 0,0 0 0 0 0,0 0 64 0 0,10-22-64 0 0,-10 18 0 0 0,3-1 0 0 0,-2 1 0 0 0,1 1 0 0 0,-1 0 0 0 0,0-1 0 0 0,1-1 0 0 0,-1 0 0 0 0,-1-1 0 0 0,0 2 0 0 0,-1-1 0 0 0,1 1 0 0 0,-3-1 0 0 0,2 3 0 0 0,-2-2 0 0 0,0 0 0 0 0,-1-1 0 0 0,0 2 0 0 0,0 1 0 0 0,0 0-96 0 0,-2 1 32 0 0,-1 1 0 0 0,1 0 0 0 0,0 3-8 0 0,-1-1 0 0 0,3 1 0 0 0,-2 0 0 0 0,-2 1 72 0 0,0 2 0 0 0,-1 1-72 0 0,-1 2 72 0 0,-1 0 0 0 0,2 1 0 0 0,0 0 0 0 0,-1 2 0 0 0,3 0 0 0 0,-1 0 0 0 0,4 0 0 0 0,1-2 0 0 0,3-1 0 0 0,0-2 0 0 0,3 1 0 0 0,1-1 0 0 0,4-1 0 0 0,1-1 0 0 0,0-3 72 0 0,3-1-72 0 0,2-1 104 0 0,0-3-8 0 0,2 0-8 0 0,-3 0 0 0 0,-2-1-24 0 0,1-1 0 0 0,0-1 0 0 0,-1-2 0 0 0,1 0-64 0 0,-1-1 0 0 0,-3 0 0 0 0,-2 0 64 0 0,0 1-64 0 0,-3-2 0 0 0,-1 0 0 0 0,-4 0 0 0 0,0 0 0 0 0,-1 2 0 0 0,-2 3 0 0 0,-2-2 0 0 0,-1 1 0 0 0,-1 2 0 0 0,-1 1 0 0 0,-3 3 0 0 0,1 2 0 0 0,0 0 0 0 0,-1 1 0 0 0,-1 5 0 0 0,1 0 0 0 0,-1 2 0 0 0,0 2 0 0 0,-1 1 0 0 0,5 0 0 0 0,1 0 0 0 0,-1 2 0 0 0,2-2 0 0 0,1 1 0 0 0,2-1 0 0 0,4-2 0 0 0,1 1 0 0 0,0-5 0 0 0,1-1 0 0 0,3 0 0 0 0,1-2 0 0 0,2-2 0 0 0,3-1 0 0 0,-1-1 0 0 0,1-3 0 0 0,5-2 0 0 0,0-2 64 0 0,0-3 0 0 0,-1 2 0 0 0,-2 1-64 0 0,0-1 80 0 0,2-2-80 0 0,-1-1 80 0 0,1-1-80 0 0,-3-1 0 0 0,1 0 0 0 0,-4 1 0 0 0,0 2 0 0 0,-3 0 0 0 0,-2-1 0 0 0,0-1-88 0 0,-3 2 88 0 0,-2-2-104 0 0,0 1 40 0 0,-3 2 64 0 0,1 1-80 0 0,-3 2 80 0 0,0 1 0 0 0,-2 0-72 0 0,-1 4 72 0 0,-2 1 0 0 0,1 2 0 0 0,-3 2-64 0 0,3 1 64 0 0,-1 1 0 0 0,-1 1 0 0 0,1 2 0 0 0,0 1 0 0 0,1 0 0 0 0,3 1 0 0 0,3-1 0 0 0,2-3 0 0 0,2 1 0 0 0,2-1 0 0 0,5-1 0 0 0,0-3-256 0 0,2-1 0 0 0,5 0-8 0 0,1-4-8896 0 0</inkml:trace>
  <inkml:trace contextRef="#ctx0" brushRef="#br0" timeOffset="3">1596 3476 2759 3213 2662,'-1'-3'120'0'0,"-1"2"32"0"0,2 0-152 0 0,-2 0 0 0 0,2 1 0 0 0,-2 0 0 0 0,2 0 704 0 0,-1-2 120 0 0,-2 2 16 0 0,1 0 8 0 0,-1-3 240 0 0,0 2 40 0 0,0 1 16 0 0,0-1 0 0 0,2 2-224 0 0,-2-2-48 0 0,2 0-8 0 0,-3 1 0 0 0,2 0-160 0 0,0 1-32 0 0,-2 0 0 0 0,-1 1-8 0 0,0 2-248 0 0,0-1-40 0 0,-3 5-16 0 0,-2-3 0 0 0,1 2-104 0 0,-3 3-16 0 0,0-1-8 0 0,-1 3 0 0 0,1-2 0 0 0,-3 4 0 0 0,-2 1 0 0 0,-2 0 0 0 0,-3 3-48 0 0,0 0-16 0 0,2-1 0 0 0,-3-2 0 0 0,1 0-40 0 0,-3 3 0 0 0,0 0-8 0 0,-2 0 0 0 0,0-1-48 0 0,-2 1-8 0 0,-1 1 0 0 0,-4 1 0 0 0,0 3-64 0 0,0-3 96 0 0,8-5-96 0 0,-1 2 96 0 0,-2 1 8 0 0,-1-1 8 0 0,1 0 0 0 0,1-1 0 0 0,0-3-112 0 0,3 0 0 0 0,0 1 0 0 0,2-4 0 0 0,4-2 72 0 0,3 0-72 0 0,1-1 64 0 0,2-1-64 0 0,1-1 88 0 0,2 1-24 0 0,2-2-64 0 0,-2 1 96 0 0,2 0-96 0 0,0-1 72 0 0,1 0-72 0 0,-1 0 64 0 0,3-1-64 0 0,-1 1 0 0 0,0-1 0 0 0,0 0 0 0 0,1 0 0 0 0,0 0 0 0 0,0-1 64 0 0,-1 1-64 0 0,2-1 0 0 0,0-1 0 0 0,0 2 72 0 0,0-1-72 0 0,1-1 64 0 0,1 0-64 0 0,0 1 80 0 0,2-2-80 0 0,0 0 72 0 0,0 0-72 0 0,0 0 64 0 0,0-2-64 0 0,2 1 0 0 0,0-1 0 0 0,-2 2 64 0 0,0 0-64 0 0,0 0 0 0 0,14-21 0 0 0,-9 12 0 0 0,1 2 0 0 0,-4 1 0 20-26,1 1 0-2-2,-2 0 0 0 3,1 0-88-18 25,-4 2 88 0 0,0 3-80 0 0,-1-2 80 17-28,-2 4-80-17 28,-1 0 80 0 0,0 1-104 0 0,-3 3 40 0 0,1 1 64 0 0,-5 1-104 0 0,3 3 40 0 0,-1 1 64 0 0,0 1-104 0 0,2 0 32 16-25,-1 0 8-16 25,4-2 0 0 0,-1 2 0 0 0,-1-2 64 0 0,3 1 0 0 0,1-2 0 0 0,1 0 0 0 0,2-2 0 0 0,1-3 0 0 0,0 3 0 0 0,3-5 0 0 0,1 0 0 0 0,2 0 0 0 0,0-2 0 0 0,0-1 64 0 0,3-1-64 0 0,1-3 64 0 0,2-1-64 17-28,1-4 64-17 28,3 0 0 0 0,-1-4 0 0 0,-2 2 0 0 0,-2 0 0 0 0,-2 2-64 0 0,-3-2 0 0 0,-2 2 0 0 0,-3 1 0 0 0,-1 1 0 0 0,-3 2 0 0 0,-1 1 0 0 0,-1 0 0 0 0,-2 4 0 0 0,1 0 0 0 0,-4 0 0 0 0,3 4 0 0 0,-5 1 0 0 0,3-1 0 0 0,0 3 0 0 0,1 0 64 0 0,1-1-64 0 0,2 2 0 0 0,-1-1 0 17-26,2-1 0-17 26,2 1 0 0 0,-1 0 0 0 0,2 0 0 0 0,1-1 0 0 0,1 0 0 0 0,0-1 0 0 0,3 0 0 0 0,0-3 0 0 0,0-1 0 0 0,0 0 0 0 0,1-1 0 0 0,0-1 0 0 0,2-2 0 0 0,-1 0 88 0 0,1-1-88 0 0,-2 0 96 0 0,2-3-96 0 0,1 1 0 0 0,-2-3 72 15-28,1 1-72-15 28,0-2 0 0 0,0 3 72 0 0,-2-2-72 0 0,-2 0 0 0 0,1 1 64 0 0,-3 3-64 0 0,0-3 0 0 0,-1 4 0 0 0,-1 1 0 0 0,1 1 0 0 0,-1 1 0 0 0,1 0 0 0 0,-2 1 0 0 0,0 0 0 0 0,0 2 0 0 0,1 1 0 0 0,-2 0 0 0 0,1 2-88 0 0,0 0 88 0 0,-2 1-104 0 0,2 2 104 0 0,-2-1-72 0 0,0 1 72 0 0,-2 0-64 0 0,1-1 64 0 0,-1 2 0 0 0,1-2 64 0 0,1 1-64 0 0,-1 0 0 0 0,0-1 0 0 0,1 2 0 0 0,0-3 64 0 0,2-3-64 0 0,1 2 0 0 0,1-2 64 0 0,1 0-64 0 0,2-1 0 0 0,1-2 72 0 0,3-1-72 0 0,0-2 0 0 0,3-1 72 0 0,0-2-72 0 0,4-2 0 0 0,-1-2 72 0 0,-2 3-72 0 0,-1-1 0 0 0,1 0 0 0 0,-1-1 0 0 0,-2 1-288 0 0,-2 3-16 0 0,-2-3-8 0 0,-1 3 0 0 0,0 2-976 0 0,-3-1-200 0 0,0 2-40 0 0,1 0-5816 0 0</inkml:trace>
  <inkml:trace contextRef="#ctx0" brushRef="#br0" timeOffset="4">1697 3453 2759 3270 2745,'-1'0'248'0'0,"0"0"-248"0"0,1 0 0 0 0,0 0 0 0 0,0 2 512 0 0,0-2 64 0 0,-2-2 0 0 0,1 2 8 0 0,0-1 360 0 0,2 0 72 0 0,-2 0 8 0 0,1 1 8 0 0,0 0-168 0 0,0 0-40 0 0,0 0-8 0 0,0 0 0 0 0,0 0-8 0 0,0 0 0 0 0,0 0 0 0 0,0 0 0 0 0,0 0-72 0 0,0 0-24 0 0,-7 22 0 0 0,6-11 0 0 0,0 3-280 0 0,-1 3-56 0 0,1 3-16 0 0,0 1 0 0 0,-1 4-48 0 0,0 2-16 0 0,2-1 0 0 0,0 0 0 0 0,4-1-40 0 0,-3-1-16 0 0,0 1 0 0 0,1 1 0 0 0,-2 2-80 0 0,1-1-24 0 0,0 3 0 0 0,-1-1 0 0 0,0 1-32 0 0,2-1-8 0 0,-2 0 0 0 0,0-2 0 0 0,0-1-8 0 0,0 0-8 0 0,0 0 0 0 0,0 0 0 0 0,-2-1 0 0 0,1-2 0 0 0,1 0 0 0 0,-1 0 0 0 0,-2-2 0 0 0,2-1 0 0 0,-1 0 0 0 0,0-4 0 0 0,0 1-80 0 0,1-4 96 0 0,0 3-96 0 0,-1-2 96 0 0,1-1-32 0 0,1-3-64 0 0,0-2 96 0 0,0-3-32 0 0,0 0-64 0 0,0-2 64 0 0,0-1-64 0 0,1-2 64 0 0,1 0-64 0 0,-1-1 64 0 0,0-1-64 0 0,1-2 64 0 0,0 1-64 0 0,1-2 96 0 0,0-1-96 0 0,-1-1 96 0 0,0 0-96 0 0,0-1 0 0 0,0-1 72 0 0,-1 1-72 0 0,0 0 0 0 0,-1-2 0 0 0,0 3 0 0 0,0-1 0 0 0,-1 0 0 0 0,0 0 0 21-26,-1 0 0-4 0,0 1 0-17 26,-1 4 0 19-28,-1-2 0-1 0,-1 1 0-1 2,1 2-64-17 26,-3 1-16 18-28,0 1 0-18 28,0 3 0 0 0,-2 4 0 0 0,0 0 0 0 0,0 1 0 0 0,-2 3 0 0 0,0 1 0 0 0,2 0 80 0 0,1-1 0 0 0,0-1-72 0 0,1 2 72 0 0,1 2 0 0 0,-1 1 0 0 0,3 2 0 0 0,1-1 0 0 0,3-5 0 0 0,3 0 0 0 0,0-2 0 0 0,1-2 0 0 0,2-1 0 0 0,2-1 0 0 0,0-1 0 0 0,1-2 0 0 0,1-1 0 0 0,-1-2 0 17-27,-1-1 0-17 27,2 0 64 0 0,1-5-64 0 0,1 0 96 0 0,-1-1-96 0 0,0-3 96 0 0,-2 2-96 0 0,-1 0 0 0 0,-1-1 72 0 0,-3 3-72 0 0,0 0 0 0 0,-2 0 0 0 0,0 1 0 0 0,-4 1 0 0 0,2 1 0 0 0,0 2 0 0 0,-5 0 0 0 0,1 2 0 0 0,1 0 0 0 0,-2 1 0 0 0,0 2 0 0 0,-2 2 0 0 0,1 3 0 0 0,-1-1 0 0 0,1 0 0 0 0,2-1 0 0 0,2-1 0 0 0,0 0 0 0 0,2 0 0 0 0,2-2 0 0 0,0 0 0 0 0,2-2 0 0 0,2 0 0 0 0,1-2 0 0 0,3-1 0 0 0,1-2 0 0 0,-1-2 0 0 0,2 0 0 0 0,2-2-96 0 0,1-1 16 0 0,-2-2 8 0 0,-1 0 0 0 0,-3 2-24 0 0,-1 0 0 0 0,-2 3 0 0 0,-4-1 0 0 0,0 1 96 0 0,-4-1-104 0 0,0 3 40 0 0,-5-1 64 0 0,-1 1 0 0 0,-4 1 0 0 0,-3 1 0 0 0,-1 0 0 0 0,0 2 0 0 0,-1 2 0 0 0,0-1 0 0 0,-1 3 0 0 0,3-1 0 0 0,1 2 0 0 0,3-3 0 0 0,5 1 0 0 0,2-1 0 0 0,2-2 0 0 0,4 0 0 0 0,2-2 0 0 0,4-2-416 0 0,2-3-40 0 0,3-2-16 0 0,2-4-8616 0 0</inkml:trace>
  <inkml:trace contextRef="#ctx0" brushRef="#br0" timeOffset="5">1806 3422 5063 3212 2783,'-4'-4'224'0'0,"1"3"48"0"0,0-1-272 0 0,2 2 0 0 0,0-2 0 0 0,-1 0 0 0 0,2 2 952 0 0,-1 0 136 0 0,0-2 24 0 0,-1 2 8 0 0,0 0 120 0 0,2 0 24 0 0,-2 3 8 0 0,2-2 0 0 0,0 3-472 0 0,0 1-96 0 0,2-1-24 0 0,0 3 0 0 0,0 0-112 0 0,2 3-24 0 0,1 0-8 0 0,2 1 0 0 0,0 2-192 0 0,5 0-40 0 0,-1 4-8 0 0,4 1 0 0 0,1 1-40 0 0,3 4-16 0 0,-1 1 0 0 0,1 0 0 0 0,0 2-48 0 0,-1-1 0 0 0,1 1-8 0 0,0-2 0 0 0,-3 1-56 0 0,1 0-16 0 0,1 1 0 0 0,0 0 0 0 0,-1 2-16 0 0,0 0 0 0 0,1-3 0 0 0,-3 1 0 0 0,-1-3-16 0 0,1 0-8 0 0,1 4 0 0 0,3-1 0 0 0,-2 2 16 0 0,0-5 0 0 0,1 1 0 0 0,-2-2 0 0 0,0-2 8 0 0,-2-1 8 0 0,1 0 0 0 0,0-1 0 0 0,0 0 0 0 0,-2-4 0 0 0,-3-1 0 0 0,4 0 0 0 0,-1 2-16 0 0,2 1-8 0 0,-1-3 0 0 0,-1 0 0 0 0,0-1-80 0 0,-1 0 80 0 0,0-1-80 0 0,-2-2 80 0 0,0 0-80 0 0,-2-2 0 0 0,-1-1 72 0 0,-2-3-72 0 0,-1-1 64 0 0,0 1-64 0 0,-2-2 64 0 0,0 1-64 0 0,0 0 0 0 0,0-1 64 0 0,0-1-64 0 0,-2 1 0 0 0,2-1 64 0 0,-2 1-64 0 0,0-1 64 0 0,2 2-64 0 0,-2-2 0 0 0,0 0 64 0 0,0 0-64 0 0,0 0 0 0 0,0 0 0 0 0,0 0 0 0 0,0 0 0 0 0,0 0 64 18-25,0 0-64-18 25,0 0 0 0 0,0 0 0 0 0,0 0 0 0 0,0 0 0 0 0,0 0 0 0 0,0 0 0 0 0,0 0 0 0 0,0 0 0 18-25,0 0 0-18 25,0 0 0 0 0,0 0 0 0 0,0 0 0 0 0,0 0 0 0 0,0 0 0 0 0,0 0 0 0 0,0 0 0 0 0,0 0 0 0 0,0 0 0 0 0,-8-23 0 0 0,8 15 0 0 0,-1-1 0 0 0,0 2 0 0 0,-2 0 0 0 0,1 1-64 0 0,-4 2 0 20-25,0-1 0-20 25,-2 0 0 0 0,-2 4-32 0 0,3-1-8 0 0,3 2 0 0 0,-4 0 0 0 0,2 3 8 0 0,-3 1 0 0 0,-1 2 0 0 0,1 1 0 0 0,-2 2 96 0 0,2 2-72 0 0,2-2 72 0 0,1 1-64 0 0,0 1 64 0 0,1 2 0 0 0,2 0 0 0 0,1 1 0 0 0,2 1 0 0 0,2-2 0 0 0,2-3 0 0 0,3 0 0 0 0,2-1 0 0 0,4-3 0 0 0,-3-1 0 0 0,3-3 0 0 0,3-1 0 0 0,3-2 0 0 0,2-3 0 0 0,-1-1 0 18-25,0-1 0-18 25,-2-3 0 0 0,-1-2 0 0 0,-3 1 0 16-27,-3 2 0-16 27,-1-2 0 0 0,-4 3 0 0 0,0-1-64 0 0,-4 1 64 0 0,1 1-64 0 0,-3-1 64 0 0,-3 2-64 20-26,1 0 64-20 26,-2 0 0 0 0,0 2 0 0 0,-3 1 0 0 0,0 2 0 0 0,0 0 0 0 0,-1 2 0 16-28,-2 2 0-16 28,1 1 0 0 0,-2 1 0 0 0,0 2 0 0 0,0 1 0 0 0,1 2 0 0 0,1-1 0 0 0,1 1 0 0 0,1 0 64 0 0,2-2-64 0 0,2 1 0 0 0,3-3 0 0 0,0-1 64 0 0,4-1-64 0 0,3-1 0 0 0,-1 0 0 0 0,4-3 64 0 0,1-1-64 0 0,4-3 0 0 0,1-1 0 0 0,3-5 0 0 0,-1 1 0 0 0,0-1 0 0 0,2-4 0 0 0,-1 0 0 0 0,-2-1 0 0 0,-1 1-64 0 0,-4 1 64 0 0,-1 0-96 0 0,-3 1-8 0 0,-3 1-8 0 0,-2 0 0 0 0,-3 1 0 0 0,-4 0 32 0 0,-4 0 8 0 0,-1 3 0 0 0,1 2 0 0 0,-2 0 72 0 0,-3 3 0 0 0,-6 2 0 0 0,-5 3 0 0 0,0 2 160 0 0,-3 1-8 0 0,3 2 0 0 0,1-1 0 0 0,2 1-8 0 0,4-1 0 0 0,1 1 0 0 0,2-2 0 0 0,5 2-32 0 0,1-2-8 0 0,2-1 0 0 0,4-1 0 0 0,2 1-104 0 0,2-1 0 0 0,2-3 0 0 0,2 0 0 0 0,4-2-264 0 0,3-2-56 0 0,4-1 0 0 0,7-3-9664 0 0</inkml:trace>
  <inkml:trace contextRef="#ctx0" brushRef="#br0" timeOffset="6">2861 2707 2303 3158 3177,'-3'0'200'0'0,"-1"2"-200"0"0,1-1 0 0 0,2-1 0 0 0,0 0 592 0 0,-1 0 80 0 0,-2 1 8 0 0,-2 0 8 0 0,-1 1 224 0 0,1 0 48 0 0,-2-1 0 0 0,4 0 8 0 0,4-1-80 0 0,-2 1-24 0 0,4-1 0 0 0,2-1 0 0 0,1 1-256 0 0,1-1-48 0 0,2 1-16 0 0,4 0 0 0 0,-2 0-72 0 0,1 1-24 0 0,2 1 0 0 0,0 2 0 0 0,2-1 16 0 0,0 2 0 0 0,3 3 0 0 0,3-1 0 0 0,0 3-136 0 0,4-1-24 0 0,2 3-8 0 0,2-1 0 0 0,3 2-40 0 0,2 0 0 0 0,4 0-8 0 0,-3-2 0 0 0,-5-2-56 0 0,6 2-16 0 0,6 2 0 0 0,-3 0 0 0 0,-5-2-16 0 0,2 3-8 0 0,6 2 0 0 0,1 1 0 0 0,0 2-32 0 0,-1-1-8 0 0,0 0 0 0 0,-1-1 0 0 0,-1-1-16 0 0,1 1 0 0 0,-1 0 0 0 0,-1-1 0 0 0,2-1-8 0 0,-3-1-8 0 0,-1 1 0 0 0,0-2 0 0 0,0-1-16 0 0,-2 0 0 0 0,1-1 0 0 0,-3-1 0 0 0,0 0-64 0 0,-3-1 0 0 0,-4-2 72 0 0,0 0-72 0 0,0-1 64 0 0,-1 0-64 0 0,-4-1 80 0 0,0-1-80 0 0,1 0 64 0 0,-3-2-64 0 0,-2-1 0 0 0,-1-1 72 0 0,-3 2-72 0 0,-1 1 96 0 0,-2-2-96 0 0,-1 1 96 0 0,-3-1-96 0 0,0 0 0 0 0,-1 2 72 0 0,-1-3-72 0 0,-1 2 0 0 0,1 0 0 0 0,-2 0 0 0 0,1 1 64 0 0,-1-1-64 0 0,2 0 0 0 0,-2 1 64 0 0,0 0-64 0 0,2-2 0 0 0,-2 1 0 0 0,2 0 0 0 0,0 0 64 0 0,-1 0-64 0 0,-1-1 0 0 0,2 1 0 0 0,-1 0 64 0 0,1 0-64 0 0,-1-2 64 0 0,-1 3-64 0 0,1-1 64 0 0,-2 0-64 0 0,2-1 64 0 0,-2 0-64 0 0,1 0 64 0 0,-1 0-64 0 0,1-1 0 0 0,-2 0 0 0 0,0 0 0 0 0,0 0 0 0 0,2-1 0 0 0,-2 0 0 0 0,0-1 0 0 0,0-1 0 0 0,-2-1 0 0 0,2 0 0 0 0,-3-1 64 0 0,0 1-64 0 0,-2-1 0 0 0,-2 0 0 0 0,-1 0 0 0 0,0 0 0 0 0,-2 3 0 0 0,-4 2 0 0 0,-1 0 0 0 0,2 2 0 0 0,-3 1 0 0 0,-1 3 0 0 0,-2 1 0 0 0,3 0 0 0 0,0 1 0 0 0,0 2 0 0 0,3 0-64 0 0,2-1 64 0 0,1 0 0 0 0,5 1 0 0 0,1-1 0 0 0,1 0 0 0 0,3-1 0 0 0,0-3 0 0 0,0 0 0 0 0,3 1 0 0 0,1 0 0 0 0,3 0 0 0 0,1-1 0 0 0,3 0 0 0 0,1-2 0 0 0,-1-1 0 0 0,3 0 0 0 0,1-2 0 0 0,-1 0 0 0 0,2-3 0 0 0,-1-1 64 0 0,1 0-64 0 0,-1-3 0 0 0,-1 0 0 0 0,-1-1 0 0 0,0-2 0 0 0,-5 0 0 0 0,-2 2 0 0 0,0 0 0 0 0,-2-2 0 0 0,-2 1 0 0 0,0 0 0 0 0,-4 0 0 0 0,1 1 0 0 0,-3 0 0 0 0,0 2 0 0 0,-3 0 0 0 0,1 3 0 0 0,-4-1 0 0 0,1 3 0 0 0,-3 0 0 0 0,-1 2 0 0 0,-1 2 0 0 0,1 2 0 0 0,-1 0-64 0 0,3 1 64 0 0,-3 0 0 0 0,1 4 0 0 0,-1 0 0 0 0,2 1 0 0 0,2 2 0 0 0,2-2 0 0 0,3-2 0 0 0,1 1 0 0 0,1-2 0 0 0,3-1 0 0 0,0 1 0 0 0,3-2 0 0 0,1 1 0 0 0,0-2 0 0 0,1-1 0 0 0,3 0 0 0 0,1-2 0 0 0,2-1 0 0 0,1-1 0 0 0,1-1 0 0 0,1-3 0 0 0,1 0 0 0 0,-4 0 0 0 0,0 1 0 0 0,2-5 0 0 0,3 0 0 0 0,0-4 64 0 0,0 0-64 0 0,-2 1 0 0 0,-3 0 0 0 0,-3 0-64 0 0,-4 2 64 0 0,-2 1-104 0 0,-2-1 40 0 0,-2 2 64 0 0,-4 1-80 0 0,-2 2 80 0 0,-1 1 0 0 0,-3 3-72 0 0,2 0 72 0 0,-1 2 0 0 0,-3 0 0 0 0,1 1 0 0 0,-2 3 0 0 0,1 0 88 0 0,0 2-88 0 0,2-2 96 0 0,3 1-24 0 0,1-1 0 0 0,2 1 0 0 0,2-3 0 0 0,3 1-72 0 0,2-1 0 0 0,-1 0 72 0 0,3-1-72 0 0,2 0 0 0 0,2-1 0 0 0,1-1 0 0 0,0 1 0 0 0,2-2 0 0 0,0 0 64 0 0,1-2-64 0 0,-2 0 0 0 0,0 0 0 0 0,-1 0 64 0 0,-3-1-64 0 0,-1 2 0 0 0,0-2 0 0 0,0 2 0 0 0,-4-1 0 0 0,4 1 0 0 0,-4-1 0 0 0,2 2 0 0 0,-1-2 0 0 0,1 1 0 0 0,-1 1 0 0 0,-1-1 0 0 0,1 0 0 0 0,1-1 0 0 0,-1 2 0 0 0,0 0 0 0 0,1-2 0 0 0,-2 2 0 0 0,0 0 0 0 0,0 0-64 0 0,0 0 64 0 0,0 0-64 0 0,0 0 64 0 0,0 0-104 0 0,0 0 40 0 0,0 0 64 0 0,0 0-112 0 0,0 0 40 0 0,0 0 8 0 0,0 0 0 0 0,0 0-24 0 0,0 0 0 0 0,0 0 0 0 0,0 0 0 0 0,0 0-64 0 0,0 0-8 0 0,0 0-8 0 0,0 0 0 0 0,0 0-456 0 0,0 0-88 0 0,0 0-24 0 0,0 0 0 0 0,0 0-960 0 0,0 0-192 0 0</inkml:trace>
  <inkml:trace contextRef="#ctx0" brushRef="#br0" timeOffset="7">4407 3338 919 2987 3505,'0'-2'80'0'0,"0"2"-80"0"0,0-2 0 0 0,0 1 0 0 0,0 1 632 0 0,-1 0 104 0 0,1 0 32 0 0,-2-1 0 0 0,2 1 512 0 0,-2-2 96 0 0,-1 2 32 0 0,3 0 0 0 0,0 0-280 0 0,0 0-48 0 0,0 0-16 0 0,-18 18 0 0 0,14-10-496 0 0,0 0-104 0 0,0 4-16 0 0,-1 5-8 0 0,-1 5-56 0 0,-1 1-16 0 0,-1 5 0 0 0,-4 7 0 0 0,0 2 40 0 0,-3 3 8 0 0,-1 4 0 0 0,-3-2 0 0 0,3-9 32 0 0,-3 2 0 0 0,-2 3 8 0 0,-5 1 0 0 0,2 1-120 0 0,0-1-24 0 0,1-1-8 0 0,0-2 0 0 0,4-3-48 0 0,1-2-16 0 0,2-3 0 0 0,3-2 0 0 0,2-5-128 0 0,3-2-24 0 0,2-4-8 0 0,0-2 0 0 0,2-2-16 0 0,1-2 0 0 0,2-3 0 0 0,0-2 0 0 0,1-1 0 0 0,0 0-64 0 0,0-2 96 0 0,0-2-32 0 0,0-2 0 0 0,0 0-64 0 0,1 2 96 0 0,-1-3-32 0 0,0-1 24 0 0,0 5 0 0 0,0 0 0 0 0,0 0 0 0 0,1-22-88 0 0,-1 16 0 0 0,0-1 0 0 0,-1 0 0 0 0,0 1 0 0 0,-2-1 0 0 0,-1-1 0 0 0,0 0 0 0 0,0 3 0 0 0,-1 0 0 0 0,0 0 0 0 0,-3 3 0 0 0,2 0 0 0 0,-1 1 0 0 0,-1-1 0 0 0,-1 2 0 0 0,0 2 0 0 0,-2 1 0 0 0,1 3-64 0 0,-4 0 64 0 0,1 2-64 0 0,-3 3 64 0 0,1-1-80 0 0,0 3 80 0 0,1 0 0 0 0,0 1 0 0 0,1 1 0 0 0,1-1 0 0 0,0 0 0 0 0,1 0 0 0 0,2 1 0 0 0,-1-1 0 0 0,5 2 0 0 0,1-3 0 0 0,3-1 0 0 0,1-3 0 0 0,1-2 0 0 0,2-1 0 0 0,3 1 0 0 0,2-2 0 0 0,3-1 0 0 0,0-2 0 0 0,4-2 0 0 0,-2 0 0 0 0,0-2 0 0 0,1-1 104 0 0,-1-1-32 0 0,1 0-8 0 0,1-1-64 0 0,-1-2 64 0 0,-4 1-64 0 0,0 0 64 0 0,-1-1-64 0 0,-1 0 0 0 0,-3 0 0 0 0,-1 0 0 26-21,-1 0 64-26 21,-2 0-64 27-19,-1 0 0-27 19,-2 0 64 0 0,-2 2-64 0 0,0 2 0 0 0,-1-1 0 0 0,-1 3 0 0 0,-2-1-64 26-21,0 4 64-26 21,0 0 0 0 0,-1 1 0 0 0,-1 3 0 0 0,1 1 0 0 0,-2 0-72 0 0,1 2 72 0 0,-2 1 0 0 0,2 1 0 0 0,2-4 0 0 0,3 2 0 0 0,-1 0 0 0 0,2-1 0 0 0,2 1 0 0 0,-1 0 0 0 0,3-1 0 25-21,1-1 0-25 21,2-1 0 0 0,2-1 0 0 0,-1-2 0 0 0,5-1 0 0 0,0 0 0 0 0,2-2 0 0 0,-2 0 0 0 0,1-2 0 0 0,4-1 0 0 0,1-3 0 0 0,3 0 80 0 0,-1-1-80 0 0,-2-1 80 25-19,-1 2-80-25 19,-5 0 0 0 0,1-1 0 0 0,2 0 0 0 0,-3-3 0 0 0,-1 3 0 0 0,-3-2 0 0 0,-2 0-72 0 0,-3-1 72 0 0,0 4-64 0 0,-3-1 64 0 0,-1 2 0 0 0,-1-2-72 0 0,-3-2 72 0 0,-3-3 0 0 0,0 1 0 0 0,-1 1 0 0 0,-1 3-72 0 0,1 2 72 0 0,2 3-80 0 0,-1 2 80 0 0,0 1-72 0 0,0 2 72 0 0,2 0-64 0 0,-1 3 64 0 0,1 2 0 0 0,1 1-64 0 0,2-2 64 0 0,-1 3 0 0 0,2 2 0 0 0,2-3 0 0 0,0-1 0 0 0,2-1-64 0 0,1-1 64 0 0,1 1-104 0 0,3-3 40 0 0,-1-1 64 0 0,1 0-328 0 0,1 0-8 0 0,1-3 0 0 0,0 2 0 0 0,1-2-816 0 0,1 0-168 0 0,0 0-32 0 0,0-2-8 0 0,1 2-480 0 0,1 0-96 0 0</inkml:trace>
  <inkml:trace contextRef="#ctx0" brushRef="#br0" timeOffset="8">3915 4315 1375 3063 3041,'-2'-1'64'0'0,"1"0"8"0"0,1 1-72 0 0,-1-2 0 0 0,1 2 0 0 0,0 0 0 0 0,0 0 544 0 0,0 0 96 0 0,0-1 24 0 0,-2 0 0 0 0,2 0 104 0 0,0 1 16 0 0,0 0 8 0 0,0 0 0 0 0,0 0-240 0 0,0 0-40 0 0,0 0-16 0 0,0 0 0 0 0,18-15-56 0 0,-17 13-16 0 0,2 0 0 0 0,-1 1 0 0 0,0-1 136 0 0,-1 0 24 0 0,2 0 8 0 0,-2 0 0 0 0,-1 2 104 0 0,1-2 16 0 0,-1 2 8 0 0,0-1 0 0 0,0 1-40 0 0,0-1-8 0 0,0 0 0 0 0,0-1 0 0 0,0 2-240 0 0,2 0-48 0 0,-2 0-16 0 0,0 0 0 0 0,0 0-176 0 0,0 0-40 0 0,0 0-8 0 0,0 0 0 0 0,0 0-8 0 0,0 0 0 0 0,0 0 0 0 0,0 0 0 0 0,0 0-8 0 0,0 0-8 0 0,0 0 0 0 0,0 0 0 0 0,0 0-32 0 0,0 0-8 0 0,0 0 0 0 0,0 0 0 0 0,0 0-16 0 0,0 0-64 0 0,0 0 96 0 0,0 0-32 0 0,0 0-64 0 0,0 0 64 0 0,0 0-64 0 0,0 0 64 0 0,0 0-64 0 0,0 0 80 0 0,0 0-80 0 0,0 0 80 0 0,0 0-80 0 0,0 0 0 0 0,0 0 0 0 0,0 0 64 0 0,0 0-64 0 0,0 0 0 0 0,0 0 0 0 0,0 0 64 0 0,0 0-64 0 0,0 0 0 0 0,0 0 72 0 0,0 0-72 0 0,0 0 0 0 0,0 0 72 0 0,0 0-72 0 0,0 0 0 0 0,0 0 64 0 0,0 0-64 0 0,-18 11 0 0 0,16-9 0 0 0,0 1 0 0 0,0 1 0 0 0,-1-1 64 0 0,0 1-64 0 0,-1 2 0 0 0,1-1 0 0 0,-1 3 64 0 0,0-1-64 0 0,0 1 0 0 0,-3 4 0 0 0,0 1 64 0 0,-2 0-64 0 0,1 0 0 0 0,-2 2 0 0 0,1-1 64 0 0,-3 1-64 0 0,0 5 0 0 0,-3 0 64 0 0,0 2-64 0 0,-2 2 0 0 0,3-1 80 0 0,-4 2-80 0 0,3 0 64 0 0,-3-2-64 0 0,2-2 96 0 0,0 1-32 0 0,-3-1 0 0 0,2 0 0 0 0,-2-1 0 0 0,3-1 0 0 0,2-1 0 0 0,-4 2 0 0 0,-1 2 0 0 0,-2 3-64 0 0,-2 3 96 0 0,1 0-32 0 0,1-2 0 0 0,-2 1-64 0 0,3-1 96 0 0,-2-2-32 0 0,1-2 0 0 0,3-1-64 0 0,0-2 96 0 0,3-3-32 0 0,1-1 16 0 0,1 0 0 0 0,3-2 0 0 0,-1 0 0 0 0,1 0-80 0 0,2-3 80 0 0,0 1-80 0 0,1-1 80 0 0,1-1-80 0 0,-2 0 0 0 0,3 0 0 0 0,0-3 64 0 0,0 1-64 0 0,-1 0 0 0 0,1-1 0 0 0,1-2 64 0 0,0 1-64 0 0,0-3 0 0 0,1 2 0 0 0,2-3 64 0 0,-1 0-64 0 0,2 0 0 0 0,-2-1 0 0 0,2 0 64 0 0,2-1-64 0 0,-2 0 0 0 0,0-2 0 0 0,0 1 0 0 0,0 2 0 0 0,0 0 64 0 0,9-17-64 0 0,-5 10 64 0 0,-2-2-64 0 0,4-2 0 0 0,-2 2 0 0 0,0 0 0 24-25,0-2 0-3 3,-3 2 0 1-2,0 1-88-22 24,-1 1 88 0 0,0 1-96 21-23,-2 2 16-21 23,-1-1 8 0 0,-1 2 0 22-24,0 0-24-22 24,-1 2-8 0 0,-3 1 0 0 0,1 1 0 0 0,1 0 8 0 0,-3 3 0 0 0,-1-1 0 0 0,-1 4 0 0 0,2-1 32 0 0,-4 3 64 0 0,-1 2-104 0 0,1-1 40 0 0,1 0 64 0 0,-2 1 0 0 0,3 4 0 0 0,-3-1 0 0 0,5-3 0 0 0,-1 2 0 0 0,2-1 0 0 0,3 0 0 0 0,-1-3 0 0 0,4 1 0 0 0,0-2 0 0 0,2 2 0 0 0,0-3 0 0 0,2-1 0 0 0,2-1 0 20-25,0-1 0-20 25,4-1 64 0 0,-1 0-64 0 0,3-2 64 0 0,1-2-64 0 0,-1-2 96 0 0,1 0-24 0 0,0-1 0 0 0,1-3 0 0 0,0 0-72 0 0,-2-1 96 0 0,0 2-96 0 0,-2-2 96 0 0,0 1-96 0 0,-4-1 0 0 0,0 0 0 0 0,-3 0 0 0 0,1 1 0 0 0,-4 0 0 0 0,0 2 0 0 0,-1 1 0 0 0,-1 0 0 0 0,-1 1 0 0 0,-1 3-64 0 0,1 0 64 0 0,-1 0-88 0 0,2 0 24 0 0,-2 4 0 0 0,-1 1 0 0 0,1-1 64 0 0,-1 1-80 0 0,2 1 80 0 0,2-1-80 0 0,0-1 80 0 0,2-1 0 0 0,0 1 0 0 0,1-2 0 0 0,1 2 0 0 0,0-1 0 0 0,3-1 0 0 0,-1 1 0 0 0,1-2 0 0 0,1 1 0 0 0,-1 0 0 0 0,0-2 0 0 0,1 0-128 0 0,-1 1 24 0 0,0-1 0 0 0,0 0 0 0 0,2 0-56 0 0,-2-1-16 0 0,0 1 0 0 0,-1 0 0 0 0,1-2 0 0 0,-2 2 0 0 0,0 0 0 0 0,-1-1 0 19-23,0 1 8-19 23,-1-1 0 0 0,0 0 0 0 0,0-2 0 0 0,0 2 168 0 0,-1-1 0 0 0,1 0-72 0 0,-1-1 72 0 0,-1 1 0 0 0,2 2 0 0 0,0 0 0 0 0,0 0 0 0 0,0 0 0 0 0,0 0 0 0 0,0 0 64 0 0,0 0-64 0 0,0 0 64 0 0,0 0 0 0 0,0 0-64 0 0,-19 7 96 0 0,15-5 0 0 0,0 2 0 0 0,0-1 0 0 0,0 1 0 0 0,1 1-8 0 0,-4-1-8 0 0,0 3 0 0 0,1 2 0 0 0,-4-1-16 0 0,1 2-64 0 0,-1 1 96 0 0,1 0-32 0 0,-3 2 0 0 0,0 0-64 0 0,-1 3 96 0 0,-3 1-32 0 0,-1 2 0 0 0,-2 1-64 0 0,-3 1 96 0 0,-1 0-32 0 0,2 3 16 0 0,-4-2 0 0 0,1 3 0 0 0,-3-3 0 0 0,5 0-8 0 0,-2-1 0 0 0,1 0 0 0 0,0-1 0 0 0,2 1-8 0 0,-1-1 0 0 0,3-2 0 0 0,-1-1 0 0 0,0 1-64 0 0,1-5 64 0 0,4 0-64 0 0,0-3 64 0 0,2 0 16 0 0,0-1 0 0 0,2-2 0 0 0,0 0 0 0 0,-1 0 0 0 0,2-1 0 0 0,-1 1 0 0 0,1 0 0 0 0,2-2-8 0 0,-1 0 0 0 0,3-1 0 0 0,-1 0 0 0 0,2 0-72 0 0,1-1 64 0 0,1-1-64 0 0,1-2 64 0 0,2 0-64 19-24,0 0 0-19 24,0 0 0 0 0,1-2 0 0 0,0 0 0 0 0,2-2 0 0 0,0 1 0 0 0,-1 0 64 20-25,1 0-64-20 25,-1-2 0 21-26,1 0 0-21 26,0 1 0 22-31,-1 0 0-1 3,-2 2-72-3 2,0-1 72-18 26,0 1-80 0 0,0 0 80 0 0,-2 2-96 0 0,0 0 96 0 0,-2 2-96 18-27,2 0 24-18 27,-3 3 0 18-27,1-1 0-18 27,-2 4 0 18-28,2 0 72-18 28,-1 2-96 17-28,1 0 96-17 28,-1 0-96 0 0,2 0 96 0 0,0 0 0 0 0,0 1 0 0 0,3-1 0 0 0,0-2 0 0 0,0-2 0 0 0,2-1 0 0 0,0-1 0 0 0,3-1 0 16-28,0-2 0-16 28,2-1 0 0 0,-2-2 0 0 0,3 0 0 0 0,1-3 0 0 0,0-3 0 17-27,-1 3-64-17 27,-1-3 64 0 0,0 0-96 0 0,0-2 96 0 0,-2 3-96 0 0,-2-2 96 17-30,-1 2-104-2 3,0 0 40-15 27,-2 0 64 0 0,-2 1-96 0 0,-2 1 96 0 0,0 0-96 0 0,-1-1 96 0 0,0 2-88 0 0,-1 1 88 0 0,-1 1-64 0 0,-1 0 64 0 0,4 2-72 0 0,0 0 72 0 0,2 0-80 0 0,-1 0 80 0 0,1 0-104 0 0,0 0 24 0 0,1 1 8 0 0,1-1 0 0 0,0 1-232 0 0,4 1-48 0 0,1-2 0 0 0,-5 0-5712 0 0,0 0-1136 0 0</inkml:trace>
  <inkml:trace contextRef="#ctx0" brushRef="#br0" timeOffset="9">3181 5326 6911 3212 2416,'-6'-2'304'0'0,"5"1"64"0"0,0 0-296 0 0,0-1-72 0 0,1 2 0 0 0,0-2 0 0 0,0 2 696 0 0,0-1 120 0 0,0 0 24 0 0,1-1 8 0 0,0 1-48 0 0,-1 1-16 0 0,0 0 0 0 0,0 0 0 0 0,0 0-344 0 0,0 0-72 0 0,0 0-16 0 0,0 0 0 0 0,0 0 112 0 0,0 0 16 0 0,13 20 8 0 0,-13-11 0 0 0,2-1-72 0 0,0 1-24 0 0,-2 5 0 0 0,0-1 0 0 0,2 4-112 0 0,-2 1-24 0 0,1 3-8 0 0,1 0 0 0 0,-2 4 48 0 0,-2 1 16 0 0,1 1 0 0 0,-1 0 0 0 0,0 2-24 0 0,0 0-8 0 0,-2-2 0 0 0,-1 5 0 0 0,0 7-88 0 0,0 1-8 0 0,1-2-8 0 0,-2-1 0 0 0,2 3-32 0 0,-1-3-8 0 0,2-1 0 0 0,1-3 0 0 0,2-1-32 0 0,0-4-8 0 0,1-2 0 0 0,0-3 0 0 0,3-5-96 0 0,-4-1 64 0 0,2-1-64 0 0,-1-1 0 0 0,0-2 112 0 0,-1-1-24 0 0,2 1-8 0 0,-1-3 0 0 0,-1-2-16 0 0,0-3 0 0 0,0-2 0 0 0,0 0 0 0 0,-1-2-64 0 0,1 0 80 0 0,-2-2-80 0 0,1-1 80 0 0,0-2-8 0 0,-2-1 0 0 0,0 1 0 0 0,-1-3 0 0 0,2-2-8 0 0,-1 1-64 0 0,1-1 96 0 0,-2 0-32 0 0,2 2-64 0 0,-2 0 0 0 0,1 2 0 0 0,0 2 0 0 0,1 1 0 0 0,-1 0 0 0 0,2 2 0 0 0,-2 2 0 0 0,1-2-72 0 0,0 2-32 17-26,0 0-8-17 26,0 1 0 0 0,0 3 0 16-29,0-1 0 1 1,0 3 0-17 28,0-1 0 14-27,2 1 112-14 27,-1-1 0 0 0,2-1-80 0 0,2 0 80 0 0,0-2 0 0 0,1 0-88 15-27,2 0 88-15 27,1-3-64 0 0,1 0-32 0 0,0-1 0 0 0,0-1 0 0 0,3-2 0 0 0,-1-1-8 0 0,0 0-8 0 0,-1-1 0 0 0,-3 1 0 0 0,0-1 0 0 0,-2 1 0 0 0,-1 1 0 0 0,-1 0 0 0 0,-2 0 40 0 0,0 1 8 0 0,-2-2 0 0 0,-2 2 0 15-28,-1-1 64-15 28,-3 1 0 0 0,-1 0 0 0 0,0 0 0 0 0,0 1 88 0 0,-1 0-24 0 0,4 0 0 0 0,-3-1 0 0 0,3 0-64 0 0,0 0 64 0 0,3 1-64 0 0,1-3 64 0 0,4 0-224 0 0,3-2-40 0 0</inkml:trace>
  <inkml:trace contextRef="#ctx0" brushRef="#br0" timeOffset="10">3251 5333 3479 3280 2423,'-6'-7'72'0'0,"4"3"24"0"0,0 0 0 0 0,0 0 0 0 0,2 2-96 0 0,0 1 0 0 0,0-1 0 0 0,0 0 0 0 0,2-2 1792 0 0,-2-2 328 0 0,2 0 72 0 0,-2 1 16 0 0,2 0-600 0 0,0 3-112 0 0,-2 1-24 0 0,4 2-8 0 0,-1 1-664 0 0,0 3-136 0 0,2 1-24 0 0,1 2-8 0 0,0 3-280 0 0,1 1-48 0 0,2 0-16 0 0,0 2 0 0 0,5 2-160 0 0,-1 2-32 0 0,5 5 0 0 0,-1-2-8 0 0,4 0-16 0 0,-1 0 0 0 0,2 2 0 0 0,-2-2 0 0 0,1 1 16 0 0,-1-1 0 0 0,-1-2 0 0 0,0 3 0 0 0,2-1 8 0 0,-1 1 8 0 0,-1 1 0 0 0,0-2 0 0 0,0 2 16 0 0,-1-3 0 0 0,-2-3 0 0 0,1 3 0 0 0,0 2 16 0 0,1 0 8 0 0,1 0 0 0 0,0 2 0 0 0,0-2-64 0 0,-3 0-16 0 0,0-1 0 0 0,-1-2 0 0 0,-1-1 0 0 0,-1-1 0 0 0,-2-1 0 0 0,-1-3 0 0 0,-4-3-64 0 0,2 0 0 0 0,-4-4 72 0 0,-1-1-72 0 0,0 0 0 0 0,-2-3 0 0 0,0 1 0 0 0,-1-2 64 0 0,-1 0 0 0 0,1-1 8 0 0,0-1 0 0 0,0 1 0 0 0,-1 0-8 0 0,-1 1 0 0 0,2-1 0 0 0,0 0 0 0 0,0 0 0 0 0,0 0-64 0 0,0 0 96 0 0,0 0-32 0 0,0 0-64 0 0,0 0 80 0 0,0 0-80 0 0,0 0 80 0 0,0 0-80 0 0,0 0 0 0 0,-20-10 0 0 0,16 7 0 0 0,2-1 0 0 0,-4-2 0 0 0,1 3-96 0 0,-1-1 96 0 0,0 4-88 0 0,-2-2 88 0 0,0 2-64 0 0,0 2 64 0 0,0 2-88 0 0,0 1 88 0 0,-2 2-104 0 0,2 0 40 0 0,1 0-8 0 0,1 0 0 0 0,2-1 0 0 0,2 1 0 0 0,0 0 72 0 0,4-1 0 0 0,2-1 0 0 0,0 0 0 0 0,2-3-64 0 0,2 0 64 0 0,1 0-64 0 0,2 0 64 0 0,1-4-128 0 0,2 2 24 0 0,-4-4 0 0 0,1 0 0 0 0,1 1 32 0 0,-3-2 8 0 0,1 0 0 0 0,-2 0 0 0 0,-2 1 64 0 0,-1 1 0 0 0,-1 0-72 0 0,-2 2 72 0 0,-2 0 0 0 0,0 0 0 0 0,0 1 0 0 0,-2-2 0 0 0,2 4 0 0 0,-4-1 0 0 0,0 1 80 0 0,2 1-80 0 0,-2 0 192 0 0,4-3-24 0 0,0 0 0 0 0,0 0 0 0 0,-13 17-56 0 0,10-13-16 0 0,3 0 0 15-26,0-2 0-15 26,1 1-96 0 0,2 1 0 0 0,1-1 0 0 0,0-3 0 0 0,3 0-272 0 0,0-2-48 0 0,3 0-16 0 0,1-3-6320 0 0,1-1-1272 0 0</inkml:trace>
  <inkml:trace contextRef="#ctx0" brushRef="#br0" timeOffset="11">341 4418 4143 3311 2894,'-2'4'368'0'0,"0"1"-296"0"0,0-1-72 0 0,1-1 0 0 0,0-1 280 0 0,-2 3 40 0 0,-1 3 0 0 0,-2 4 8 0 0,-2 6-64 0 0,-3 3-8 0 0,3 1-8 0 0,1-4 0 0 0,0-1-184 0 0,2-3-64 0 0,0-1 0 0 0,1-3 72 0 0,0-3-272 0 0,3-1-56 0 0,-1-2-16 0 0,-2-3 0 0 0,-2-3 272 0 0</inkml:trace>
  <inkml:trace contextRef="#ctx0" brushRef="#br0" timeOffset="12">94 4810 5063 3401 2713,'-10'6'224'0'0,"6"-2"48"0"0,-4 1-272 0 0,3-2 0 0 0,3 0 0 0 0,-1-1 0 0 0,0 1 272 0 0,-1 2 0 0 0,-2 2 0 0 0,-2 3 0 0 0,1 1-272 0 0,1-2-152 0 0,4-2 24 0 0,4-3 0 0 0</inkml:trace>
  <inkml:trace contextRef="#ctx0" brushRef="#br0" timeOffset="13">1607 4515 6911 3236 2716,'-11'0'608'0'0,"6"2"-480"0"0,-1 0-128 0 0,2 1 0 0 0,3-1 728 0 0,0 0 120 0 0,-2 2 24 0 0,-2 3 8 0 0,-2 4-384 0 0,-1 4-80 0 0,0 0-8 0 0,3 1-8 0 0,1-1-680 0 0,1 0-136 0 0,3-2-24 0 0,-1 1-8 0 0</inkml:trace>
  <inkml:trace contextRef="#ctx0" brushRef="#br0" timeOffset="14">1516 4902 5527 3233 2584,'-4'7'488'0'0,"0"-4"-392"0"0,2 0-96 0 0,0-1 0 0 0,2 0 896 0 0,-2 1 152 0 0,-2 4 32 0 0,-3 3 8 0 0,0 3-368 0 0,0 1-72 0 0,2-2-8 0 0,1-2-8 0 0,3-1-536 0 0,1-1-96 0 0,0-2 0 0 0,-2 1-3488 0 0,2-1-656 0 0</inkml:trace>
  <inkml:trace contextRef="#ctx0" brushRef="#br0" timeOffset="15">2553 4535 15199 2993 2676,'-11'8'672'0'0,"7"-5"144"0"0,0 2-656 0 0,2-1-160 0 0,0 0 0 0 0,0 0 0 0 0,2 1 0 0 0,2 1 0 0 0,2 6 0 0 0,1 1 0 0 0,3 2-752 0 0,3 0-184 0 0,4-3-40 0 0,0-3-8 0 0</inkml:trace>
  <inkml:trace contextRef="#ctx0" brushRef="#br0" timeOffset="16">2636 4803 1839 3101 2770,'-9'7'160'0'0,"3"-4"-160"0"0,0 2 0 0 0,2-2 0 0 0,2 2 1544 0 0,0-3 280 0 0,1 1 48 0 0,-2 2 16 0 0,1 2-544 0 0,-1 4-112 0 0,1 0-16 0 0,2-2-8 0 0,2 1-936 0 0,2-3-184 0 0,3-1-88 0 0,2-4-5776 0 0</inkml:trace>
  <inkml:trace contextRef="#ctx0" brushRef="#br0" timeOffset="17">2072 5978 8287 3316 2205,'-1'1'736'0'0,"0"0"-584"0"0,-1 1-152 0 0,2-2 0 0 0,-1 3 272 0 0,0-1 24 0 0,-3 3 8 0 0,-1 2 0 0 0,-3 2 256 0 0,2 2 48 0 0,-2-2 16 0 0,1 0 0 0 0,1 2-216 0 0,-1-3-48 0 0,-1 0-8 0 0,0 1 0 0 0,-2 1-416 0 0,1-1-96 0 0,1-2-8 0 0,-1 1-5392 0 0</inkml:trace>
  <inkml:trace contextRef="#ctx0" brushRef="#br0" timeOffset="18">1846 6250 919 3305 2076,'-3'3'80'0'0,"0"-1"-80"0"0,2 0 0 0 0,0-2 0 0 0,-1 2 776 0 0,1-1 144 0 0,-3 2 24 0 0,-2 1 8 0 0,0 2-88 0 0,-1 0-24 0 0,1 0 0 0 0,0-1 0 0 0,4-2-840 0 0,2-2-96 0 0,1 0-64 0 0,2-3 0 0 0</inkml:trace>
  <inkml:trace contextRef="#ctx0" brushRef="#br0" timeOffset="19">3140 6343 15199 3213 2184,'-11'13'672'0'0,"4"-5"144"0"0,3 1-656 0 0,0-2-160 0 0,3-2 0 0 0,1-1 0 0 0,0 3-88 0 0,0 4-48 0 0,1 6-16 0 0,3 3 0 0 0,3 0-1416 0 0,3-2-288 0 0,3-4-64 0 0,0-2 0 0 0</inkml:trace>
  <inkml:trace contextRef="#ctx0" brushRef="#br0" timeOffset="20">3127 6811 12895 3216 1933,'-15'9'576'0'0,"7"-4"112"0"0,1 1-552 0 0,2-2-136 0 0,2-3 0 0 0,2 0 0 0 0,-1 0 280 0 0,1 1 24 0 0,0 2 8 0 0,1 0 0 0 0,2-1-1016 0 0,2-1-192 0 0,3-4-48 0 0,2-1-8 0 0,2-3 792 0 0,-1-4 160 0 0</inkml:trace>
  <inkml:trace contextRef="#ctx0" brushRef="#br0" timeOffset="21">4002 6339 14279 2926 2019,'1'2'1272'0'0,"0"0"-1016"0"0,1 2-256 0 0,2-2 0 0 0,0 1-880 0 0,1-1-224 0 0,4 4-48 0 0,6 3 0 0 0,8 0 64 0 0,-1 0 8 0 0,2 1 8 0 0,0-3 0 0 0</inkml:trace>
  <inkml:trace contextRef="#ctx0" brushRef="#br0" timeOffset="22">4232 6541 2759 2966 1854,'6'6'120'0'0,"-4"-3"32"0"0,2 2-152 0 0,-1-2 0 0 0,-2 0 0 0 0,1-2 0 0 0,0 2 704 0 0,2 1 120 0 0,0 2 16 0 0,3 2 8 0 0,1 2 56 0 0,-3-2 16 0 0,2 0 0 0 0,-3 1 0 0 0,1-3-344 0 0,-1 1-64 0 0,0 1-8 0 0,-1-1-8 0 0,1-1-400 0 0,0 1-96 0 0,0-2 0 0 0,2 0-4840 0 0</inkml:trace>
  <inkml:trace contextRef="#ctx0" brushRef="#br0" timeOffset="23">5930 4341 4607 2866 3137,'0'0'408'0'0,"0"0"-328"0"0,0 0-80 0 0,0 0 0 0 0,2 0 576 0 0,-2 0 96 0 0,1-2 16 0 0,-1 4 8 0 0,3-1 296 0 0,-1 1 64 0 0,2 2 16 0 0,2 0 0 0 0,2 3-48 0 0,1 0-16 0 0,3 1 0 0 0,3 1 0 0 0,3 3-248 0 0,5 1-56 0 0,4 2 0 0 0,2 0-8 0 0,-2 1-248 0 0,0-1-40 0 0,4 4-16 0 0,-1-2 0 0 0,2-2-80 0 0,-3 2-24 0 0,0 1 0 0 0,1 4 0 0 0,0 4-96 0 0,-3-2-16 0 0,2-2-8 0 0,-2-2 0 0 0,2-1-32 0 0,-2 1-8 0 0,4 0 0 0 0,-2-2 0 0 0,1-2 16 0 0,2 1 0 0 0,4-2 0 0 0,-1 1 0 0 0,-12-5-40 0 0,6 2-8 0 0,1 0 0 0 0,0 1 0 0 0,-1 1-96 0 0,-5-2 72 0 0,-4-3-72 0 0,-2 0 64 0 0,-4-2-64 0 0,-2 0 0 0 0,-3 0 0 0 0,-1-1 64 0 0,-3 1-64 0 0,-1-4 0 0 0,-2 1 0 0 0,0 0 0 0 0,0 1 64 0 0,-2 1-64 0 0,2-6 0 0 0,-2 2 64 0 0,2 4-64 0 0,-1-3 64 0 0,2-6-64 0 0,0 2 64 0 0,-1 0-64 0 0,2 3 0 0 0,0 0 0 0 0,0 0 64 0 0,2 3-64 0 0,-2 1 0 0 0,2 4 0 0 0,-1-2 0 0 0,1-5 0 0 0,0 0 0 0 0,0 0 0 0 0,-1 1 0 0 0,1 2 0 0 0,-1-3 0 0 0,-1 0 0 0 0,0-3 0 0 0,-1 1 0 0 0,-1-2 0 0 0,1 0 0 0 0,-2 2 0 0 0,1 1 0 0 0,-1-2 0 0 0,0-2 64 0 0,0-1-64 0 0,-1-1 0 0 0,-1-6 0 0 0,1-5 0 0 0,-1 0 0 0 0,-2 1 0 0 0,-1 3 64 0 0,2 4-64 0 0,-2 1 0 0 0,0-4 0 0 0,-2 0 0 0 0,0-1 0 0 0,-2 3 0 0 0,-1 3 0 0 0,1 2 0 0 0,1 2 0 0 0,-3-2 0 0 0,1-1 0 0 0,-3 1 0 0 0,2 4 0 0 0,-2 0 0 0 0,2 5 0 0 0,-2 0 0 0 0,1 0 0 0 0,2 3 0 0 0,3 3 0 0 0,-2-1 0 0 0,6 1 0 0 0,2 2 0 0 0,1 1 0 0 0,3-1 0 0 0,3-5 0 0 0,1 0 0 0 0,1-1 0 0 0,2-1 0 0 0,1 3 0 0 0,0-6 0 0 0,3-1 0 0 0,1-2 0 0 0,2 0 0 0 0,1-2 0 0 0,0-2 0 0 0,1 1 0 0 0,0-1 0 0 0,0-3 0 0 0,-2 0-72 0 0,-1-4 72 0 0,-4 2 0 0 0,-3 0 0 0 0,0 2-96 0 0,-5-2 96 0 0,-1-4-96 0 0,-2 3 96 0 0,-4 2-80 0 0,-1 2 80 0 0,-2-4-64 0 0,-2 1 64 0 0,-2-3-64 0 0,-3 3 64 0 0,2 3-64 0 0,-4 5 64 0 0,-2 8 0 0 0,-1-1-80 0 0,-4 0 80 0 0,0 0 0 0 0,2 3 0 0 0,-1 2 0 0 0,2 1 0 0 0,2 1 0 0 0,2 0 0 0 0,4-2 64 0 0,2-3-64 0 0,4 0 72 0 0,1-1-72 0 0,3 0 0 0 0,4-4 72 0 0,0 1-72 0 0,2-1 0 0 0,1 0 0 0 0,5-2 0 0 0,1-1 0 0 0,3 0 0 0 0,3-4 64 0 0,0-2-64 0 0,1-2 0 0 0,1-1 0 0 0,-2-2 72 0 0,-1 2-72 0 0,-3-1 0 0 0,1-1 0 0 0,-5-3 0 0 0,-1 0 0 0 0,-4 3 0 0 0,-2 2 0 0 0,-1-2 0 0 0,-3-1 0 0 0,-1 1 0 0 0,-1 4 0 0 0,1-5 0 0 0,-2-2-104 0 0,1 1 40 0 0,-1 1-184 0 0,-1 2-32 0 0,-1 2-8 0 0,-1-3-9032 0 0</inkml:trace>
  <inkml:trace contextRef="#ctx0" brushRef="#br0" timeOffset="24">5833 4405 2759 2916 3116,'-7'3'248'0'0,"1"2"-248"0"0,2 0 0 0 0,1-2 0 0 0,2-1 544 0 0,-2 1 56 0 0,-3 4 8 0 0,-3 2 8 0 0,0 2 312 0 0,1 1 56 0 0,5 3 8 0 0,3-6 8 0 0,4-4-312 0 0,4-2-64 0 0,3-3-16 0 0,1-3 0 0 0,3 0-256 0 0,-3-2-48 0 0,1-2-16 0 0,-3 1 0 0 0,0-1-136 0 0,-5 2-32 0 0,-1 2-8 0 0,-1-2 0 0 0,-3-5-112 0 0,-3 3 0 0 0,1 0 0 0 0,-3 4 0 0 0,-1 2-552 0 0,0-2-136 0 0</inkml:trace>
  <inkml:trace contextRef="#ctx0" brushRef="#br0" timeOffset="25">7076 5217 5423 2812 3391,'0'-4'480'0'0,"-1"1"-384"0"0,1 1-96 0 0,0 0 0 0 0,1 2 248 0 0,-1-1 24 0 0,0 1 8 0 0,0-4 0 0 0,0 0 296 0 0,0-1 64 0 0,0-1 16 0 0,0 0 0 0 0,0 0 48 0 0,0 1 0 0 0,0 0 8 0 0,0 2 24 0 0,-1 1 40 0 0,1-2 16 0 0,-1 2 0 0 0,-1-2 0 0 0,2 2-80 0 0,-2-1-8 0 0,0 3-8 0 0,1 0 16 0 0,0 2-120 0 0,-2 0-24 0 0,1 1-8 0 0,0 3 0 0 0,0 4-296 0 0,0 2-56 0 0,0-1-16 0 0,2 5 0 0 0,-2 4-88 0 0,2 0-16 0 0,-2-2-8 0 0,2 2 16 0 0,2 5-16 0 0,-2 2-8 0 0,2 5 0 0 0,-2 2 0 0 0,0 1 8 0 0,0 3 0 0 0,0 1 0 0 0,0-2 16 0 0,0 1-32 0 0,-2-2 0 0 0,-1 0-64 0 0,2-8 96 0 0,0-5-96 0 0,-1 3 0 0 0,1 3 0 0 0,-2 2 0 0 0,2 1 0 0 0,0-1 0 0 0,-1-2 96 0 0,2-3-8 0 0,0 0 16 0 0,0-3 8 0 0,2-3 0 0 0,-2-3 0 0 0,1 0-16 0 0,0-3 0 0 0,-1-2 0 0 0,0 0 0 0 0,0-1-96 0 0,0-1 88 0 0,0 1-88 0 0,0-3 80 0 0,0-2-80 0 0,0 0 96 0 0,0-1-96 0 0,2-2 96 0 0,-2-1-96 0 0,1 1 0 0 0,0-3 72 0 0,-1 0-72 0 0,2 0 0 0 0,0-3 64 0 0,-1 1-64 0 0,1-1 0 0 0,0-2 72 0 0,-2 5-72 0 0,0 0 96 0 0,0-24-96 0 0,0 17 64 0 0,-2-3-64 0 0,0 1 0 0 0,1 0 0 0 0,-1 0 0 0 0,-1 1 0 0 0,0 1 0 0 0,1 1 0 0 0,-1 1 0 0 0,-1 0 80 0 0,0 5-80 0 0,-1-3 64 0 0,1 1-64 0 0,-2 2 0 0 0,-1 0-80 0 0,-1 2 80 0 0,-1 2 0 0 0,0 0 0 0 0,-2 3-64 0 0,1 1 64 0 0,-1-1 0 0 0,-1 0 0 0 0,3 4 0 0 0,-1-2 0 0 0,2 2 0 0 0,2-2 0 0 0,0 1-64 0 0,3 0 64 0 0,1 0 0 0 0,2 0 0 0 0,0 1 0 0 0,2-2 0 0 0,2 1 0 0 0,3-1 0 0 0,0-2 0 0 0,0 1 0 0 0,3-4 0 0 0,3 1 0 0 0,5-1 0 0 0,-1-2 0 0 0,4-2 0 0 0,-3-2 0 0 0,3-1 0 0 0,-2-3 0 0 0,0-1 0 0 0,-1-1 0 0 0,-1-2 0 0 0,-3 0 0 0 0,-3 3 0 0 0,-2-4 0 0 0,-2 1 0 0 0,-3 0 0 0 0,-3 0 0 0 0,-2 0 0 0 0,-3 2 0 0 0,-3-1 0 0 0,-2 2 0 0 0,-2 3 0 0 0,-3-1 0 0 0,-1 2 0 0 0,-1 3 0 0 0,1 0 0 0 0,1 3 0 0 0,-1 2 0 0 0,-1 0 0 0 0,-1 2 0 0 0,2 1 0 0 0,0 1 0 0 0,2 2 0 0 0,0-2 0 0 0,4 2 0 0 0,0-1 0 0 0,2 1 64 0 0,1 1-64 0 0,3-3 0 0 0,2-1 0 0 0,1 1 0 0 0,2-1 0 0 0,2 0 0 0 0,3 0 0 0 0,2-1 0 0 0,2-3 0 0 0,0-2 0 0 0,1 0 0 0 0,0-5 0 0 0,1 0 0 0 0,3 1 0 0 0,0-5 0 0 0,3 0 0 0 0,-4-2 0 0 0,2-1 0 0 0,-5-1 0 0 0,-2 0 0 0 0,-3 2 0 0 0,-3 0 0 0 0,-2 1 0 0 0,-4 1 64 0 0,-1 0-64 0 0,-3 0 0 0 0,-2 1 0 0 0,-2 0 0 0 0,-2 3 80 0 0,-1 0-80 0 0,0 1 64 0 0,-1 2-64 0 0,2 0 0 0 0,-3 1 0 0 0,2 1 0 0 0,0 3 0 0 0,0-1 0 0 0,0 2 0 0 0,3-2 0 0 0,2 1-112 0 0,3 0 16 0 0,1-1 0 0 0,1 1 0 0 0,2-1-120 0 0,2-1-16 0 0,3 2-8 0 0,3-2 0 0 0,0 1-776 0 0,5-3-152 0 0</inkml:trace>
  <inkml:trace contextRef="#ctx0" brushRef="#br0" timeOffset="26">7083 6164 2303 2834 3023,'-1'-1'200'0'0,"-1"0"-200"0"0,1 1 0 0 0,1 0 0 0 0,-1-2 520 0 0,-1 2 64 0 0,1-2 16 0 0,-2 1 0 0 0,1-1 504 0 0,-1-2 104 0 0,1 3 16 0 0,0-2 8 0 0,0 3-16 0 0,2 0 0 0 0,2 2 0 0 0,1 0 0 0 0,-1-1-288 0 0,1 3-64 0 0,2 2-16 0 0,2 1 0 0 0,0 0-120 0 0,2 4-24 0 0,1-1-8 0 0,3 2 0 0 0,-4-4-248 0 0,3 3-40 0 0,4 2-16 0 0,4 3 0 0 0,1 1-168 0 0,4 1-32 0 0,-2-2 0 0 0,6 4-8 0 0,1 1-64 0 0,4 3-16 0 0,3 3 0 0 0,1 3 0 0 0,1 1-8 0 0,-2 0-8 0 0,1 0 0 0 0,-2-2 0 0 0,-8-6-24 0 0,1 0-64 0 0,0 1 96 0 0,1 1-32 0 0,0 1 0 0 0,-1 1-64 0 0,2 1 96 0 0,0 2-32 0 0,3 1 16 0 0,-4-2 0 0 0,0 3 0 0 0,-2-1 0 0 0,-1-3-8 0 0,-5 2 0 0 0,0 0 0 0 0,-4-1 0 0 0,-1-5 24 0 0,-2 0 8 0 0,1 2 0 0 0,-4-3 0 0 0,-1-3 8 0 0,-2-2 0 0 0,-1 1 0 0 0,2 3 0 0 0,-1 2-24 0 0,0-2-8 0 0,2 1 0 0 0,0-2 0 0 0,-1-1 0 0 0,1 2 0 0 0,0 0 0 0 0,0-2 0 0 0,2-1-16 0 0,-1-4 0 0 0,0 1 0 0 0,-2-5 0 0 0,3-1-64 0 0,-2-1 80 0 0,0-1-80 0 0,0 1 80 0 0,-1 5-80 0 0,-1-1 0 0 0,1-3 0 0 0,-2-3 64 0 0,0-1-64 0 0,0-1 0 0 0,-3-1 72 0 0,1-2-72 0 0,-1 1 64 0 0,1-2-64 0 0,-2 0 64 0 0,0-1-64 0 0,1 0 64 0 0,-3 2-64 0 0,4-2 64 0 0,-2-3-64 0 0,0-5 64 0 0,-2 5-64 0 0,1 4 64 0 0,0-2-64 0 0,-1 0 0 0 0,1 0 64 0 0,-2 2-64 0 0,2-2 0 0 0,0-4 0 0 0,-2 0 0 0 0,1 2 0 0 0,2-1 0 0 0,-2 2 0 0 0,0-4 0 0 0,-2-4 0 0 0,0 0 0 0 0,0-1 0 0 0,0 2 0 0 0,-2 0 0 0 0,-2-1 0 0 0,-1 0 0 0 0,-2 3 0 0 0,-1 1 0 0 0,-3 1 0 0 0,2 1-128 0 0,-1 2 24 0 0,-3 2 0 0 0,0 2 0 0 0,2 4 8 0 0,0 2 8 0 0,-3 0 0 0 0,2 3 0 0 0,0 0 88 0 0,3-2 0 0 0,2 1 0 0 0,1 0 0 0 0,2 1 0 0 0,2-1 0 0 0,4 2 0 0 0,2-6 0 0 0,-2-2 0 0 0,3 1 0 0 0,5 2 0 0 0,0-3 0 0 0,0-2 0 0 0,1 0 0 0 0,1 1 0 0 0,2 1 0 0 0,1-4 0 0 0,0 0 0 0 0,-1-2 0 0 0,1-2 0 0 0,-2-1 0 0 0,-1 1 0 0 0,-2-3 0 0 0,-4 3-64 0 0,-1-3 64 0 0,-2 2 0 0 0,-2-1 0 0 0,-2 0 0 0 0,-2 1 0 0 0,0 0-80 0 0,-5 1 80 0 0,-2 6 0 0 0,-2 5 0 0 0,-1-1-64 0 0,1-2 64 0 0,-1 2 0 0 0,0 4 0 0 0,1 2 0 0 0,0 0 0 0 0,2-3 0 0 0,3 0 0 0 0,1-2 0 0 0,4-1 0 0 0,2-1 0 0 0,2-2 0 0 0,2 0 0 0 0,2 0 0 0 0,2-2 0 0 0,0-1 0 0 0,4-1 0 0 0,2-2 0 0 0,4-3 0 0 0,1-3 0 0 0,-2 2 0 0 0,1-2 0 0 0,-4-1 0 0 0,-2 1 0 0 0,-3 0 0 0 0,0 2 0 0 0,-5-1-80 0 0,-2 3 8 0 0,-4 0 0 0 0,0 2 0 0 0,-3-2 0 0 0,-1 0 72 0 0,-3 0 0 0 0,-3 5-72 0 0,-1 3 72 0 0,-2 7-64 0 0,-1 0 64 0 0,1-3-80 0 0,0 2 80 0 0,3-3 0 0 0,2-1 0 0 0,1-1-64 0 0,-1-2 64 0 0,4-2 0 0 0,-1 2 0 0 0,1-1-80 0 0,2 1 80 0 0,-1 3-256 0 0,4-2-8 0 0,0-1-8 0 0,2-2-6432 0 0,3 0-1288 0 0</inkml:trace>
  <inkml:trace contextRef="#ctx0" brushRef="#br0" timeOffset="27">7558 5829 1375 2577 3244,'-1'-1'128'0'0,"-1"-1"-128"0"0,2 2 0 0 0,0 0 0 0 0,-1 0 600 0 0,0 0 96 0 0,1 0 16 0 0,-3-3 8 0 0,1 2 304 0 0,-2 0 64 0 0,2-1 16 0 0,0 0 0 0 0,0 2-128 0 0,0-1-24 0 0,2 1-8 0 0,-1-1 0 0 0,1 1-232 0 0,0 0-40 0 0,3 0-16 0 0,-1 0 0 0 0,-2 0-104 0 0,4 0-16 0 0,-2 0-8 0 0,-2 0 0 0 0,0 0-24 0 0,0 0-8 0 0,0 0 0 0 0,23-1 0 0 0,-17 1-72 0 0,2-1-8 0 0,3-1-8 0 0,1 0 0 0 0,0 1-72 0 0,1-1-16 0 0,3 2 0 0 0,1-2 0 0 0,-2 1-120 0 0,3 0-24 0 0,1 0-8 0 0,2 0 0 0 0,1-2-64 0 0,1 2-8 0 0,-3 0-8 0 0,-2 1 0 0 0,1-2-24 0 0,-3 2 0 0 0,-1 2 0 0 0,-3-2 0 0 0,-2 0-64 0 0,-3 0 0 0 0,-1 1 0 0 0,-2-1 64 0 0,-2 0-64 0 0,0 1 0 0 0,-2-1 0 0 0,-3 0 0 0 0,0-1 0 0 0,-1 1 0 0 0,2 0 0 0 0,-4-1 0 0 0,0-1-312 0 0,-3 2-24 0 0,0 0-8 0 0,0 0 0 0 0,0-2-1312 0 0,-3 1-264 0 0</inkml:trace>
  <inkml:trace contextRef="#ctx0" brushRef="#br0" timeOffset="28">7613 5793 1839 2576 3341,'-4'3'80'0'0,"1"-2"16"0"0,1 0-96 0 0,0 1 0 0 0,0-1 0 0 0,2 0 0 0 0,-2 1 608 0 0,-2 2 96 0 0,-2 3 16 0 0,0 1 8 0 0,-2 4 240 0 0,-1-1 56 0 0,1 0 0 0 0,1 2 8 0 0,1-1-88 0 0,0 1-16 0 0,0 0-8 0 0,1-1 0 0 0,3 0-56 0 0,-1-3 0 0 0,0 2-8 0 0,2-3 0 0 0,1 1-176 0 0,-1-4-32 0 0,1 1-8 0 0,0-1 0 0 0,0-1-192 0 0,-2-2-48 0 0,2 0-8 0 0,0 0 0 0 0,0 0-120 0 0,2-1-24 0 0,-2 0-8 0 0,1-1 0 0 0,-1 0-48 0 0,1 0-16 0 0,-1 1 0 0 0,0 1 0 0 0,3-2-48 0 0,-2 0-16 0 0,3-2 0 0 0,-1 1 0 0 0,2 0 0 0 0,0-2 0 0 0,3 1 0 0 0,1-2 0 0 0,0 2-40 0 0,0-1-8 0 0,3-1 0 0 0,-1 2 0 0 0,1-1-64 0 0,0 1 96 0 0,-1 1-96 0 0,-1 0 96 0 0,3 1 8 0 0,-4 1 8 0 0,0 1 0 0 0,-1 1 0 0 0,0 0-112 0 0,-1 1 0 0 0,-2 1 0 0 0,1-1 0 0 0,0 2 0 0 0,0 0 0 0 0,0 1 0 0 0,1 0 0 0 0,-2 0 0 0 0,0 0 0 0 0,1 1 0 0 0,-1 1 0 0 0,0-2 0 0 0,0 0 0 0 0,-1 0 0 0 0,-2 0 0 0 0,0 0 0 0 0,-4 0 0 0 0,0 0 0 0 0,-2-1 0 0 0,-1 1 0 0 0,-1-1 0 0 0,-2-1 0 0 0,-2 1 0 0 0,-3 0 0 0 0,-1 0 0 0 0,-3-2 0 0 0,1 2 0 0 0,1-2 0 0 0,-2 1 0 0 0,0-2 0 0 0,0 2 0 0 0,0-3 0 0 0,3 1 64 0 0,-1-1-64 0 0,3-2 0 0 0,3 1 0 0 0,1-2 0 0 0,0 1 0 0 0,1-2 0 0 0,2 0 0 0 0,0 1 0 0 0,1-1 0 0 0,1-1 0 0 0,0 1 0 0 0,1-1 0 0 0,0 0 0 0 0,1 0 0 0 0,-1 0-96 0 0,4-1-24 0 0,-1 2 0 0 0,2-1 0 0 0,1-2-416 0 0,3 2-80 0 0</inkml:trace>
  <inkml:trace contextRef="#ctx0" brushRef="#br0" timeOffset="29">8118 5912 10135 2423 3279,'-6'1'448'0'0,"2"0"96"0"0,0 0-440 0 0,0 2-104 0 0,1-2 0 0 0,0 1 0 0 0,0 2 1216 0 0,-3 3 216 0 0,-5 5 40 0 0,-1 3 16 0 0,0 4-272 0 0,2-2-64 0 0,1 1 0 0 0,5-3-8 0 0,4 0-664 0 0,0-3-136 0 0,2-1-24 0 0,3 0-8 0 0,2 0-160 0 0,2-3-32 0 0,2-1-8 0 0,1-1 0 0 0,2-3-16 0 0,0-1-8 0 0,3-2 0 0 0,0-2 0 0 0,4-1-8 0 0,0-3 0 0 0,1-3 0 0 0,-1 0 0 0 0,-3 0-16 0 0,-1-1 0 0 0,-2 1 0 0 0,-1-2 0 0 0,-2 0-64 0 0,-3-2 0 0 0,-1 2 0 0 0,-2-3 64 0 0,-5-1-64 0 0,-2 0 0 0 0,-3 1 0 0 0,0-1 64 0 0,-5 2-64 0 0,-1-2 0 0 0,-4 1 72 0 0,-2 1-72 0 0,-1 2 80 0 0,-2 0-16 0 0,3 3-64 0 0,-1 1 96 0 0,-3 0-96 0 0,0 2 88 0 0,1 2-88 0 0,2 2 80 0 0,1 1-80 0 0,2 1 0 0 0,0 1 0 0 0,2-1 0 0 0,3 1 0 0 0,1 1 0 0 0,1-1 0 0 0,1 0-88 0 0,2 2-144 0 0,2-2-32 0 0,2 2-8 0 0,0-1-9416 0 0</inkml:trace>
  <inkml:trace contextRef="#ctx0" brushRef="#br0" timeOffset="30">3183 1568 3223 2773 3059,'2'0'288'0'0,"-2"-2"-288"0"0,0 1 0 0 0,0 0 0 0 0,2 0 608 0 0,-2-1 64 0 0,2 0 8 0 0,0-2 8 0 0,1-1 288 0 0,1-1 56 0 0,2-1 16 0 0,-1-2 0 0 0,-1 2-96 0 0,1 1-24 0 0,-2 1 0 0 0,1-1 0 0 0,1-1-152 0 0,0-2-32 0 0,1 3-8 0 0,0-3 0 0 0,-1 2-128 0 0,-1 1-24 0 0,0 0-8 0 0,-2 0 0 0 0,1 1-120 0 0,-2 0-24 0 0,1 2-8 0 0,-1 1 0 0 0,-1 0-128 0 0,0-1-24 0 0,0 2-8 0 0,0-1 0 0 0,0 2-96 0 0,0-2-16 0 0,0 2-8 0 0,-1 0 0 0 0,1 0-64 0 0,0 0-16 0 0,0 2 0 0 0,-2 0 0 0 0,2-2-64 0 0,0 0 0 0 0,0 0 72 0 0,0 0-72 0 0,0 24 0 0 0,0-16 0 0 0,0-1 0 0 0,2 0 64 0 0,-2 4-64 0 0,0 0 64 0 0,0 2-64 0 0,0 1 64 0 0,0 2-64 0 0,0-1 96 0 0,1 3-32 0 0,-1-2 0 0 0,1 2-64 0 0,-1-1 96 0 0,2-1-32 0 0,0 0 0 0 0,0-3-64 0 0,-1 0 64 0 0,0 0-64 0 0,1-3 64 0 0,-1 0-64 0 0,0-3 0 0 0,2-1 0 0 0,0-2 0 0 0,-1 1-80 0 0,1-3-24 0 0,-1 0-8 0 0,2-2-9336 0 0</inkml:trace>
  <inkml:trace contextRef="#ctx0" brushRef="#br0" timeOffset="31">3229 1735 5527 2773 3112,'0'0'488'0'0,"0"0"-392"0"0,0 0-96 0 0,0 0 0 0 0,0 0 1032 0 0,0 1 184 0 0,0-1 40 0 0,1 1 8 0 0,1 1 272 0 0,0 0 48 0 0,3-1 16 0 0,-5-1 0 0 0,0 0-592 0 0,0 0-112 0 0,27 4-32 0 0,-17-4 0 0 0,2 0-392 0 0,-1 0-88 0 0,2 0-8 0 0,1-3-8 0 0,1 1-192 0 0,1-2-40 0 0,0 1-8 0 0,0 0 0 0 0,0 2-128 0 0,-2 0 64 0 0,-1 0-64 0 0,-3 1 0 0 0,0 0 0 0 0,-2 0 0 0 0,-1 0 0 0 0,-3 0 0 0 0,1 1-320 0 0,-1 0-88 0 0</inkml:trace>
  <inkml:trace contextRef="#ctx0" brushRef="#br0" timeOffset="32">3156 2375 9215 3048 3662,'1'-3'816'0'0,"0"0"-656"0"0,1 0-160 0 0,-1 3 0 0 0,0-1 832 0 0,1-1 128 0 0,2-2 24 0 0,1-2 8 0 0,1-2 192 0 0,4-1 32 0 0,1-1 16 0 0,-2 2 0 0 0,2 2-632 0 0,1 0-128 0 0,-3 3-24 0 0,1 0-8 0 0,-1 2-248 0 0,0 0-56 0 0,-1 1-8 0 0,0 1 0 0 0,0 2-64 0 0,0 0-64 0 0,-1 1 96 0 0,-1-1-96 0 0,0 3 88 0 0,-1 0-88 0 0,-1 1 80 0 0,-1 1-80 0 0,-1 2 64 0 0,-2-1-64 0 0,-1 2 0 0 0,-3-1 72 0 0,-1 3-72 0 0,-1-1 0 0 0,0-1 0 0 0,-3 2 64 0 0,1 0-64 0 0,-2 0 0 0 0,1 1 0 0 0,-2-1 64 0 0,2-1-64 0 0,0-2 64 0 0,1 1-64 0 0,1-3 64 0 0,0 1 64 0 0,3-4 0 0 0,0 3 8 0 0,1-5 0 0 0,1 1 24 0 0,0-2 0 0 0,2-1 0 0 0,2 0 0 0 0,-1 0-8 0 0,3 1 0 0 0,0-1 0 0 0,3-1 0 0 0,-2 0 8 0 0,3 1 0 0 0,0-1 0 0 0,1 0 0 0 0,3 0 16 0 0,2 0 8 0 0,-1 0 0 0 0,0-1 0 0 0,1 0-96 0 0,0 1-24 0 0,3-2 0 0 0,2 1 0 0 0,0 0 0 0 0,-1 0-64 0 0,-1-1 96 0 0,-4 2-32 0 0,0 0-64 0 0,-4 0 0 0 0,1 2 0 0 0,-3-1 64 0 0,-2 0-64 0 0,-1 0 0 0 0,-1 1 0 0 0,-1 0 0 0 0,0-1 0 0 0,-2 0-96 0 0,0 1 32 0 0,0 0 64 0 0,1-1-336 0 0,-1 1-8 0 0,1 0 0 0 0,-1-1 0 0 0,0 0-168 0 0,2 0-40 0 0,-2 0-8 0 0,0-1-8560 0 0</inkml:trace>
  <inkml:trace contextRef="#ctx0" brushRef="#br0" timeOffset="33">1287 3007 4607 3091 3505,'-1'-1'408'0'0,"-1"-1"-328"0"0,0 2-80 0 0,2 0 0 0 0,0-2 528 0 0,0 2 88 0 0,0-2 24 0 0,-2 0 0 0 0,0-2 192 0 0,2-1 48 0 0,0 1 8 0 0,0-1 0 0 0,4-2 16 0 0,-2 1 8 0 0,2 0 0 0 0,3-1 0 0 0,-2 1-80 0 0,2-1-8 0 0,-1 2-8 0 0,1 0 0 0 0,-1 0-128 0 0,2 0-24 0 0,1 0-8 0 0,1 1 0 0 0,-2 1-240 0 0,0-1-40 0 0,0 4-16 0 0,1 0 0 0 0,1 0-200 0 0,-1 2-48 0 0,2 0-8 0 0,-3 3 0 0 0,-3-1-104 0 0,2 3 0 0 0,-1 0 0 0 0,-2 2 0 0 0,0 1 0 0 0,-4 3-96 0 0,2 1 96 0 0,-4 0-104 0 0,2 0-48 0 0,-4 1-8 0 0,0-1 0 0 0,-2 1 0 0 0,-1-2 72 0 0,1-3 16 0 0,-2 0 0 0 0,2-2 0 0 0,0-1 72 0 0,1 0 0 0 0,1 0 0 0 0,0-3 0 0 0,0-6 0 0 0,2 0 72 0 0,0 1-8 0 0,1-1-64 0 0,1-1 256 0 0,1 1 0 0 0,1-1 0 0 0,0 1 0 0 0,2 1-128 0 0,0-1-24 0 0,5 0-8 0 0,-1-1 0 0 0,2 2-96 0 0,2 0 72 0 0,1 1-72 0 0,0 0 64 0 0,0 2-64 0 0,0 1 0 0 0,0 0 72 0 0,0 1-72 0 0,-3 1 0 0 0,0 1 0 0 0,-2 1 0 0 0,-3 1 0 0 0,0-1 0 0 0,-3 1 0 0 0,-1 0 0 0 0,-2 0 0 0 0,-2 1 0 0 0,-1-1 0 0 0,-1 0 0 0 0,-2 0 64 0 0,-1-1-64 0 0,-1 1 0 0 0,-2-1 0 0 0,0-2 64 0 0,-1 1-64 0 0,2 0 0 0 0,-1-2 0 0 0,-1-1 64 0 0,0-1-64 0 0,0-1 0 0 0,1-1 0 0 0,0 0 0 0 0,-3 0 0 0 0,2 0 0 0 0,-1-1 0 0 0,1-1 64 0 0,-1 2-64 0 0,3-1 0 0 0,1 0 64 0 0,1 1-64 0 0,1-1 0 0 0,0 0 0 0 0,3-1 0 0 0,2 2 0 0 0,0 2 0 0 0,1-2 0 0 0,1 0 0 0 0,0 0 0 0 0,3 1 0 0 0,-1-1-160 0 0,2 1 32 0 0,3 1-6096 0 0,-7-2-1224 0 0</inkml:trace>
  <inkml:trace contextRef="#ctx0" brushRef="#br0" timeOffset="34">4652 3012 7831 2519 3027,'6'-2'696'0'0,"-3"-2"-560"0"0,-3 2-136 0 0,-2 2 0 0 0,2 0 960 0 0,0-2 168 0 0,0 0 32 0 0,2-3 8 0 0,-2 1 296 0 0,2-1 56 0 0,0 1 16 0 0,-2 0 0 0 0,2 1-736 0 0,-2 2-136 0 0,0 0-32 0 0,-2 3-8 0 0,0 1-368 0 0,0 1-80 0 0,-1 2-16 0 0,-1 1 0 0 0,4-7-64 0 0,-12 20-8 0 0,5-9-8 0 0,0 2 0 0 0,-1 0-80 0 0,1 0 64 0 0,1 0-64 0 0,0 0 64 0 0,0 1-64 0 0,2-2 80 0 0,0-2-80 0 0,0 0 80 0 0,1 0-16 0 0,2-3-64 0 0,0-1 96 0 0,1 1-32 0 0,0-3 32 0 0,1 0 8 0 0,2-1 0 0 0,1 1 0 0 0,0-2 8 0 0,0-1 0 0 0,3-1 0 0 0,-1 2 0 0 0,4-1 16 0 0,-1 0 8 0 0,1-1 0 0 0,2 0 0 0 0,1 1-24 0 0,3 0-8 0 0,-1-1 0 0 0,0 2 0 0 0,3-2-104 0 0,-1 0 72 0 0,1 0-72 0 0,-1 0 64 0 0,0 0-64 0 0,-3-2 0 0 0,0 2 0 0 0,-3-1 0 0 0,-3 0-88 0 0,0 0-32 0 0,-2-2-8 0 0,1 1 0 0 0,-3 1-400 0 0,0-1-80 0 0,-2-1-24 0 0,0 1-8712 0 0</inkml:trace>
  <inkml:trace contextRef="#ctx0" brushRef="#br0" timeOffset="35">4899 3027 3223 2458 3088,'0'0'288'0'0,"-1"0"-288"0"0,1 0 0 0 0,0 0 0 0 0,-1 1 1440 0 0,-1 1 240 0 0,1 0 48 0 0,-2 1 0 0 0,1 1 192 0 0,-4 3 40 0 0,2 0 8 0 0,1 1 0 0 0,1 2-880 0 0,0 0-184 0 0,1 1-32 0 0,1 2-8 0 0,0 0-472 0 0,0 3-96 0 0,1 1-16 0 0,-1-1-8 0 0,0-1-144 0 0,0-1-24 0 0,0 1-8 0 0,-1 0 0 0 0,1-2 16 0 0,-1 0 0 0 0,-1-1 0 0 0,2 1 0 0 0,0 0-16 0 0,-2-1 0 0 0,2 0 0 0 0,0-1 0 0 0,-2-3-96 0 0,2 2 88 0 0,0-1-88 0 0,-1-1 80 0 0,1 1-80 0 0,-1-2 0 0 0,1-2 0 0 0,0 1 64 0 0,0 0-64 0 0,0-2 0 0 0,0 1 0 0 0,0-1 0 0 0,1-1 0 0 0,0 1 0 0 0,1-2 0 0 0,-2 0 0 0 0,2-2 0 0 0,1 0-96 0 0,0-2 32 0 0,1 0 64 0 0,1-2-392 0 0,1 0-24 0 0</inkml:trace>
  <inkml:trace contextRef="#ctx0" brushRef="#br0" timeOffset="36">7530 4873 7831 2572 3150,'0'-2'696'0'0,"0"0"-560"0"0,1 2-136 0 0,-1-2 0 0 0,0 2 640 0 0,0-1 96 0 0,0-1 16 0 0,0-1 8 0 0,0 0 360 0 0,-1-1 80 0 0,0 3 16 0 0,-2 0 0 0 0,0 3-536 0 0,-1 0-104 0 0,2 5-16 0 0,-2-1-8 0 0,0 4-296 0 0,-2 2-64 0 0,1 1-16 0 0,-2 2 0 0 0,2 1 48 0 0,-2 1 0 0 0,-1 1 8 0 0,0-2 0 0 0,0 2 72 0 0,2-3 16 0 0,-1 0 0 0 0,1-4 0 0 0,2 0-128 0 0,0-2-16 0 0,0-2-8 0 0,2-1 0 0 0,2-1-16 0 0,-2 0-8 0 0,2-2 0 0 0,2 1 0 0 0,-1-1-24 0 0,0-1-8 0 0,1-1 0 0 0,2 0 0 0 0,1 0 16 0 0,2 0 8 0 0,0 1 0 0 0,2-2 0 0 0,3 0 48 0 0,0 0 8 0 0,3-2 0 0 0,-1 0 0 0 0,2 1-24 0 0,1 0 0 0 0,-2-1 0 0 0,1 2 0 0 0,3-3-40 0 0,1 3 0 0 0,0-1-8 0 0,-2 0 0 0 0,-4-1-120 0 0,1 1 72 0 0,-2 0-72 0 0,1 1 64 0 0,-4-1-64 0 0,-2 0 0 0 0,0-1 0 0 0,-3 0 0 0 0,2 0-240 0 0,-2-1-40 0 0,-1 1-8 0 0,0-2-6464 0 0,1 1-1304 0 0</inkml:trace>
  <inkml:trace contextRef="#ctx0" brushRef="#br0" timeOffset="37">7729 4915 3223 2602 3111,'-4'-5'288'0'0,"1"2"-288"0"0,2 2 0 0 0,0 0 0 0 0,-1 0 288 0 0,0 1 8 0 0,2 0 0 0 0,0 1 0 0 0,-4 0 1016 0 0,0 2 208 0 0,2 0 40 0 0,-1 2 8 0 0,-1 2-408 0 0,2 1-72 0 0,-1 3-24 0 0,-1 1 0 0 0,1 1-208 0 0,1 3-48 0 0,-1 1-8 0 0,2 1 0 0 0,-1 0-256 0 0,1 1-48 0 0,0-1-16 0 0,-1-2 0 0 0,1-2-112 0 0,1 3-24 0 0,-1-1-8 0 0,-1-2 0 0 0,1 1-64 0 0,0-1-16 0 0,1 1 0 0 0,-2 0 0 0 0,1-2-104 0 0,1-1-24 0 0,0-2-8 0 0,0-1 0 0 0,0-2-40 0 0,0 1-8 0 0,0-4 0 0 0,1 1 0 0 0,1-2-72 0 0,-1 0 0 0 0,2-2 0 0 0,1-3 64 0 0,0-1-64 0 0,2-3-136 0 0,1-2 32 0 0,2-2-9248 0 0</inkml:trace>
  <inkml:trace contextRef="#ctx0" brushRef="#br0" timeOffset="38">8168 5034 3679 2487 3183,'0'2'80'0'0,"0"-1"16"0"0,0 0 8 0 0,0 0 0 0 0,0 1-104 0 0,0-2 0 0 0,0 1 0 0 0,-2 1 0 0 0,2 2 696 0 0,2-1 112 0 0,-1 1 24 0 0,0-2 8 0 0,1 1 40 0 0,-1-1 8 0 0,0-2 0 0 0,1 0 0 0 0,0-1-168 0 0,0-2-32 0 0,0 1-8 0 0,1 0 0 0 0,-1-1-120 0 0,0-1-24 0 0,0 0-8 0 0,0-1 0 0 0,0-1-40 0 0,0 2-8 0 0,-2-2 0 0 0,2 0 0 0 0,-2-1-40 0 0,0-1-16 0 0,0 3 0 0 0,0-3 0 0 0,0 3-136 0 0,0-2-32 0 0,-4-1-8 0 0,4 0 0 0 0,-4 3-96 0 0,0-2-24 0 0,2-1 0 0 0,-1 3 0 0 0,1 0-64 0 0,-2 0-64 0 0,0-1 96 0 0,-2 0-96 0 0,1 2 72 0 0,-2-1-72 0 0,-1 0 0 0 0,1 2 72 0 0,-2 0-72 0 0,-1 2 0 0 0,-2 0 0 0 0,0 1 64 0 0,-1 1-64 0 0,-1 1 0 0 0,2 2 0 0 0,0 0 64 0 0,1 3-64 0 0,0-1 0 0 0,1 1 0 0 0,1 2 0 0 0,-3 3 0 0 0,5 0 0 0 0,-1 1 0 0 0,2-2 0 0 0,0 2 0 0 0,3 0 0 0 0,0-1 0 0 0,3-2 0 0 0,0-3 0 0 0,2 2 0 0 0,0 0 0 0 0,2-1 0 0 0,2-3 64 0 0,-1-2 32 0 0,2 0 0 0 0,0-2 0 0 0,3 2 80 0 0,1-4 16 0 0,1-2 8 0 0,0-1 0 0 0,0-1-56 0 0,0-1-16 0 0,0-1 0 0 0,2 0 0 0 0,-3-1-48 0 0,1 2-16 0 0,0-1 0 0 0,-1 1 0 0 0,-1-1-64 0 0,-1 2 80 0 0,-3 1-80 0 0,0 2 80 0 0,-2 0-80 0 0,0 1 80 0 0,-2-1-80 0 0,1 1 80 0 0,1 1-80 0 0,-1 1 0 0 0,-1 2 72 0 0,2 1-72 0 0,-3 0 0 0 0,3 2 0 0 0,-2 1 0 0 0,0 0 0 0 0,0 2 0 0 0,0 0 0 0 0,-2 0 0 0 0,0 2 64 0 0,0-1-64 0 0,-2 1 0 0 0,0 0 0 0 0,-2 0 0 0 0,-1 1 0 0 0,0 0 0 0 0,0-1 0 0 0,-1-2 0 0 0,1 0 0 0 0,-3 0 0 0 0,0 2 0 0 0,-2-1 64 0 0,-3 0-64 0 0,3 0 0 0 0,-4 0 0 0 0,2-4 0 0 0,1 1 0 0 0,-1-2 64 0 0,1 1-64 0 0,-3-1 0 0 0,5-1 64 0 0,-1-2-64 0 0,-2 2 64 0 0,1-2-64 0 0,-1-1 80 0 0,2 0-16 0 0,2 0-64 0 0,0-1 96 0 0,0 2-96 0 0,2-1 88 0 0,-2-1-88 0 0,0 1 80 0 0,4-1-80 0 0,-1 0 0 0 0,1 0 0 0 0,2-1 64 0 0,-1 0-64 0 0,0 1 0 0 0,3 0 0 0 0,-2-2 0 0 0,0 2 0 0 0,2 0 0 0 0,0-1 0 0 0,0 1 0 0 0,2 0-120 0 0,0 0-8 0 0,0 0-8 0 0,2-1 0 0 0,1 0-400 0 0,-5 1-72 0 0</inkml:trace>
  <inkml:trace contextRef="#ctx0" brushRef="#br0" timeOffset="39">8437 7594 1375 2708 3316,'-1'0'128'0'0,"0"-2"-128"0"0,-1 1 0 0 0,2 0 0 0 0,0 0 376 0 0,0 0 48 0 0,-1-2 16 0 0,0-1 0 0 0,-1 0 208 0 0,0-2 48 0 0,2 0 8 0 0,0 2 0 0 0,0 0 152 0 0,2 0 32 0 0,0 1 8 0 0,0 1 0 0 0,1-2 0 0 0,1 2 0 0 0,1 0 0 0 0,2 1 0 0 0,-2 0-104 0 0,2 1-24 0 0,1 2 0 0 0,1 0 0 0 0,1 0-160 0 0,0 2-40 0 0,5 0-8 0 0,0 2 0 0 0,7 1-80 0 0,3 0-8 0 0,4 0-8 0 0,4 0 0 0 0,-1-1-112 0 0,1-1-32 0 0,2 1 0 0 0,4 0 0 0 0,6 2-72 0 0,-1 0-24 0 0,-6 1 0 0 0,4 2 0 0 0,9 2-96 0 0,1 0-32 0 0,-3 2 0 0 0,-1 0 0 0 0,2 0-32 0 0,-2 2-64 0 0,1-2 88 0 0,-3 1-88 0 0,-2-1 80 0 0,-1-1-80 0 0,-3-1 64 0 0,-5-1-64 0 0,-6-3 64 0 0,-4 0-64 0 0,2 0 64 0 0,-4-1-64 0 0,-1 0 0 0 0,-5-3 0 0 0,-3-2 0 0 0,1 0 0 0 0,-2-1 0 0 0,-1-3 0 0 0,0 0 72 0 0,-1-2-72 0 0,-1 0 96 0 0,2 1-24 0 0,-3-2 0 0 0,1 0 0 0 0,1-2-72 0 0,-1-1 96 0 0,0 3-96 0 0,-3-1 96 0 0,-2 1-96 0 0,-2-1 0 0 0,-1 1 0 0 0,-2 2 64 0 0,-1-2-64 0 0,-2 1 0 0 0,-2 1 0 0 0,0-1 0 0 0,0 2 0 0 0,-3 0 0 0 0,-3 2 0 0 0,-5 1 0 0 0,-3 0 0 0 0,2 4 0 0 0,-1 1 0 0 0,4 0 0 0 0,1-1 0 0 0,5 1 0 0 0,2-1 0 0 0,3 1 0 0 0,2 0 0 0 0,2-1 0 0 0,2-1 0 0 0,3 1 0 0 0,0-1-64 0 0,4-1 64 0 0,1-1 0 0 0,3-2 0 0 0,-1 0 0 0 0,5 1 0 0 0,1-4 0 0 0,2 0 0 0 0,0-1 0 0 0,-3 0 0 0 0,1 0 0 0 0,-3-3 0 0 0,-1 2 0 0 0,-5 0 0 0 0,-3 1 0 0 0,-1 1 0 0 0,-4-1 0 0 0,-2 2 0 0 0,0 2 0 0 0,-4-1 0 0 0,-1 2 0 0 0,-1 0 0 0 0,-4 2 0 0 0,-1-1 0 0 0,1 3 0 0 0,-1 1 0 0 0,0 1 0 0 0,3-1 0 0 0,3 2 0 0 0,1-1 0 0 0,2-3 0 0 0,4 3 64 0 0,0-3-64 0 0,4-1 0 0 0,0 0 72 0 0,4-3-72 0 0,1-1 0 0 0,2-2 0 0 0,0-2 0 0 0,2-1 0 0 0,-3 1 0 0 0,0-3 72 0 0,2 0-72 0 0,-2-2 0 0 0,-2 1 64 0 0,-3-1-64 0 0,-3 3 0 0 0,-4-1 0 0 0,0 0 0 0 0,-4 1 0 0 0,-2-1 0 0 0,-2 3 0 0 0,-3 1 0 0 0,0-1 0 0 0,-3 2 0 0 0,2-1 0 0 0,1 2-192 0 0,2 0-64 0 0,2-1-8 0 0,0 2-9176 0 0</inkml:trace>
  <inkml:trace contextRef="#ctx0" brushRef="#br0" timeOffset="40">8274 7619 6911 2748 3318,'2'-2'608'0'0,"-4"-1"-480"0"0,1 3-128 0 0,0 0 0 0 0,1 0 632 0 0,-3-2 104 0 0,0 2 16 0 0,-2 0 8 0 0,-1 0 264 0 0,-6 2 48 0 0,2 6 16 0 0,-3 1 0 0 0,-1 5-376 0 0,-2 3-72 0 0,2 3-8 0 0,-5 4-8 0 0,1 1-192 0 0,-4 5-40 0 0,1 2-8 0 0,-5 2 0 0 0,0 5 0 0 0,-4 1-8 0 0,2-2 0 0 0,-3 1 0 0 0,-1-3 8 0 0,7-3 8 0 0,3-7 0 0 0,-1 5 0 0 0,-6 7-136 0 0,0 3-32 0 0,-2 3-8 0 0,-2 1 0 0 0,3 0-88 0 0,0-5-24 0 0,5-5 0 0 0,2-3 0 0 0,6-4-8 0 0,2-3-8 0 0,3-4 0 0 0,3-3 0 0 0,2-1-24 0 0,2-4-64 0 0,2-2 96 0 0,2-4-32 0 0,1-1-64 0 0,0-2 0 0 0,1-3 72 0 0,2-2-72 0 0,0-1 0 0 0,1-4 0 0 0,0-3 0 0 0,1-2 64 0 0,0-1-64 0 0,-2-2 0 0 0,-2 1 0 0 0,-1-3 0 0 0,0 1 0 0 0,-4 2-128 0 0,0 0 16 0 0,-1 4 8 0 0,-2 2-48 0 0,-1 4-8 0 0,3 3 0 0 0,-5 1 0 0 0,-1 3 64 0 0,-4 2 16 0 0,0 3 0 0 0,0 0 0 0 0,1 0 80 0 0,1 2-80 0 0,2 0 80 0 0,0 1-80 0 0,4-2 80 0 0,1 1 0 0 0,0-1 0 0 0,5-2 0 0 0,0-2 0 0 0,3-1 0 0 0,2-1 0 0 0,4 0 0 25-18,0-2 0-25 18,3-2 0 0 0,3 0 0 0 0,-1-3 0 0 0,1-2 0 0 0,3-2 0 0 0,-4-1 0 0 0,0-1 0 0 0,0 0 0 0 0,-2 0 0 0 0,-3-1 0 0 0,-2 2 0 0 0,-5 1 0 0 0,-1-1 0 0 0,-3 1 0 0 0,-3-1 0 0 0,-1 3 0 25-20,-1-1 0-25 20,-3 2 0 0 0,-1 1 0 0 0,-2 1 0 0 0,0 1 0 0 0,1 1 0 0 0,0 3 64 0 0,2 0-64 0 0,-1-1 64 0 0,2 3-64 0 0,2 0 64 0 0,2-2-64 0 0,0 3 0 0 0,4 0 64 0 0,-1-1-64 0 0,3 1 0 0 0,0 0 0 0 0,4-2 0 0 0,1 0 0 0 0,3 1-408 0 0,3-1-88 0 0,5-2-16 0 0,3-2-8152 0 0</inkml:trace>
  <inkml:trace contextRef="#ctx0" brushRef="#br0" timeOffset="41">8510 7590 3223 2687 3348,'0'-6'288'0'0,"0"3"-288"0"0,0-1 0 0 0,2 2 0 0 0,-1-1 384 0 0,-1 2 16 0 0,1 0 8 0 0,2-3 0 0 0,1 1 672 0 0,-1-2 136 0 0,-1 0 24 0 0,-2 2 8 0 0,2 1 72 0 0,-4 4 24 0 0,1 1 0 0 0,-2 2 0 0 0,1 2-392 0 0,-2 1-80 0 0,0 3-8 0 0,0 2-8 0 0,0 2-296 0 0,0 1-56 0 0,1-2-16 0 0,0 5 0 0 0,2 3-160 0 0,-1 6-32 0 0,-1 7-8 0 0,2 2 0 0 0,-1 5-32 0 0,0 0 0 0 0,2 1-8 0 0,-4-3 0 0 0,4-4-72 0 0,-2 3-16 0 0,0 5 0 0 0,2 0 0 0 0,-2-5-16 0 0,1 2-8 0 0,-1 2 0 0 0,0 0 0 0 0,-1 1 24 0 0,0-1 8 0 0,1-5 0 0 0,-1-3 0 0 0,0-2-88 0 0,1-3-16 0 0,0 1-64 0 0,0-6 96 0 0,0-4-16 0 0,1 2-8 0 0,1-1 0 0 0,0 0 0 0 0,0 0 8 0 0,0-4 0 0 0,0-3 0 0 0,0-5 0 0 0,0 0-80 0 0,1-4 80 0 0,1-3-80 0 0,-1-2 80 0 0,2-2-80 0 0,-1-2 0 0 0,2-4 0 0 0,2-3 0 0 0,-1 2 0 0 0,-1-4 64 0 0,0-2-64 0 0,0-1 0 0 0,-2 2 0 0 0,-2 0 0 0 0,0-1 0 0 0,-4 3 0 0 0,0 0 0 0 0,-5 3-136 0 0,-3 4 32 0 0,-1 5 8 0 0,3 1-8 0 0,-6 3 0 0 0,-1 2 0 0 0,-3 6 0 0 0,0 3 104 0 0,0 1-96 0 0,1 3 96 0 0,1-2-96 0 0,3 3 96 0 0,3-3 0 0 0,4 0 0 0 0,3-1 0 0 0,3-2 0 0 0,2-2 0 0 0,5-1 0 0 0,0-3 0 0 0,4-1 0 0 0,2-1 0 0 0,-2 1 0 0 0,4-5 0 0 0,0-1 0 0 0,1-5 0 0 0,1 1 0 0 0,-1-4 0 0 0,1 1 0 0 0,-1-2 0 26-18,0 1 0-26 18,-1-2 0 0 0,-3-1 0 27-18,-1 0 0-27 18,-1 0 0 0 0,-2 3 0 0 0,-2-3 0 0 0,-3 2 0 0 0,-2 3 0 0 0,-3-1 0 0 0,-2 3 0 25-18,-2-1 0-25 18,-2 3 0 0 0,-3 0 0 0 0,-1 3 0 0 0,-2 1 0 0 0,0 1 96 0 0,-1 1-96 0 0,1 1 144 0 0,0 1-24 0 0,1 0-8 0 0,2 2 0 0 0,2-2-112 0 0,0 2 88 0 0,3-2-88 0 0,1 0 80 25-18,3 3-80-25 18,2-2 0 0 0,0 2 0 0 0,4-2 0 0 0,2 1 0 0 0,1-5 0 0 0,6-1-88 0 0,2-2 88 0 0,3-2-440 0 0,3 0-40 0 0,4 0-16 0 0,4-4-9272 0 0</inkml:trace>
  <inkml:trace contextRef="#ctx0" brushRef="#br0" timeOffset="42">5896 4346 2303 2826 3283,'-3'-2'200'0'0,"0"1"-200"0"0,2 1 0 0 0,0 0 0 0 0,-1 0 400 0 0,0 0 40 0 0,-2 0 8 0 0,-4-1 0 0 0,-3 1 128 0 0,-1-1 24 0 0,1 2 8 0 0,1 1 0 0 0,0 2 72 0 0,3 0 24 0 0,-1 0 0 0 0,2 3 0 0 0,2 0-64 0 0,0 2 0 0 0,0-1-8 0 0,1 0 0 0 0,2 0-152 0 0,0-1-24 0 0,2 3-8 0 0,0-3 0 0 0,3 0-88 0 0,0 0-16 0 0,3-2-8 0 0,-1 0 0 0 0,2-2 0 0 0,1-1 0 0 0,1 0 0 0 0,0-2 0 0 0,-2 0-48 0 0,-1-2 0 0 0,3 1-8 0 0,-1-1 0 0 0,2-2-112 0 0,0-2-16 0 0,-1 1-8 0 0,-1-1 0 0 0,1-1-144 0 0,-3 0 64 0 0,-1 1-64 0 0,-2-1 0 0 0,0 2 0 0 0,-1-1 0 0 0,-2-1 0 0 0,-2 0 0 0 0,0 1 0 0 0,-2 0 0 0 0,-1-1 0 0 0,-1 1 0 0 0,-1 3-128 0 0,0-2 0 0 0,-3 1 0 0 0,-1 2 0 0 0,-2 0-64 0 0,0 2-8 0 0,0 2-8 0 0,0-1 0 0 0,3 1 128 0 0,-2 2 80 0 0,-1 0-96 0 0,1 3 96 0 0,0 0 0 0 0,2 1 96 0 0,0 3 0 0 0,-2-1 0 0 0,3 4 160 0 0,0 0 24 0 0,3 1 8 0 0,1-1 0 0 0,2 0 16 0 0,2-2 8 0 0,4-1 0 0 0,0 0 0 0 0,3-1-24 0 0,3-2-8 0 0,0-2 0 0 0,2 0 0 0 0,3-4-56 0 0,1 1-16 0 0,3-3 0 0 0,0-3 0 0 0,0-2-64 0 0,4-2-16 0 0,2-1 0 0 0,-2-2 0 0 0,-5 2-64 0 0,1-2-64 0 0,0-1 96 0 0,-3-1-96 0 0,-4 2 0 0 0,-4-3 0 0 0,-1 2 0 0 0,-5-1 0 0 0,0 2 0 0 0,-4-2 0 0 0,-2-1 0 0 0,-2 0 0 0 0,-3 0 0 0 0,-3 2 0 0 0,-3 1 0 0 0,-1 0 0 0 0,-1 4 0 0 0,-1 3 0 0 0,1 0 0 0 0,1 3 0 0 0,3 2 0 0 0,-1 1 0 0 0,-3 4 0 0 0,0 3 0 0 0,-1 0 0 0 0,3 2 0 0 0,2 1 0 0 0,3 1 0 0 0,0 2 0 0 0,5-2 80 0 0,2 0-80 0 0,3-2 64 0 0,3 3-64 0 0,4-3 0 0 0,6 1 0 0 0,4-4 0 0 0,9-1-472 0 0,4-1-56 0 0</inkml:trace>
  <inkml:trace contextRef="#ctx0" brushRef="#br0" timeOffset="43">5905 4379 4607 2858 3223,'-1'-3'408'0'0,"-1"1"-328"0"0,1 0-80 0 0,0 2 0 0 0,-1 0 336 0 0,1 0 48 0 0,-3-2 16 0 0,-3 1 0 0 0,-2-1 104 0 0,-3 1 16 0 0,-4-1 8 0 0,-1 4 0 0 0,2 0-184 0 0,-1 2-40 0 0,1 0-8 0 0,-1 1 0 0 0,1 2 64 0 0,3 0 16 0 0,1 1 0 0 0,1 1 0 0 0,5-1 104 0 0,1 1 16 0 0,3 0 8 0 0,2 0 0 0 0,0 0 8 0 0,5 1 0 0 0,3-1 0 0 0,1 0 0 0 0,2-1-16 0 0,1-1 0 0 0,1 0 0 0 0,2-1 0 0 0,2-1-152 0 0,-2-3-32 0 0,0-2-8 0 0,-1 0 0 0 0,-1-1-136 0 0,-1-2-24 0 0,1 0-8 0 0,-3-3 0 0 0,1 0-40 0 0,-5 0-16 0 0,0-1 0 0 0,-2-1 0 0 0,-1-2-80 0 0,-2 1 80 0 0,-2 0-80 0 0,-2-1 80 0 0,0 1-80 0 0,-2-1 0 0 0,-2 3 0 0 0,0 0 64 0 0,-1 2 8 0 0,-1 0 0 0 0,-1 1 0 0 0,-2 2 0 0 0,2 0 88 0 0,-2 4 8 0 0,-1 0 8 0 0,0 3 0 0 0,1-1-48 0 0,-1 2-16 0 0,0 1 0 0 0,1 2 0 0 0,1-1-112 0 0,-1 0 88 0 0,3 0-88 0 0,0-1 80 0 0,3 2-80 0 0,1-3 0 0 0,2 1 0 0 0,2-1 0 0 0,2-2 0 0 0,5 0-112 0 0,5-2 16 0 0,1-1-5584 0 0,5-3-1112 0 0</inkml:trace>
  <inkml:trace contextRef="#ctx0" brushRef="#br0" timeOffset="44">4906 3560 6911 3405 2969,'0'0'608'0'0,"0"0"-480"0"0,0 1-128 0 0,1-1 0 0 0,0 0 584 0 0,1 1 96 0 0,-1 0 24 0 0,3 1 0 0 0,1 0 256 0 0,3 1 64 0 0,1 1 0 0 0,-1 0 8 0 0,0-2-512 0 0,0 1-104 0 0,-2 1-16 0 0,2-1-8 0 0,-1 2-296 0 0,-1-2-96 0 0,1 2 0 0 0,0-1 0 0 0,0 0-432 0 0,-2-2-144 0 0</inkml:trace>
  <inkml:trace contextRef="#ctx0" brushRef="#br0" timeOffset="45">5152 3699 4607 3270 2966,'0'0'408'0'0,"0"0"-328"0"0,0-2-80 0 0,0 2 0 0 0,0 0 608 0 0,0 0 96 0 0,0 2 32 0 0,2-2 0 0 0,-2 0-440 0 0,0 1-80 0 0,0 0-24 0 0,0-1 0 0 0,0 0-192 0 0</inkml:trace>
  <inkml:trace contextRef="#ctx0" brushRef="#br0" timeOffset="46">4579 3430 5983 3515 3073,'0'1'536'0'0,"0"-1"-432"0"0,1 1-104 0 0,1-1 0 0 0,-1 1 480 0 0,0 1 80 0 0,2-2 16 0 0,1 3 0 0 0,1 1 432 0 0,4-1 88 0 0,3 2 24 0 0,-1 0 0 0 0,4 0-384 0 0,-1 1-64 0 0,0-1-24 0 0,-1 1 0 0 0,1-2-424 0 0,-4 3-80 0 0,3-2-16 0 0,0 1-8 0 0,-1 0-120 0 0,-3 0 0 0 0,2 0 0 0 0,-2 0-4432 0 0,1 0-832 0 0</inkml:trace>
  <inkml:trace contextRef="#ctx0" brushRef="#br0" timeOffset="47">5137 3735 9215 3351 3029,'-7'-1'408'0'0,"3"1"80"0"0,1 0-392 0 0,2 1-96 0 0,1-1 0 0 0,0 0 0 0 0,0 1 0 0 0,1 1 88 0 0,2 0-88 0 0,1 1 80 0 0,3 1 152 0 0,-7-4 32 0 0,0 0 8 0 0,25 11 0 0 0,-16-6 200 0 0,1-2 40 0 0,-1 2 0 0 0,-1 0 8 0 0,0-1-200 0 0,0 0-48 0 0,-1-1-8 0 0,-1 2 0 0 0,1-1-136 0 0,0-1-24 0 0,-1 2-8 0 0,1-2 0 0 0,-1 1-96 0 0,-2-2 0 0 0,2 1 0 0 0,-2 0-4016 0 0,0 0-768 0 0</inkml:trace>
  <inkml:trace contextRef="#ctx0" brushRef="#br0" timeOffset="48">5457 3995 9215 3413 2884,'-2'0'816'0'0,"2"1"-656"0"0,0 1-160 0 0,0-2 0 0 0,0 2 344 0 0,0-2 32 0 0,2 2 8 0 0,-1 1 0 0 0,0 0 80 0 0,2 3 16 0 0,2 1 8 0 0,1-2 0 0 0,3 0-328 0 0,-3-2-64 0 0,3-1-8 0 0,-2 0-8 0 0,-1 2-80 0 0,2 1-88 0 0,-1-1 24 0 0,-1-1-5496 0 0</inkml:trace>
  <inkml:trace contextRef="#ctx0" brushRef="#br0" timeOffset="49">5674 4181 12439 3283 2816,'-4'-2'544'0'0,"2"2"128"0"0,0 0-544 0 0,1 2-128 0 0,1-2 0 0 0,0 2 0 0 0,1-1 296 0 0,1 1 32 0 0,0 2 8 0 0,4 2 0 0 0,1 1 72 0 0,5 0 8 0 0,-1 0 8 0 0,3-1 0 0 0,2 1-224 0 0,1 0-40 0 0,0 0-16 0 0,-1-1 0 0 0,1 0-144 0 0,-2 1 0 0 0,-1-2 0 0 0,-2 0 0 0 0,-3-1 0 0 0,-1-1 0 0 0,-1 0 0 0 0,-3-2 0 0 0,0 1-376 0 0,-2 0-48 0 0,1-1-16 0 0,-2 0 0 0 0,-1 0-480 0 0,2 1-96 0 0,-4 0-16 0 0,2 0-4176 0 0</inkml:trace>
  <inkml:trace contextRef="#ctx0" brushRef="#br0" timeOffset="50">6464 4064 919 3048 3019,'0'-4'80'0'0,"2"2"-80"0"0,-2-1 0 0 0,0 1 0 0 0,1 0 336 0 0,0-1 48 0 0,0-1 16 0 0,2-6 0 0 0,1 1 368 0 0,0-3 64 0 0,0 1 24 0 0,0 1 0 0 0,-1 1 176 0 0,-1 2 40 0 0,1 1 8 0 0,-2 1 0 0 0,-1 2-48 0 0,2 2-8 0 0,-2 0 0 0 0,1-1 0 0 0,-1 2-224 0 0,-1 2-56 0 0,1 0-8 0 0,-2 1 0 0 0,1 4-288 0 0,-2 2-64 0 0,-1 2-16 0 0,-1 2 0 0 0,0 3-152 0 0,-2 1-32 0 0,-1 1-8 0 0,-2 3 0 0 0,0-3-64 0 0,1 0-16 0 0,1-3 0 0 0,0 0 0 0 0,2-1 8 0 0,1-1 0 0 0,-1-2 0 0 0,4-3 0 0 0,0-1 32 0 0,2-2 8 0 0,0 1 0 0 0,0-1 0 0 0,4 0 48 0 0,-2-3 0 0 0,2 1 8 0 0,0-2 0 0 0,3 0-16 0 0,-2-1-8 0 0,2 0 0 0 0,-1-1 0 0 0,4 0-40 0 0,1-1-8 0 0,0 1 0 0 0,1-1 0 0 0,-1-1-56 0 0,1 3-8 0 0,2-3-64 0 0,0 2 96 0 0,1 0-32 0 0,-2-1-64 0 0,1 2 88 0 0,-1-2-88 0 0,-3 2 64 0 0,1 0-64 0 0,-2 0 0 0 0,0 0 0 0 0,-1 0 0 0 0,-2 0 0 0 0,1 0 0 0 0,-2 0 0 0 0,0 0-352 0 0,-1-1-80 0 0,3-2-16 0 0,0 1-8456 0 0</inkml:trace>
  <inkml:trace contextRef="#ctx0" brushRef="#br0" timeOffset="51">6721 4044 4607 2945 3104,'0'0'200'0'0,"-1"-2"48"0"0,1 2-248 0 0,-1 0 0 0 0,1 2 0 0 0,-2-2 0 0 0,1 3 984 0 0,-2 1 144 0 0,-1 4 32 0 0,-2 4 8 0 0,-2 3 104 0 0,3 0 16 0 0,-3 1 8 0 0,2 1 0 0 0,2 0-312 0 0,0-1-64 0 0,1 2-16 0 0,-1-2 0 0 0,3 2-240 0 0,-2-1-56 0 0,2 0 0 0 0,1 1-8 0 0,0-1-216 0 0,0-2-48 0 0,0-3-8 0 0,0-1 0 0 0,0 2-144 0 0,0-2-32 0 0,0 2-8 0 0,0-1 0 0 0,0-2-72 0 0,0 0-8 0 0,1-2-64 0 0,-1-1 96 0 0,2-2-96 0 0,-1 0 0 0 0,0 0 0 0 0,-1-3 0 0 0,3 0 0 0 0,0 0 0 0 0,-2-2 0 0 0,2 0 0 0 0,-1 0-224 0 0,1-2-64 0 0,1-1-8 0 0,0-1-8 0 0,0 0-1136 0 0,0-2-232 0 0</inkml:trace>
  <inkml:trace contextRef="#ctx0" brushRef="#br0" timeOffset="52">7082 4117 2759 2812 2698,'1'0'248'0'0,"-1"0"-248"0"0,1 0 0 0 0,-1 0 0 0 0,2 0 448 0 0,-2-2 48 0 0,2 2 8 0 0,1 0 0 0 0,0-2 232 0 0,1 1 40 0 0,0-1 16 0 0,-2 0 0 0 0,1 1 8 0 0,-1 0 8 0 0,2 0 0 0 0,-4-2 0 0 0,4 2 24 0 0,-4-1 0 0 0,2 0 0 0 0,0 0 0 0 0,-1 0-96 0 0,0 1-8 0 0,-1-2-8 0 0,0 1 0 0 0,2-1-272 0 0,-4 3-48 0 0,2-3-16 0 0,-1 1 0 0 0,0 1-216 0 0,-3 0-40 0 0,4-2-16 0 0,-4 2 0 0 0,0 0-112 0 0,0 0 64 0 0,-1-1-64 0 0,-1 2 0 0 0,0 0 72 0 0,-2 2-72 0 0,2 0 64 0 0,-2 0-64 0 0,-1 2 0 0 0,0-1 0 0 0,1 1 64 0 0,0-1-64 0 0,0 3 64 0 0,0-2-64 0 0,2 3 96 0 0,-1-1-32 0 0,1 1-64 0 0,1-1 0 0 0,2-1 0 0 0,0 2 0 0 0,1-1 0 0 0,0-1 0 0 0,0 3 0 0 0,2-1 0 0 0,2 0 0 0 0,0-1 0 0 0,1-1 0 0 0,2-1 0 0 0,0 1 88 0 0,1-1-24 0 0,0 1-64 0 0,1 0 96 0 0,1-2 48 0 0,0 0 8 0 0,0 1 0 0 0,3 0 0 0 0,1 1 16 0 0,0-1 8 0 0,1 2 0 0 0,-1 1 0 0 0,-3-3-40 0 0,3 1-8 0 0,-2 1 0 0 0,1-1 0 0 0,-1 3-48 0 0,0-3-16 0 0,-3 2 0 0 0,2-1 0 0 0,-3-1-64 0 0,1 4 0 0 0,-2-1 0 0 0,-1-1 0 0 0,-1 0 0 0 0,-2-1 0 0 0,-1 0 0 0 0,-1 1 0 0 0,0 0 0 0 0,-2-1 0 0 0,0-1 0 0 0,-1 2 0 0 0,0-1 0 0 0,-1-1 0 0 0,-1 3 0 0 0,-2-3 0 0 0,-1 3 0 0 0,0-3 0 0 0,0 1 0 0 0,-2-1 0 0 0,2 0 0 0 0,-2-2 0 0 0,2 0 0 0 0,-2-1 0 0 0,0-1 0 0 0,2-1 0 0 0,-1 0 64 0 0,2-1-64 0 0,2 0 0 0 0,1-2 0 0 0,-1 1 0 0 0,2-1 64 0 0,0-2-64 0 0,0 0 0 0 0,2-2 72 0 0,-1-1-72 0 0,0 0 80 0 0,2-1-16 0 0,2-1-64 0 0,-1-2 96 0 0,3-1-96 0 0,0 0 88 0 0,2 1-88 0 0,0-1 80 0 0,3 3-80 0 0,0 0 64 0 0,1 2-64 0 0,1-2 64 0 0,3 2-64 0 0,2-2 0 0 0,-1 1 0 0 0,0 1 0 0 0,-2 0 0 0 0,1 0 0 0 0,1-1 64 0 0,-1 1-64 0 0,0-2 0 0 0,-1 1 0 0 0,0 1 0 0 0,-3-1 0 0 0,-1 2 0 0 0,-3-1 0 0 0,0 0 0 0 0,-2-2 0 0 0,-1-1 0 0 0,-2 0 0 0 0,-2 0 0 0 0,-1 0 0 0 0,-2 1 64 0 0,0 0-64 0 0,-3 2 64 0 0,-1 0-64 0 0,1 1 0 0 0,-1 2 64 0 0,0 2-64 0 0,0-1 0 0 0,-1 2 64 0 0,-1 0-64 0 0,2 0 0 0 0,-2 1 64 0 0,2 2-64 0 0,1-1 0 0 0,0 3 0 0 0,0-2 0 0 0,-1 3 0 0 0,2-1 0 0 0,0 1 0 0 0,2 2 0 0 0,0 1-296 0 0,2 0-24 0 0,1 1-8 0 0,3 1-8768 0 0</inkml:trace>
  <inkml:trace contextRef="#ctx0" brushRef="#br0" timeOffset="53">2606 286 3679 3213 3054,'1'-4'328'0'0,"-1"1"-264"0"0,0 0-64 0 0,0 2 0 0 0,0 0 536 0 0,0-1 88 0 0,0-3 16 0 0,0-3 8 0 0,2 0 344 0 0,-2 0 64 0 0,-2 0 8 0 0,2 1 8 0 0,0 1-240 0 0,-1 1-56 0 0,1 1-8 0 0,0 1 0 0 0,0 2-224 0 0,0 0-40 0 0,0-1-16 0 0,1 2 0 0 0,-1 0-120 0 0,0 0-24 0 0,0 0-8 0 0,0 0 0 0 0,0 0-16 0 0,0 0-8 0 0,0 0 0 0 0,0 0 0 0 0,0 0 16 0 0,0 0 8 0 0,0 24 0 0 0,0-15 0 0 0,-1 1-56 0 0,1 2-16 0 0,-1 3 0 0 0,-2 4 0 0 0,3 1-16 0 0,-1 0-8 0 0,-1 1 0 0 0,1 2 0 0 0,0 2-32 0 0,0 1-8 0 0,-1-1 0 0 0,0-1 0 0 0,2 0-104 0 0,0 0-32 0 0,0 3 0 0 0,0 2 0 0 0,0 1 0 0 0,4 1-64 0 0,-3-2 96 0 0,1-1-32 0 0,1-1 0 0 0,-2-2-64 0 0,1-2 96 0 0,-1-1-32 0 0,0-2 8 0 0,1-3 0 0 0,-1-3 0 0 0,0-3 0 0 0,1 1-8 0 0,-2 0 0 0 0,-2-1 0 0 0,2-2 0 0 0,-1-1 0 0 0,0-1-64 0 0,-1 2 96 0 0,1-2-32 0 0,-2 1-64 0 0,1-2 0 0 0,-2-1 72 0 0,1 0-72 0 0,1-1 0 0 0,0 0 0 0 0,0-1 0 0 0,0-1 64 0 0,0 1-64 0 0,0-2 0 0 0,-1 0 0 0 0,1 0 0 0 0,0-1 0 0 0,0 0 0 0 0,0 0 0 0 0,0-2 0 0 0,0 1 0 0 0,-2-3 0 0 0,2 1 0 0 0,-2-2 0 0 0,0-2 0 0 0,-2-1 0 0 0,2-1 0 0 0,-1 0 0 0 0,-1 0 0 0 0,2-2 0 0 0,-2-1 0 0 0,1 2 0 0 0,1 1 0 0 0,0 0 0 0 0,0-2-64 0 0,-2 1 64 0 0,2-1-72 0 0,-1 2 72 0 0,1 0-80 0 0,0 2 80 0 0,0 1 0 0 0,0 1-72 0 0,2-1 72 0 0,-2 2 0 0 0,2-1 0 0 0,-1 2 0 0 0,1-2 0 0 0,-1 2 0 0 0,2 0 0 0 0,-2 1 0 0 0,2-2 0 0 0,-1 2-64 0 0,1 0 64 0 0,1 0 0 0 0,0 1 0 0 0,0 1 0 0 0,0 0 0 0 0,0-1 0 0 0,0 2 0 0 0,1-1 0 0 0,1 3 0 0 0,-1-1 0 0 0,-1-2 0 0 0,0 0 0 0 0,0 0 0 0 0,10 20 0 0 0,-6-12 0 0 0,0 1 0 0 0,0 3 0 0 0,2 0 0 0 0,-2-1 0 0 0,1 1 0 0 0,2 3 0 0 0,1 0 96 0 0,-1-2-32 0 0,-2-1 0 0 0,3 0 0 0 0,-2 1 8 0 0,3-1 0 0 0,-1-1 0 0 0,0 1-8 0 0,-2-2 0 0 0,2 1 0 0 0,-1-3 0 0 0,-1-3 0 0 0,-2 0-64 0 0,0 0 96 0 0,2-2-32 0 0,1 1 16 0 0,-1-3 0 0 0,1-1 0 0 0,2-1 0 0 0,0-3 48 0 0,3-2 0 0 0,2-4 8 0 0,1-2 0 0 0,0-2 24 0 0,3-3 8 0 0,1-3 0 0 0,1 0 0 0 0,-1-1-16 0 0,-2 1-8 0 0,-1 1 0 0 0,-5 2 0 0 0,1 4-72 0 0,-5 2-8 0 0,-1 4-64 0 0,-4 1 96 0 0,0 1-96 0 0,-2 4 0 0 0,0 0 0 0 0,0-1 0 0 0,-2 2 0 0 0,2-2 0 0 0,0 4 0 0 0,0-2 0 0 0,2 0-480 0 0,2 0-96 0 0,2-2-24 0 0,4-1-9720 0 0</inkml:trace>
  <inkml:trace contextRef="#ctx0" brushRef="#br0" timeOffset="54">3378 221 2303 3041 3175,'0'-1'200'0'0,"0"-1"-200"0"0,0 1 0 0 0,-1 0 0 0 0,1 0 632 0 0,0-1 80 0 0,-1 2 24 0 0,1-4 0 0 0,-2-1 448 0 0,0 1 96 0 0,-1-3 24 0 0,2 3 0 0 0,-2-1-248 0 0,2 1-56 0 0,-2 0-8 0 0,1 0 0 0 0,0 2-208 0 0,0-1-48 0 0,2 3 0 0 0,-4-2-8 0 0,4 2-168 0 0,-2 0-32 0 0,-1 2-8 0 0,2-2 0 0 0,-2 4-184 0 0,2 1-40 0 0,-2 1-8 0 0,1 1 0 0 0,0 1-96 0 0,0 3-32 0 0,0 1 0 0 0,1 2 0 0 0,-2 2 16 0 0,2 1 0 0 0,1-1 0 0 0,-1 2 0 0 0,-1 0 24 0 0,2 1 8 0 0,-1-1 0 0 0,1 1 0 0 0,-1-3-120 0 0,1 1-24 0 0,0 2-64 0 0,0 0 96 0 0,-2 0 0 0 0,2-1 0 0 0,0 0 0 0 0,0-1 0 0 0,0 2 8 0 0,0 0 0 0 0,0 0 0 0 0,0-1 0 0 0,3-3-24 0 0,-2 0-8 0 0,1-1 0 0 0,-1-2 0 0 0,0 0-72 0 0,1-3 96 0 0,-2 0-96 0 0,1-2 96 0 0,0-1-96 0 0,-1-1 0 0 0,2-2 0 0 0,-2 0 0 0 0,0-1 0 0 0,0-1 0 0 0,0 0 0 0 0,0-2 0 0 0,1 0-320 0 0,0-2-48 0 0,1 0-16 0 0,0-2-9024 0 0</inkml:trace>
  <inkml:trace contextRef="#ctx0" brushRef="#br0" timeOffset="55">3329 235 6911 3038 3163,'-1'-7'304'0'0,"-1"2"64"0"0,1 0-296 0 0,1 0-72 0 0,0 3 0 0 0,0 0 0 0 0,1-1 576 0 0,-1-3 96 0 0,3-3 16 0 0,0-2 8 0 0,1-2 456 0 0,1-2 88 0 0,1 0 16 0 0,4 0 8 0 0,0 0-504 0 0,0 1-104 0 0,3 2-16 0 0,2-2-8 0 0,0 4-232 0 0,1 1-48 0 0,5 0 0 0 0,1 2-8 0 0,-7 3-24 0 0,0 2 0 0 0,1 2 0 0 0,-1 1 0 0 0,-1 3-152 0 0,0 2-32 0 0,-3 2-8 0 0,-2 0 0 0 0,-1 0-128 0 0,-3 4 0 0 0,-1 1 0 0 0,-4 2 0 0 0,-1 2 80 0 0,-2 2-16 0 0,-2 2 0 0 0,-2 1 0 0 0,-3 1-64 0 0,2 0 0 0 0,-5-3 0 0 0,3 1 0 0 0,-3-2 0 0 0,-1-3-88 0 0,1 0 24 0 0,1-4 0 0 0,-1 0 64 0 0,1-2 0 0 0,0-2 64 0 0,-1-1-64 0 0,1 0 88 0 0,1-2-24 0 0,1-2 0 0 0,1 0 0 0 0,1-2 72 0 0,1 0 16 0 0,2-1 0 0 0,-1-1 0 0 0,4 0-64 0 0,-1-2-16 0 0,0 1 0 0 0,3-3 0 0 0,0 2-216 0 0,3-4-48 0 0,2 2 0 0 0,2 1-8608 0 0</inkml:trace>
  <inkml:trace contextRef="#ctx0" brushRef="#br0" timeOffset="56">3709 484 3223 2887 3090,'-1'-5'136'0'0,"1"3"40"0"0,0 0-176 0 0,0-1 0 0 0,0 2 0 0 0,0 0 0 0 0,0-1 584 0 0,0 0 88 0 0,1-1 8 0 0,1-2 8 0 0,0-1 944 0 0,1 0 184 0 0,1 2 40 0 0,0-3 0 0 0,0 3-608 0 0,1 0-128 0 0,1-1-32 0 0,0 2 0 0 0,1-1-352 0 0,0 2-80 0 0,1 0-16 0 0,-1-1 0 0 0,3 2-256 0 0,-4 0-48 0 0,0-1-16 0 0,-1 2 0 0 0,1 1-152 0 0,-2 0-32 0 0,1 0-8 0 0,-1 0 0 0 0,0 2 0 0 0,-1-2-8 0 0,-1 1 0 0 0,-1 1 0 0 0,1-1-120 0 0,-2-1 0 0 0,1 1 0 0 0,-1 0 0 0 0,0-1 0 0 0,-1 0 0 0 0,-1 0 0 0 0,1 0 0 0 0,-1 2 96 0 0,-2-1-24 0 0,-2 0-8 0 0,1 0 0 0 0,-2 1-64 0 0,-2 1 0 0 0,-1 0 0 0 0,-2 1 0 0 0,-1 0 0 0 0,0 1 0 0 0,-2 0 0 0 0,3 0 0 0 0,0-1 0 0 0,0 2 0 0 0,3-2 0 0 0,1 1 0 0 0,2 0 0 0 0,2-1 0 0 0,0 1 0 0 0,3-1 0 0 0,0-1 0 0 0,2 0 0 0 0,2 1 0 0 0,1 2 0 0 0,2-1 0 0 0,1-1 0 0 0,3 3 0 0 0,0-1 0 0 0,1 2 0 0 0,1-1 0 0 0,-1 1 0 0 0,-1 0 0 0 0,2 0 0 0 0,-1 2 0 0 0,-1 0 0 0 0,0 0 0 0 0,-2-1 0 0 0,-1 0 0 0 0,-2 3 0 0 0,-1-3 0 0 0,-1 0 0 0 0,-3 1 0 0 0,-2 0 0 0 0,1 0 0 0 0,-3 0 0 0 0,0-1 0 0 0,-3-2 0 0 0,2-1 0 0 0,-3-1 0 0 0,0-2 0 0 0,0 0 0 0 0,-1 0 0 0 0,-1-2 0 0 0,1-1 0 0 0,-2-1 0 0 0,4-1 0 0 0,-3-1 0 0 0,-1-1 0 0 0,2 0 0 0 0,-2-1 0 0 0,2 1 0 0 0,-2-2 0 0 0,1 0 0 0 0,0 0 0 0 0,2-2 0 0 0,0 1 0 0 0,1 1 0 0 0,1 0 0 0 0,2-1 0 0 0,1 2 0 0 0,0 0 0 0 0,3 1 0 0 0,2 1-416 0 0,0 1-32 0 0,2 0 0 0 0,3 1-5456 0 0,4-2-1096 0 0</inkml:trace>
  <inkml:trace contextRef="#ctx0" brushRef="#br0" timeOffset="57">4027 536 2759 2895 3094,'1'-6'248'0'0,"0"2"-248"0"0,-1 1 0 0 0,0-1 0 0 0,0 3 752 0 0,0 0 104 0 0,0 0 16 0 0,-1-1 8 0 0,0 2 1056 0 0,-1-2 208 0 0,0 1 48 0 0,-2 1 8 0 0,1 3-1048 0 0,-1 0-200 0 0,2 3-48 0 0,-2 0-8 0 0,1 3-464 0 0,0 0-96 0 0,3 4-16 0 0,-1-2-8 0 0,-1 2-176 0 0,2 0-32 0 0,2 0-8 0 0,-2 0 0 0 0,3-1 16 0 0,-1 0 0 0 0,2-3 0 0 0,0-1 0 0 0,2 0-16 0 0,0-1-8 0 0,1-3 0 0 0,-1 0 0 0 0,1-1-88 0 0,1-3 96 0 0,2 0-96 0 0,-2-1 96 0 0,2-1-8 0 0,-1-3 0 0 0,1 0 0 0 0,-1 0 0 0 0,1-1-24 0 0,0-3-64 0 0,0 1 96 0 0,-3-1-32 0 0,0-1-64 0 0,0 0 96 0 0,-1-2-96 0 0,0 0 96 0 0,-1 0-96 0 0,-1 2 0 0 0,-1 0 72 0 0,0 3-72 0 0,-2 2 0 0 0,0 0 0 0 0,-1 1 0 0 0,0 0 64 0 0,0 2-64 0 0,0-1 0 0 0,-1 3 0 0 0,0 0 0 0 0,1 0 0 0 0,-2 0 0 0 0,1 0 0 0 0,0 0 64 0 0,-1 2-64 0 0,0 0 0 0 0,2-2 0 0 0,0 0 0 0 0,0 0 0 0 0,0 0 0 0 0,0 0 0 0 0,0 23 0 0 0,0-17 0 0 0,2-1 0 0 0,1 3 0 0 0,1 1 0 0 0,-1-3 0 0 0,2-1 0 0 0,0 3 0 0 0,3-3 0 0 0,-3 2 0 0 0,1-3 0 0 0,2 1 0 0 0,-1-1 0 0 0,1 0 0 0 0,0 0 0 0 0,-1-1 0 0 0,3-3 0 0 0,-2 2 120 0 0,1-2-16 0 0,1 0 0 0 0,0-2 0 0 0,1 0-104 0 0,-1 0 0 0 0,0-2 64 0 0,1-1-64 0 0,-1 1 64 0 0,1-2-64 0 0,-1-2 88 0 0,0 3-88 0 0,-3-1 0 0 0,2-2 0 0 0,0-1 0 0 0,1-1 0 0 0,0-2 0 0 0,1 0 0 0 0,0-3 0 0 0,-2 0 0 0 0,0 0 0 0 0,-1-1 0 0 0,0 1 0 0 0,-1 0 0 0 0,-1 1 0 0 0,-4 1 0 0 0,1 2 0 0 0,-2 0 0 0 0,-1 2 0 0 0,0-2 0 0 0,-1 4 0 0 0,-1-2 0 0 0,-1 1 0 0 0,3 1 0 0 0,-4 0 0 0 0,4 1 0 0 0,-4-1 64 0 0,4 1-64 0 0,0 0 0 0 0,-2 1 0 0 0,0 0 72 0 0,2 1-8 0 0,-1 2-64 0 0,1-1 96 0 0,0 3-96 0 0,0-1 0 0 0,0 1 0 0 0,0 0 0 0 0,-1 2 0 0 0,-1 1 0 0 0,2 0 0 0 0,-1 4 0 0 0,1-2 0 0 0,-1 2 0 0 0,0 0 0 0 0,1 0 0 0 0,-2 4 0 0 0,2 0 0 0 0,0 0 0 0 0,0 0 0 0 0,2 1 0 0 0,-2 0 0 0 0,1 3 0 0 0,0 0 0 0 0,0 1 0 0 0,1-2 0 0 0,-1-1 0 0 0,-1 0 0 0 0,1 2 0 0 0,-1 1 0 0 0,0 2 0 0 0,0-1 0 0 0,0-6 0 0 0,2 3 0 0 0,0 0 0 0 0,-2 1 0 0 0,2 2 0 0 0,0-3 0 0 0,0-1 0 0 0,0-1 0 0 0,3-1 0 0 0,-3-1 0 0 0,2-2 0 0 0,-1-1 0 0 0,1-1 0 0 0,-1-1 0 0 0,-1-1 0 0 0,1-2 0 0 0,0-1 0 0 0,-1-1 0 0 0,1 0 0 0 0,0-3 0 0 0,-1 1 0 0 0,1-3 0 0 0,-1-1 0 0 0,2-1 72 0 0,-2-2 48 0 0,2 1 8 0 0,-2-1 0 0 0,3-2 0 0 0,-1-2-24 0 0,1-3 0 0 0,-1 3 0 0 0,1-1 0 0 0,2 0-32 0 0,1-1-8 0 0,0 1 0 0 0,2 2 0 0 0,-3 1-64 0 0,3 4 0 0 0,-1 0 0 0 0,0 1 0 0 0,-2 4 0 0 0,1-1 0 0 0,-2 2 0 0 0,0 1 0 0 0,-1 2 0 0 0,-1 1 0 0 0,0 1 0 0 0,-1 0 0 0 0,0 2-144 0 0,-2 1 32 0 0,-1 2 8 0 0,0-2 0 0 0,0 1-64 0 0,-1 0-16 0 0,-2 4 0 0 0,0 1 0 0 0,-1 0 64 0 0,0-1 16 0 0,1-1 0 0 0,-1 1 0 0 0,0-2 104 0 0,0-2 0 0 0,0 0-80 0 0,0-1 80 0 0,-1 1 0 0 0,3-3 0 0 0,-1 0 0 0 0,2-2 0 0 0,1 0 0 0 0,0 0 0 0 0,0-2 0 0 0,1 1 0 0 0,0 0 96 0 0,2-2-32 0 0,1 0 0 0 0,2-1 0 0 0,-2 0 16 0 0,5-2 0 0 0,0 1 0 0 0,0-2 0 0 0,2 1-80 0 0,0-3 80 0 0,2 0-80 0 0,-1-2 80 0 0,1 1-80 0 0,-2-1 0 0 0,-1 0 0 0 0,2-1 0 0 0,-2 0 72 0 0,2-2-72 0 0,-1 0 80 0 0,-2 2-80 0 0,-1-1 0 0 0,2 1 0 0 0,-1 0 0 0 0,0 0 0 0 0,-1 2 96 0 0,0 1-24 0 0,0 2-8 0 0,0-1 0 0 0,0 3-64 0 0,0-1 0 0 0,-1 3 0 0 0,-1 0 0 0 0,1 3 0 0 0,-1-1 0 0 0,-2 0 0 0 0,0 2 0 0 0,0 1 0 0 0,-2 2 0 0 0,1-1 0 0 0,-2 3 0 0 0,1 0-88 0 0,-4 0 88 0 0,1 1-64 0 0,-3 0 64 0 0,1-1-72 0 0,-2-1 72 0 0,-2 2-80 0 0,0-2 80 0 0,-2 0 0 0 0,-2 1 0 0 0,1-2 0 0 0,-1-1 0 0 0,0 1 0 0 0,3-3 0 0 0,-2 0 0 0 0,1-1 0 0 0,1-1 0 0 0,0 0 0 0 0,0-2 0 0 0,1 0 0 0 0,1 0 0 0 0,-3-2 0 0 0,1 0 0 0 0,0-2-6432 0 0,0 0-1216 0 0</inkml:trace>
  <inkml:trace contextRef="#ctx0" brushRef="#br0" timeOffset="58">490 1163 2759 3358 3030,'0'-6'248'0'0,"0"2"-248"0"0,0 1 0 0 0,0 1 0 0 0,0 1 496 0 0,0 0 48 0 0,0 0 16 0 0,0-1 0 0 0,0-1 496 0 0,0 0 104 0 0,0-2 24 0 0,0 0 0 0 0,2 2-248 0 0,-2-2-40 0 0,0 3-16 0 0,0-1 0 0 0,0 1-176 0 0,1 0-32 0 0,-1 0 0 0 0,0 2-8 0 0,1-1-184 0 0,-1 1-32 0 0,2 1 0 0 0,-1 1-8 0 0,-1-2-152 0 0,0 0-24 0 0,0 0-8 0 0,12 23 0 0 0,-6-11 40 0 0,0 1 8 0 0,1 2 0 0 0,1 2 0 0 0,-2 3-80 0 0,1-1-24 0 0,-1 3 0 0 0,2-3 0 0 0,0 0-40 0 0,-2-2 0 0 0,2 0-8 0 0,0-1 0 0 0,0 1-40 0 0,1-1-8 0 0,0-1 0 0 0,-1-4 0 0 0,-2 0 8 0 0,1 0 0 0 0,1-2 0 0 0,-2 2 0 0 0,4-2-112 0 0,-4-2 72 0 0,1-1-72 0 0,-1-1 64 0 0,-1-1 24 0 0,0-2 0 0 0,0-2 0 0 0,1-2 0 0 0,-1 0 16 0 0,0-1 8 0 0,1-2 0 0 0,0-3 0 0 0,1-3 32 0 0,1 0 8 0 0,1-4 0 0 0,1-1 0 0 0,0-2-32 0 0,0-1-8 0 0,1-1 0 0 0,-1-4 0 0 0,2 0 0 0 0,-1-1 0 0 0,-1 0 0 0 0,-1 4 0 0 0,-1 2-16 0 0,1 3 0 0 0,-4-1 0 0 0,0 3 0 0 0,-1 3-96 0 0,-1 1 0 0 0,-2 1 0 0 0,1 2 0 0 0,-2 0 0 0 0,0 3 0 0 0,0-1 72 0 0,0 0-72 0 0,0 2 64 0 0,-2-1-64 0 0,2 2 0 0 0,0-1 64 0 0,0-1-64 0 0,0 2 0 0 0,2-1 0 0 0,-2 1 0 0 0,0-1 0 0 0,0 2 0 0 0,1-1 0 0 0,-1 2 0 0 0,0-2 0 0 0,0 2 0 0 0,-1 0 0 0 0,1 2 0 0 0,-2 1-328 0 0,2 2-8 0 0,0 0 0 0 0,2 4-6240 0 0,-1 0-1248 0 0</inkml:trace>
  <inkml:trace contextRef="#ctx0" brushRef="#br0" timeOffset="59">1075 1471 1839 3270 3073,'0'-4'160'0'0,"-2"2"-160"0"0,2-1 0 0 0,0 1 0 0 0,0 1 792 0 0,0 1 120 0 0,0-1 24 0 0,2-2 8 0 0,-2 1 448 0 0,2-2 88 0 0,2 0 24 0 0,0-1 0 0 0,0 0-240 0 0,0 2-48 0 0,1-1 0 0 0,1 1-8 0 0,0 0-384 0 0,-2 2-80 0 0,2 0-8 0 0,-2-1-8 0 0,1 2-272 0 0,1 0-48 0 0,-1 0-16 0 0,-1 0 0 0 0,0 0-152 0 0,0 0-32 0 0,0 0-8 0 0,-2 0 0 0 0,2 0 0 0 0,0 0 0 0 0,-4 2 0 0 0,4-2 0 0 0,-4 0-136 0 0,0 0-64 0 0,2-2 64 0 0,-2 2-64 0 0,0 2 80 0 0,0-2-80 0 0,0 0 96 0 0,-2-2-96 0 0,2 2 88 0 0,0 0-88 0 0,0 0 80 0 0,0 0-80 0 0,0 0 64 0 0,-25 7-64 0 0,17-4 0 0 0,-2 2 72 0 0,-1-2-72 0 0,-3 2 0 0 0,1 0 0 0 0,-1 0 0 0 0,0 0 0 0 0,3 1 0 0 0,-2 0 0 0 0,4-1 0 0 0,0 0 0 0 0,3-1 0 0 0,1 0 0 0 0,1-1 0 0 0,0 0 0 0 0,2 0 0 0 0,1 1 0 0 0,1 1 0 0 0,1 2 0 0 0,3-1 0 0 0,2 2 0 0 0,2-1 0 0 0,-1-2 0 0 0,-1-1 0 0 0,2 1 0 0 0,0 0 0 0 0,1 1 0 0 0,1 0 0 0 0,-1-1 0 0 0,1 3 0 0 0,-1 0 0 0 0,-1 2 0 0 0,-2 2 0 0 0,1-2 0 0 0,-3-3 0 0 0,-3-1 0 0 0,1 2 0 0 0,-4 0 0 0 0,1 4 0 0 0,-2-4 0 0 0,-1-4 0 0 0,-2 2 0 0 0,-1 3 0 0 0,1-4 0 0 0,-2-5 0 0 0,-2 1 0 0 0,1 5 0 0 0,1-5 0 0 0,0-3 0 0 0,0 0 0 0 0,0 4 0 0 0,-1-4 0 0 0,2-6 0 0 0,0 1 0 0 0,2 2 0 0 0,-1-1 0 0 0,2 1 0 0 0,2 1 0 0 0,-1 1 0 0 0,3 2 0 0 0,-1 2 0 0 0,1 2 0 0 0,1-3-112 0 0,3-2-16 0 0,0-3 0 0 0,3-1 0 0 0,2 0-1024 0 0,2 3-200 0 0,0-1-48 0 0,0 2-8 0 0</inkml:trace>
  <inkml:trace contextRef="#ctx0" brushRef="#br0" timeOffset="60">1363 1479 6967 3076 3011,'-3'-5'152'0'0,"2"2"32"0"0,-1 1 8 0 0,1 1 0 0 0,0 1-192 0 0,-1 0 0 0 0,1 0 0 0 0,-2 1 0 0 0,1 1 1424 0 0,-2-2 240 0 0,-1 3 56 0 0,1 2 8 0 0,-2 0-960 0 0,3-1-192 0 0,1 0-40 0 0,0-1-8 0 0,1 3-288 0 0,-2 0-56 0 0,2 2-16 0 0,1 1 0 0 0,0 4-16 0 0,1 0-8 0 0,1-3 0 0 0,-1 2 0 0 0,2 1 40 0 0,0-1 8 0 0,3-4 0 0 0,0-1 0 0 0,1 4-80 0 0,0-4-16 0 0,0-5 0 0 0,1 0 0 0 0,0-2-24 0 0,-1 0-8 0 0,3-2 0 0 0,-3 1 0 0 0,-1-1 40 0 0,1 0 8 0 0,2 2 0 0 0,-1-5 0 0 0,0-3-8 0 0,-1 3 0 0 0,-1-1 0 0 0,0-1 0 0 0,2-1 8 0 0,0-2 0 0 0,-3 0 0 0 0,-1 2 0 0 0,0-1 32 0 0,-1 1 8 0 0,0 0 0 0 0,-1 3 0 0 0,0-4-24 0 0,-1 3 0 0 0,1-3 0 0 0,-2 1 0 0 0,0 1 0 0 0,0 2-8 0 0,0 1 0 0 0,0 4 0 0 0,-2-2-48 0 0,2 2-8 0 0,-1 0 0 0 0,1 0 0 0 0,0 0-64 0 0,-2 2 0 0 0,2 0 0 0 0,-1 1 64 0 0,1 3-64 0 0,0-6 0 0 0,0 0 0 0 0,0 24 0 0 0,1-16 0 0 0,2 2 0 0 0,-1-1 0 0 0,2 0 0 0 0,0 3 0 0 0,4-1 0 0 0,-2-3 0 0 0,2 0 0 0 0,-1 3 0 0 0,1-4 0 0 0,0-5 0 0 0,-1 0 0 0 0,3-2 0 0 0,-2 2 0 0 0,1-2 0 0 0,2 1 0 0 0,-3 0 0 0 0,2 0 0 0 0,-1-1 0 0 0,1-5 0 0 0,-2 0 0 0 0,2-3 0 0 0,-1 1 0 0 0,-1 0 0 0 0,-2 1 0 0 0,3-2 0 0 0,-1-1 64 0 0,0-2-64 0 0,2-1 0 0 0,-3-2 0 0 0,3-1 0 0 0,-2-3 64 0 0,0 0-64 0 0,-2 1 0 0 0,1-1 0 0 0,-3-1 0 0 0,0 2 0 0 0,-2 2 0 0 0,-2 1 0 0 0,0 1 0 0 0,0 2 0 0 0,-2 1 0 0 0,0 2 64 0 0,0 0-64 0 0,-1 3 0 0 0,-1-1 0 0 0,0 1 0 0 0,2 1 0 0 0,0 1 64 0 0,0 1-64 0 0,-1-1 64 0 0,2 2-64 0 0,-2 0 72 0 0,2 1-72 0 0,-1 0 80 0 0,0 2-80 0 0,2 1 64 0 0,-2-1-64 0 0,2 3 0 0 0,-1 0 72 0 0,1 1-72 0 0,0 3 0 0 0,1 2 0 0 0,1-2 0 0 0,-2 2 0 0 0,2 0 0 0 0,0 1 0 0 0,-1 0 0 0 0,2-1 0 0 0,-2 2 0 0 0,2 1 64 0 0,-1-3-64 0 0,0 0 0 0 0,0-1 0 0 0,-1-3 0 0 0,2 4 0 0 0,0 0 0 0 0,1 2 0 0 0,-2 1 0 0 0,2-1 0 0 0,-1-1 0 0 0,1 0 0 0 0,-1-1 0 0 0,1 0 0 0 0,-1 0 0 0 0,-1 0 0 0 0,0 2 0 0 0,2-3 0 0 0,-3 0 0 0 0,0-4 0 0 0,2-2 0 0 0,-2-1 0 0 0,1-1 0 0 0,-2 0 0 0 0,1 3 0 0 0,0-1 0 0 0,1-4 0 0 0,-1 0 0 0 0,0 0 0 0 0,-1-3 0 0 0,2 0 80 0 0,-1-4 0 0 0,-1 7 0 0 0,0 0 0 0 0,8-23 16 0 0,-6 13 0 0 0,2 1 0 0 0,0-2 0 0 0,3-2-96 0 0,1-2 64 0 0,2 1-64 0 0,-1 0 64 0 0,0 2-64 0 0,2 1 0 0 0,0 2 0 0 0,-1 2 0 0 0,1 2 0 0 0,-2 2 0 0 0,0 1 0 0 0,-3 2 0 0 0,1 2 0 0 0,-2 0 0 0 0,0 2 0 0 0,-1 1 0 0 0,-2 0-96 0 0,-1 3 24 0 0,-1-1 0 0 0,-1 2 0 0 0,-2 1-48 0 0,0 0-8 0 0,-2-2 0 0 0,1 1 0 0 0,0 2 56 0 0,-2 0 8 0 0,2 2 0 0 0,-1-4 0 0 0,3-2 64 0 0,-2-1 0 0 0,1 1 0 0 0,2-1-64 0 0,-1 0 64 0 0,2-1 0 0 0,2-2 0 0 0,-1 1 0 0 0,2 2 0 0 0,-1-3 0 0 0,3-1 0 0 0,1-2 0 0 0,2 0 0 0 0,1-4 88 0 0,1-5-88 0 0,0 0 96 0 0,0 3-32 0 0,1 1 0 0 0,-1-6 0 0 0,2 2 0 0 0,0 0-64 0 0,0 0 64 0 0,2-3-64 0 0,-1 0 64 0 0,-1 1-64 0 0,0 2 64 0 0,-1 1-64 0 0,2-1 64 0 0,-1 2-64 0 0,-3 1 80 0 0,2 3-80 0 0,0-1 80 0 0,-1 2-16 0 0,-1 0-64 0 0,2 1 96 0 0,-2 1-32 0 0,-1 1-64 0 0,-1 0 0 0 0,-1 2 0 0 0,-2-1 64 0 0,0 2-64 0 0,-2 1 0 0 0,0 1 0 0 0,-2 0 0 0 0,0 1 0 0 0,-3-1 0 0 0,0 2 0 0 0,1-1 0 0 0,-4 1-96 0 0,1-1 96 0 0,-1-2-96 0 0,0 3 96 0 0,-1 1-72 0 0,-2-2 72 0 0,0-3 0 0 0,-3 1 0 0 0,3 3 0 0 0,-1-1 0 0 0,2-1 0 0 0,0-1 0 0 0,2 0 0 0 0,0-3 0 0 0,-1 0 0 0 0,1-1 0 0 0,3-1 0 0 0,-1-1 0 0 0,1-4 0 0 0,0 1 0 0 0,2 3 0 0 0,0 1 0 0 0,-1 0 0 0 0,2-1 0 0 0,2 0-128 0 0,-1-3 0 0 0,3-2 0 0 0,1 3-9280 0 0</inkml:trace>
  <inkml:trace contextRef="#ctx0" brushRef="#br0" timeOffset="61">3290 5210 1375 3262 3400,'0'0'128'0'0,"-1"-2"-128"0"0,1 1 0 0 0,0 1 0 0 0,0-1 296 0 0,-1 0 40 0 0,-1-2 8 0 0,0-2 0 0 0,-1 1 352 0 0,-1-2 72 0 0,-1 0 8 0 0,1 0 8 0 0,0 1-32 0 0,-2 2-8 0 0,0 0 0 0 0,1 1 0 0 0,-3 1 16 0 0,1 0 0 0 0,0 2 0 0 0,-2 0 0 0 0,-1 1-144 0 0,1 2-24 0 0,-1 1-8 0 0,1 1 0 0 0,0-1-328 0 0,-2 1-72 0 0,2 3-16 0 0,-2-1 0 0 0,4 0-168 0 0,-2 0 64 0 0,3 1-64 0 0,-1-2 0 0 0,3 0 0 0 0,1 0 0 0 0,1-1 0 0 0,2 0 0 0 0,0 0 0 0 0,0-3 64 0 0,1 1-64 0 0,2 1 0 0 0,2-2 176 0 0,2 0 0 0 0,0 0 0 0 0,1-2 0 0 0,3 0 144 0 0,3-2 32 0 0,-1 1 8 0 0,1-2 0 0 0,0 0-128 0 0,1-3-24 0 0,-1 0-8 0 0,1-1 0 0 0,-3 0-72 0 0,-1 0-8 0 0,-2 1-8 0 0,-2-1 0 0 0,-2-1-112 0 0,-4 2 88 0 0,1-1-88 0 0,-4 0 80 0 0,0-1-80 0 0,-4 0 80 0 0,1 0-80 0 0,-2-1 80 0 0,1 1-8 0 0,-3 1 0 0 0,1-1 0 0 0,-3 3 0 0 0,1-1-8 0 0,0 1 0 0 0,-1 1 0 0 0,1 2 0 0 0,2 0-64 0 0,-1 2 80 0 0,1 0-80 0 0,0 2 80 0 0,0 1-80 0 0,0 1 96 0 0,1 1-96 0 0,-1 1 96 0 0,2 2-8 0 0,-2 1 0 0 0,1 0 0 0 0,2 2 0 0 0,0 0-88 0 0,1 0 80 0 0,1-3-80 0 0,0 2 80 0 0,3-1 0 0 0,0 0 0 0 0,3-1 0 0 0,0 0 0 0 0,2 0-8 0 0,2-1 0 0 0,-1-2 0 0 0,1 0 0 0 0,3-2 24 0 0,-2-1 8 0 0,3-2 0 0 0,0-1 0 0 0,-3-1 24 0 0,2-2 0 0 0,2 1 0 0 0,-2-5 0 0 0,1 0-24 0 0,-1 1 0 0 0,0-3 0 0 0,-4 0 0 0 0,-1 0-104 0 0,1 0 72 0 0,-4-3-72 0 0,0 0 64 0 0,-2 0-64 0 0,-2 1 0 0 0,-2 0 72 0 0,0 0-72 0 0,-2 1 0 0 0,-2 2 0 0 0,0-1 0 0 0,-1 2 0 0 0,-1 1 0 0 0,1 1 0 0 0,-2 3 0 0 0,-1 1 0 0 0,0 1 0 0 0,0 2-120 0 0,-1 2 24 0 0,1 0 0 0 0,0 1 0 0 0,0 1 8 0 0,1 1 0 0 0,0 0 0 0 0,3 1 88 0 0,2 0 0 0 0,1 1 0 0 0,1-1 0 0 0,0 2 0 0 0,2-3 0 0 0,0 1 0 0 0,4 1 0 0 0,1-2 0 0 0,0 2 0 0 0,1 0 0 0 0,2 0 0 0 0,1-3 0 0 0,-1 2 72 0 0,4-1-72 0 0,-1-1 80 0 0,2-3 16 0 0,0 0 0 0 0,0-1 0 0 0,1-2 0 0 0,3-1-16 0 0,-1-1 0 0 0,-1-2 0 0 0,1-1 0 0 0,-1-1-16 0 0,-1-1-64 0 0,0 1 96 0 0,-1-3-32 0 0,-1 0-64 0 0,-2-1 0 0 0,0 0 0 0 0,-3-3 64 0 0,-1 3-64 0 0,-2-1 0 0 0,-2 2 0 0 0,-3 1 64 0 0,0-2-64 0 0,-2 2 0 0 0,-2 0 0 0 0,-2 1 0 0 0,-1 2 0 0 0,1 0 0 0 0,-1 3 0 0 0,-2 2 0 0 0,1 1-112 0 0,1 2 40 0 0,-3 4 8 0 0,1-1 0 0 0,-1 3 64 0 0,1 0-80 0 0,2 3 80 0 0,-1 0-80 0 0,3-1 80 0 0,1 0 0 0 0,3-1 0 0 0,1-1 0 0 0,2 2 0 0 0,1-2 0 0 0,4 1 64 0 0,1-2-64 0 0,2 1 0 0 0,2-4 0 0 0,4 1 0 0 0,0-1 64 0 0,1-1-64 0 0,1-2 0 0 0,-1 0 0 0 0,3-1 0 0 0,0 0-232 0 0,1 1-88 0 0</inkml:trace>
  <inkml:trace contextRef="#ctx0" brushRef="#br0" timeOffset="62">2580 4427 1839 3116 3172,'0'-4'160'0'0,"-1"1"-160"0"0,0-1 0 0 0,1 2 0 0 0,0 1 544 0 0,0-2 80 0 0,-1-2 16 0 0,-1-2 0 0 0,0-4 288 0 0,-2 0 56 0 0,-2 2 8 0 0,0 1 8 0 0,0 1-152 0 0,-2 4-32 0 0,-1 1-8 0 0,-2 2 0 0 0,1 2-216 0 0,-4 1-48 0 0,0 2 0 0 0,-1 2-8 0 0,2 1-248 0 0,-3 1-40 0 0,2 0-16 0 0,3 4 0 0 0,-1-3-24 0 0,5 2-8 0 0,1-1 0 0 0,2 0 0 0 0,0 0-64 0 0,3 0-8 0 0,0 2-8 0 0,1-3 0 0 0,1 0 96 0 0,2 0 16 0 0,1-2 8 0 0,1 0 0 0 0,2-1 32 0 0,0-1 8 0 0,5-2 0 0 0,-1-1 0 0 0,3-1-32 0 0,-1-4-8 0 0,1 2 0 0 0,1-5 0 0 0,3 0-16 0 0,-1-2-8 0 0,-1 0 0 0 0,0-2 0 0 0,-3 1-104 0 0,-1 0-16 0 0,-3 0-8 0 0,1-1 0 0 0,-3 0-88 0 0,-3 1 0 0 0,-2-1 0 0 0,0 2 0 0 0,-2-2 0 0 0,-3 0 0 0 0,0 1 64 0 0,-2 0-64 0 0,0 0 0 0 0,-4 1 0 0 0,1 0 0 0 0,-1 1 0 0 0,0 1 0 0 0,0 3 0 0 0,1 1 0 0 0,-1 2 0 0 0,-1 0 0 0 0,2 3 0 0 0,0-1 0 0 0,0 1 64 0 0,0 2-64 0 0,1-1 96 0 0,0 2-96 0 0,1 1 96 0 0,0-1 40 0 0,2 0 16 0 0,2-1 0 0 0,2 2 0 0 0,0-2-56 0 0,1 0 0 0 0,3-2-8 0 0,1 1 0 0 0,1-1-88 0 0,2-2 0 0 0,1-1 0 0 0,1 0 0 0 0,0-1-224 0 0,1-1-32 0 0,2-2 0 0 0,1 1-8 0 0,0-1-1264 0 0,-1-1-248 0 0,-1 1-48 0 0,-1-2-16 0 0</inkml:trace>
  <inkml:trace contextRef="#ctx0" brushRef="#br0" timeOffset="63">1697 4337 1375 3216 3245,'-2'2'128'0'0,"-2"-2"-128"0"0,1 2 0 0 0,2-1 0 0 0,0 0 560 0 0,-3 2 88 0 0,-4 0 24 0 0,0 3 0 0 0,-5 2 288 0 0,1 1 64 0 0,2-1 16 0 0,2-1 0 0 0,1-1-144 0 0,5-1-24 0 0,0 0-8 0 0,2-3 0 0 0,2 2-96 0 0,4-1-32 0 0,1-2 0 0 0,1-1 0 0 0,4-1-192 0 0,0-2-32 0 0,0 1-16 0 0,-1 0 0 0 0,-2 0-152 0 0,0-2-32 0 0,0 0-8 0 0,-1-1 0 0 0,1 0-224 0 0,-3 1-80 0 0,0-2 0 0 0,-1 1 72 0 0,-1 1-72 0 0,-3-3 0 0 0,0 3 0 0 0,-2-1 0 0 0,0 1 0 0 0,-3 0 0 0 0,-1-1 0 0 0,-3-1 64 0 0,0 1-64 0 0,-2 0 0 0 0,-2 1 0 0 0,2 1 0 0 0,-2 0 80 0 0,0 1-80 0 0,1 2 96 0 0,-1 1-96 0 0,1 2 0 0 0,2-1 0 0 0,0 2 0 0 0,0 0 0 0 0,0 1 80 0 0,1 0-80 0 0,1 1 64 0 0,1-1-64 0 0,1 3 112 0 0,-1-1-16 0 0,0 1-8 0 0,2 0 0 0 0,1 0 64 0 0,1 2 8 0 0,2 0 8 0 0,0-1 0 0 0,3-1-8 0 0,1-1 0 0 0,2 0 0 0 0,-1-1 0 0 0,3 0 16 0 0,1-1 0 0 0,2-2 0 0 0,-1-1 0 0 0,3 1-16 0 0,0-3 0 0 0,0 0 0 0 0,2-3 0 0 0,-3 1-56 0 0,0-1-8 0 0,-2-1-8 0 0,2-2 0 0 0,-2 1-24 0 0,-1-4-64 0 0,-1 1 96 0 0,-2-1-32 0 0,-1 2-64 0 0,-2-3 0 0 0,-1 0 0 0 0,-2 1 0 0 0,-1-1 0 0 0,-3 1 0 0 0,0-2 0 0 0,-5 2 0 0 0,2 0 64 0 0,-4-1-64 0 0,-1 3 64 0 0,0 1-64 0 0,-2 1 0 0 0,0 4 0 0 0,-1 1 0 0 0,2 3 0 0 0,-1 1 0 0 0,0 2 0 0 0,3 1 0 0 0,-1 2 0 0 0,2 0 0 0 0,-3 2-88 0 0,4 2 88 0 0,0-2-64 0 0,2 1 64 0 0,2-1 0 0 0,2 1 0 0 0,3-2 0 0 0,2 1 0 0 0,2-3 0 0 0,1-1 0 0 0,2-1 0 0 0,2 0-288 0 0,1-3-8 0 0,5 0-8 0 0,1-3-5376 0 0,3 0-1072 0 0</inkml:trace>
  <inkml:trace contextRef="#ctx0" brushRef="#br0" timeOffset="64">577 4125 2303 3358 3476,'0'-4'200'0'0,"0"2"-200"0"0,0 0 0 0 0,-2 0 0 0 0,1 1 480 0 0,0 0 48 0 0,-1-2 16 0 0,-6-3 0 0 0,-1-1 8 0 0,-1 1 8 0 0,-2 2 0 0 0,-1 3 0 0 0,3 1-176 0 0,-1 1-40 0 0,1 3-8 0 0,-2 2 0 0 0,5 1-16 0 0,-1 0-8 0 0,2 1 0 0 0,-3 1 0 0 0,4 0 112 0 0,1 0 24 0 0,1 2 8 0 0,1 0 0 0 0,2-1 88 0 0,4 1 24 0 0,-1-1 0 0 0,4 0 0 0 0,2-2-72 0 0,-1 0-16 0 0,5-1 0 0 0,3-1 0 0 0,-1-1-40 0 0,3-1-16 0 0,1-2 0 0 0,0-4 0 0 0,2 2-144 0 0,0-4-32 0 0,1-1-8 0 0,-1-2 0 0 0,-3 1-64 0 0,-1-1-16 0 0,1-2 0 0 0,-3-1 0 0 0,-2 2-72 0 0,-3-2-24 0 0,-3 2 0 0 0,-1-2 0 0 0,-2 1-64 0 0,-4-1 0 0 0,-2 1 0 0 0,-3 0 0 0 0,1 0 0 0 0,-4 2 0 0 0,0-1 64 0 0,-3 1-64 0 0,-2 0 0 0 0,0 3 0 0 0,0-1 0 0 0,0 0 0 0 0,0 3-224 0 0,-2-1 24 0 0,4 3 0 0 0,-3 0 0 0 0,3 3 8 0 0,-1-1 8 0 0,0 3 0 0 0,1 0 0 0 0,1-1 88 0 0,-1 3 24 0 0,1 0 0 0 0,0 2 0 0 0,1 0 136 0 0,1-1 32 0 0,0 2 8 0 0,1-1 0 0 0,2 1 160 0 0,1-1 32 0 0,3 1 8 0 0,-1-1 0 0 0,2 0-72 0 0,2-2-8 0 0,2 2-8 0 0,0-2 0 0 0,2 0 40 0 0,1-1 0 0 0,1-1 8 0 0,1 0 0 0 0,2-3-88 0 0,2-1-16 0 0,4-2-8 0 0,0-1 0 0 0,-1-2-16 0 0,-1-1 0 0 0,5-1 0 0 0,-3-1 0 0 0,0-1-136 0 0,1-1 80 0 0,-3 0-80 0 0,-3-2 64 0 0,0 1-64 0 0,-3 0 0 0 0,-3-3 0 0 0,-2 0 0 0 0,-1 3 0 0 0,-3-1 0 0 0,-3-1 64 0 0,-3 2-64 0 0,0-1 0 0 0,-3 1 0 0 0,-5 0 0 0 0,1 2 0 0 0,-1 2 0 0 0,-3 0 0 0 0,0 3 0 0 0,-1 1 0 0 0,0 4 0 0 0,1 1 0 0 0,-1 2-96 0 0,2 3 96 0 0,0 2 0 0 0,2 1 0 0 0,1 2 0 0 0,0 0 0 0 0,4 1 0 0 0,1 1 0 0 0,3 0 0 0 0,5-3 0 0 0,0-1 0 0 0,2 0 0 0 0,4 0 0 0 0,3-1 0 0 0,5 1-624 0 0,4-2-64 0 0</inkml:trace>
  <inkml:trace contextRef="#ctx0" brushRef="#br0" timeOffset="65">9845 7994 2759 2545 3441,'0'-2'248'0'0,"0"1"-248"0"0,0 0 0 0 0,0 0 0 0 0,0 0 0 0 0,0 1-80 0 0,0-2 0 0 0,-2-3 0 0 0,0 0 584 0 0,0-1 112 0 0,0 2 24 0 0,-4-1 8 0 0,1 2-216 0 0,-1 0-48 0 0,-2 3 0 0 0,0-2-8 0 0,-3 2-136 0 0,1 0-24 0 0,-1 2-8 0 0,1 0 0 0 0,-2-1-72 0 0,1 0-8 0 0,-1 1-8 0 0,1-1 0 0 0,1 0 104 0 0,0 0 16 0 0,2 1 8 0 0,1 0 0 0 0,-1 0 56 0 0,1 1 16 0 0,0 2 0 0 0,2 0 0 0 0,2 0 16 0 0,0 1 8 0 0,3-1 0 0 0,0 2 0 0 0,2 2 72 0 0,0-1 8 0 0,2 1 8 0 0,2-3 0 0 0,3 3-48 0 0,1-1-16 0 0,1-1 0 0 0,3-1 0 0 0,0-1 32 0 0,3-2 8 0 0,2-1 0 0 0,3-2 0 0 0,-1-3-88 0 0,2-2-8 0 0,0-2-8 0 0,2-1 0 0 0,-4-2-80 0 0,2 0-24 0 0,-1-1 0 0 0,-5-1 0 0 0,-1 1-72 0 0,-6 0-8 0 0,-1 0-8 0 0,-3 0 0 0 0,-2 0-112 0 0,-4-1 0 0 0,-2 2 64 0 0,-2 0-64 0 0,-1 2 0 0 0,-3 0 0 0 0,-4-1 0 0 0,-2 2-80 0 0,-1 1 8 0 0,-3 2 0 0 0,-1 0 0 0 0,0 2 0 0 0,1 1-88 0 0,1-1-8 0 0,-2 4-8 0 0,2 0 0 0 0,-1 2 96 0 0,0 0 80 0 0,1 2-104 0 0,-2 0 40 0 0,3 2 64 0 0,0 1 0 0 0,1-2 0 0 0,4 2 0 0 0,-1 0 0 0 0,3 2 96 0 0,3-1 0 0 0,0-1-8 0 0,5 2 40 0 0,0-2 16 0 0,3 0 0 0 0,2 1 0 0 0,3 0 32 0 0,1-2 8 0 0,2 0 0 0 0,3-1 0 0 0,-1-2 72 0 0,0-2 24 0 0,-1 1 0 0 0,3-3 0 0 0,2-1-72 0 0,3-3-16 0 0,0 0 0 0 0,3-3 0 0 0,-2 0-88 0 0,0-2-16 0 0,0 0-8 0 0,-1-1 0 0 0,-2-2-80 0 0,-1 1 80 0 0,-3 0-80 0 0,-2-1 80 0 0,-3 2-80 0 0,-2-1 0 0 0,-4-2 0 0 0,-2 2 0 0 0,-2-1 64 0 0,-4 2-64 0 0,0 0 64 0 0,-4 2-64 0 0,-1 1 0 0 0,-2 3 0 0 0,0 1 0 0 0,-2 2 0 0 0,4 1-80 0 0,-5 1-32 0 0,2 2-8 0 0,-2 3 0 0 0,2-1 48 0 0,2 2 8 0 0,1 0 0 0 0,1-1 0 0 0,1 1-8 0 0,2-1 0 0 0,2 2 0 0 0,1-3 0 0 0,2 2-344 0 0,1-1-72 0 0,2 0-16 0 0,3 0-7368 0 0</inkml:trace>
  <inkml:trace contextRef="#ctx0" brushRef="#br0" timeOffset="66">9782 8085 3223 2427 3255,'-1'0'288'0'0,"-2"0"-288"0"0,1 0 0 0 0,1 0 0 0 0,1 2 584 0 0,-1-1 64 0 0,-3 1 16 0 0,-2 4 0 0 0,0 3 136 0 0,-4 2 24 0 0,1 6 8 0 0,-1 3 0 0 0,0 2-72 0 0,1 4-16 0 0,-2 6 0 0 0,-1 1 0 0 0,0 6-32 0 0,-1 0-8 0 0,-1 3 0 0 0,1-1 0 0 0,-1 2-104 0 0,-1 1-24 0 0,-1-1-8 0 0,1 0 0 0 0,-3 1-88 0 0,1 3-8 0 0,-1 2-8 0 0,-1 2 0 0 0,0-1-128 0 0,2-4-24 0 0,3-6-8 0 0,-2 2 0 0 0,2 0-88 0 0,1-2-24 0 0,2-8 0 0 0,1-3 0 0 0,2 4-32 0 0,-1-2 0 0 0,3-1-8 0 0,-2-2 0 0 0,0-2-32 0 0,1-2-8 0 0,-1-2 0 0 0,0-1 0 0 0,1-2 8 0 0,-1 0 0 0 0,0-2 0 0 0,0-2 0 0 0,1-2-24 0 0,-1-3-8 0 0,0 1 0 0 0,3-3 0 0 0,-1-1-24 0 0,2 0 0 0 0,0-3 0 0 0,0-3 0 0 0,0 0-64 0 0,4-1 0 0 0,-3-1 72 0 0,2 0-72 0 0,-1-1 0 0 0,0 0 0 0 0,2-2 0 0 0,-2 1 64 0 0,1 1-64 0 0,-1-2 0 0 0,2 2-64 0 0,-1 0 64 0 0,1 1-224 0 0,0-1-8 0 0,0 2 0 0 0,1 0 0 0 0,1 2-816 0 0,-1-2-160 0 0</inkml:trace>
  <inkml:trace contextRef="#ctx0" brushRef="#br0" timeOffset="67">9423 9417 4143 2875 3302,'-1'-8'368'0'0,"-1"4"-296"0"0,1 2-72 0 0,0-1 0 0 0,-1 0 448 0 0,0 2 64 0 0,-2 1 24 0 0,-2-2 0 0 0,-5 0 376 0 0,-3 1 80 0 0,-3 1 8 0 0,-1 1 8 0 0,2 3-312 0 0,0 0-64 0 0,2 2-16 0 0,0 3 0 0 0,1 0-112 0 0,2 2-24 0 0,1 0-8 0 0,3 2 0 0 0,0 0-112 0 0,3 1-16 0 0,1-1-8 0 0,3-2 0 0 0,3 1-48 0 0,0-4-16 0 0,-2-1 0 0 0,5 1 0 0 0,0-3 40 0 0,5 1 8 0 0,-1-2 0 0 0,4-2 0 0 0,2-1-48 0 0,1-2-8 0 0,4-1 0 0 0,1-4 0 0 0,0-1-96 0 0,-2-3-16 0 0,-1 1-8 0 0,-4 0 0 0 0,-1-2-72 0 0,-3 0-8 0 0,-4 0-64 0 0,-3 1 96 0 0,-3 0-96 0 0,-3 1 0 0 0,-4 0 64 0 0,-3 0-64 0 0,-2 3 0 0 0,-2-1 0 0 0,-3 3 0 0 0,-2 2 0 0 0,-3 2 0 0 0,0 0 0 0 0,-2 4 0 0 0,-1 2 0 0 0,3 2 96 0 0,-1 2-32 0 0,3 0-64 0 0,-2 2 96 0 0,3 1 0 0 0,3 0 0 0 0,0 3 0 0 0,6-5 0 0 0,1 0-32 0 0,1 0 0 0 0,3 0-64 0 0,2 0 96 0 0,3 0-32 0 0,2 2-64 0 0,2-3 88 0 0,3 0-88 0 0,4-2 120 0 0,2-2-32 0 0,3-2-8 0 0,1 0 0 0 0,3-3 48 0 0,1-2 16 0 0,1-1 0 0 0,1-4 0 0 0,-2 0-72 0 0,0-4-8 0 0,-1 1-64 0 0,-4-3 96 0 0,-2 2-96 0 0,-1-1 0 0 0,-1-2 64 0 0,-3-2-64 0 0,-3-1 0 0 0,-3 2 0 0 0,-2 0 0 0 0,-5 0 0 0 0,1 1 0 0 0,-2 0 64 0 0,-4 0-64 0 0,-1 0 0 0 0,-3 2 64 0 0,0 0-64 0 0,-1 4 0 0 0,-2 1 72 0 0,-1 3-72 0 0,0 1 0 0 0,1 4 0 0 0,-3 0 64 0 0,1 3-64 0 0,3 1 0 0 0,-1 1 0 0 0,2 0 0 0 0,3 0 0 0 0,0 1 0 0 0,5-3 0 0 0,2 0 0 0 0,0 0 0 0 0,5-2-72 0 0,0 1 72 0 0,4-2-104 0 0,3-1-480 0 0,3-1-96 0 0,3-1-24 0 0,1-3-5016 0 0,3 1-1000 0 0</inkml:trace>
  <inkml:trace contextRef="#ctx0" brushRef="#br0" timeOffset="68">9930 8140 919 2544 3465,'1'-9'80'0'0,"0"4"-80"0"0,1 0 0 0 0,-2 2 0 0 0,0 0 464 0 0,2 2 80 0 0,-2-2 8 0 0,0 1 8 0 0,0-2 264 0 0,2-3 48 0 0,-2 3 16 0 0,-2 0 0 0 0,2 2-48 0 0,-2 2-8 0 0,0 2 0 0 0,0 2 0 0 0,2 2-344 0 0,0 1-72 0 0,-2 1-8 0 0,4-1-8 0 0,0 2-16 0 0,2 1-8 0 0,0 1 0 0 0,3 1 0 0 0,1 3 24 0 0,0 1 8 0 0,2 2 0 0 0,1 2 0 0 0,1 4 72 0 0,-1 0 8 0 0,1 4 8 0 0,-1 1 0 0 0,1 1-48 0 0,-2 3-16 0 0,0 1 0 0 0,1 3 0 0 0,-3 2-16 0 0,0 1-8 0 0,1 4 0 0 0,1 2 0 0 0,-1 3-88 0 0,1 1-8 0 0,4 1-8 0 0,-1-1 0 0 0,3-1-72 0 0,-1-6-8 0 0,1-4-8 0 0,-1-5 0 0 0,0-2-56 0 0,0-2-16 0 0,2 1 0 0 0,0-2 0 0 0,-2-1-48 0 0,0-1 0 0 0,1-2-8 0 0,-1-2 0 0 0,-1 0 8 0 0,1-4 8 0 0,-1 0 0 0 0,-2-3 0 0 0,-1-1 0 0 0,0-2 0 0 0,-2-2 0 0 0,2-2 0 0 0,-3-1-32 0 0,0-3-8 0 0,-1 2 0 0 0,-3-5 0 0 0,0 2-64 0 0,-2-3 0 0 0,0-1 72 0 0,-2 0-72 0 0,-2-1 0 0 0,1-2 0 0 0,-2 0 0 0 0,-1-4 64 0 0,-1 2-64 0 0,0-3 0 0 0,-4-1 64 0 0,2 0-64 0 0,-3 1 0 0 0,0 1 0 0 0,-1 2 0 0 0,-1 2 0 0 0,0 2 0 0 0,-4 2 0 0 0,0 4 0 0 0,-2 2 0 0 0,1 2 0 0 0,0 1 0 0 0,1 0 0 0 0,2 1 0 0 0,1 1 0 0 0,4 0 0 0 0,2-1 0 0 0,5-1 0 0 0,-1 0 0 0 0,3-2 0 0 0,3 1 0 0 0,1-2 0 0 0,2 0 0 0 0,2-2 0 0 0,2 0 0 0 0,1-2-64 0 0,3-3 64 0 0,1 0 0 0 0,1-2 0 0 0,-1-3 0 0 0,0 1 0 0 0,0-5 0 0 0,1 1 0 0 0,-1-1 0 0 0,-2-3 0 0 0,-2 1 0 0 0,-2 2 0 0 0,-3-1-64 0 0,-2 2 64 0 0,-4 1 0 0 0,0 1 0 0 0,-3 3 0 0 0,-1-1 0 0 0,-3 3 0 0 0,0 1 0 0 0,-1 0 0 0 0,-1 2 0 0 0,1 1 0 0 0,0 0 0 0 0,2 0 0 0 0,1 1 0 0 0,3 0 0 0 0,0-1 0 0 0,2 1 0 0 0,2-1 0 0 0,0-1 0 0 0,4 1 0 0 0,-1-2 0 0 0,3 0 0 0 0,1-2 0 0 0,3 0 0 0 0,0-2 0 0 0,1 1 0 0 0,-1-2 0 0 0,-3 1 0 0 0,0 0-96 0 0,-2-1-136 0 0,-2 2-32 0 0,-1-2-8 0 0,-3 1 0 0 0,2-1-528 0 0,-3 0-96 0 0,0 0-32 0 0,0-2-7408 0 0</inkml:trace>
  <inkml:trace contextRef="#ctx0" brushRef="#br0" timeOffset="69">10112 8095 919 2476 3527,'-4'-5'80'0'0,"0"2"-80"0"0,2-1 0 0 0,-1 2 0 0 0,2 1 624 0 0,1-1 112 0 0,-2 0 16 0 0,1-1 8 0 0,0-2 360 0 0,-1-2 64 0 0,2 0 24 0 0,0 1 0 0 0,3 1-48 0 0,0 2-8 0 0,3 0 0 0 0,-2 2 0 0 0,2 1-336 0 0,2 1-72 0 0,3 3-8 0 0,1 2-8 0 0,3 2-240 0 0,0 0-40 0 0,0 2-16 0 0,2 2 0 0 0,5 4-80 0 0,4 3-24 0 0,4 2 0 0 0,3 2 0 0 0,4 5-72 0 0,5 1-24 0 0,3 4 0 0 0,2 3 0 0 0,2 1-72 0 0,0 2-8 0 0,2 1-8 0 0,0 3 0 0 0,-2 0-64 0 0,-5-6-16 0 0,-3-4 0 0 0,7 3 0 0 0,6 1-64 0 0,4-1 0 0 0,6 0 0 0 0,0-1 0 0 0,-1-1 208 0 0,0 0 0 0 0,-3-1 0 0 0,-8-2 0 0 0,-5-4-32 0 0,-4-2-8 0 0,-4-2 0 0 0,-6 0 0 0 0,-1 0-168 0 0,-6-3 0 0 0,-1-2 0 0 0,-6-1 0 0 0,-1-1 80 0 0,-1 1-16 0 0,-1-3-64 0 0,0 3 96 0 0,-2-4 0 0 0,-1-2-8 0 0,-1-2 0 0 0,-3-2 0 0 0,-2 0-24 0 0,-1-1 0 0 0,1-2 0 0 0,-1-1 0 0 0,-2 1 24 0 0,0-2 0 0 0,1 1 0 0 0,-1 0 0 0 0,0-2-16 0 0,0 1 0 0 0,1 0 0 0 0,-1 0 0 0 0,1-1-72 0 0,-2 0 0 0 0,1 0 72 0 0,0 1-72 0 0,-1-2 0 0 0,0 0 0 0 0,-1 0 0 0 0,1 2 0 0 0,-2-2 0 0 0,2 0 0 0 0,0 0 0 0 0,-1 0 0 0 0,1-2 0 0 0,-2 2 0 0 0,2 0 0 0 0,-2-2 0 0 0,2 1 0 0 0,-2 0 0 0 0,0-2 0 0 0,1 3 0 0 0,-2-4 0 0 0,0 0 0 0 0,-2 1 0 0 0,2-1 0 0 0,-1-1 0 0 0,-2 1 0 0 0,1-1 0 0 0,-3 1 0 0 0,-1 0 0 0 0,-2 1 0 0 0,-2 3 0 0 0,-5 0 0 0 0,-3 3 0 0 0,1 1 0 0 0,-3 3 0 0 0,-2 2 0 0 0,-4 1 0 0 0,-1 2 0 0 0,2 3 0 0 0,1 0 0 0 0,2 1 0 0 0,0-1 0 0 0,3 1 0 0 0,4-1 0 0 0,5 0 0 0 0,3-4 0 0 0,5 0 0 0 0,0-3 0 0 0,5 0 0 0 0,2-2 0 0 0,4-1 0 0 0,1-1 0 0 0,5-2 0 0 0,1-2 0 0 0,3-2 0 0 0,3-1 0 0 0,4 0 0 0 0,-1-4 0 0 0,1-2 0 0 0,0 0 0 0 0,-4 1 0 0 0,-1-3 0 0 0,-2 0 0 0 0,-4 1 64 0 0,-3-2-64 0 0,-4 1 0 0 0,-2 1-64 0 0,-4 0 64 0 0,0 3-72 0 0,-5 0 72 0 0,-2 0-80 0 0,-1 1 80 0 0,-2 2 0 0 0,-3 1-72 0 0,1 2 72 0 0,-5 2 0 0 0,-1 2 0 0 0,-3 1 0 0 0,1 2 0 0 0,-2 1 0 0 0,1 2 0 0 0,1 0 0 0 0,0 2 0 0 0,2 0 0 0 0,4 0 0 0 0,2 0 88 0 0,2-2-88 0 0,4-1 96 0 0,2 0-96 0 0,2 0 64 0 0,2-1-64 0 0,6-1 64 0 0,-1-2-64 0 0,4-1 0 0 0,2-1 0 0 0,4-2 0 0 0,4-2 0 0 0,0-1 0 0 0,3-1 0 0 0,0-2 0 0 0,0-1 0 0 0,-3-3 64 0 0,-1 0-64 0 0,-3 0 0 0 0,-3-1 0 0 0,-5 1 0 0 0,-3 0 0 0 0,-4 1 0 0 0,-2 0 0 0 0,-2 2 0 0 0,-4 1 0 0 0,-4 2 0 0 0,-3-1-160 0 0,-4 3-56 0 0,-3 2-8 0 0,-3 1 0 0 0,1 2 352 0 0,-2 0 64 0 0,1 1 8 0 0,2 2 8 0 0,3-1-208 0 0,0 1 0 0 0,5-1 0 0 0,1-1 0 0 0,1 3 0 0 0,3-3-88 0 0,1 1 24 0 0,2-1 0 0 0,2 0-264 0 0,1 0-56 0 0,0-1 0 0 0,4-1-8864 0 0</inkml:trace>
  <inkml:trace contextRef="#ctx0" brushRef="#br0" timeOffset="70">8413 8956 455 2681 3491,'1'-4'0'0'0,"-1"1"0"0"0,1 1 0 0 0,-1 0 0 0 0,2 1 256 0 0,-2-2 0 0 0,2 0 8 0 0,-2-2 0 0 0,2-1 120 0 0,2-3 32 0 0,-2-4 0 0 0,-2 1 0 0 0,2 0 80 0 0,-2 1 16 0 0,-2 0 8 0 0,2 0 0 0 0,0 0 96 0 0,-2 2 24 0 0,0 1 0 0 0,2-1 0 0 0,-2 2 248 0 0,0 0 48 0 0,2 3 16 0 0,-2 0 0 0 0,0 2-56 0 0,1 1 0 0 0,0 1-8 0 0,0 2 0 0 0,-2 1-200 0 0,-2 3-40 0 0,-2 5-8 0 0,-4 3 0 0 0,-2 5-264 0 0,-2 3-56 0 0,-1 5-16 0 0,-1 1 0 0 0,-3 1-80 0 0,-4 3-24 0 0,-4 4 0 0 0,0 0 0 0 0,2-4 72 0 0,-4 3 16 0 0,-5 8 0 0 0,-2 2 0 0 0,0 4 16 0 0,-1-1 8 0 0,2 0 0 0 0,4-6 0 0 0,3-2-88 0 0,2-5-24 0 0,3-1 0 0 0,5-4 0 0 0,3-5-96 0 0,1 3-16 0 0,0 1-8 0 0,0-1 0 0 0,3 1-16 0 0,2-1-64 0 0,0-3 96 0 0,2-3-32 0 0,3-1 0 0 0,-1-1 0 0 0,4-5 0 0 0,0-2 0 0 0,2-4-64 0 0,3-2 80 0 0,0-2-80 0 0,1-3 80 0 0,0 0-80 0 0,1-4 0 0 0,1-1 0 0 0,2-5 0 0 0,2-2 0 0 0,-1-3 0 0 0,1-2 0 0 0,-2-2 64 0 0,-2-1-64 0 0,-1-2 0 0 0,-1 0 0 0 0,-2 0 0 0 0,-2 1-64 0 0,-2-1-32 0 0,-2 1-8 0 0,-3 2 0 0 0,-3 4-24 0 0,0 3-8 0 0,-1 5 0 0 0,-3 2 0 0 0,-4 4 40 0 0,-3 4 16 0 0,0 3 0 0 0,-4 3 0 0 0,0 3 80 0 0,0 3-80 30-18,-2 1 80-1 0,3 4-80-1-1,4-1 80-28 19,2 0 0 0 0,1 1 64 0 0,4 0-64 0 0,5-3 96 0 0,1-1-24 0 0,5-3 0 26-18,2-2 0-26 18,2-1 0 0 0,4-2 0 0 0,0-1 0 0 0,5-2 0 0 0,-1-4-8 0 0,4-2-64 0 0,2-1 96 26-18,0-2-32-26 18,2 0 0 0 0,0-3-64 0 0,1-1 96 0 0,0-3-32 0 0,-2-1-64 0 0,-3-1 64 0 0,-2 3-64 0 0,-1-1 64 0 0,-3 1-64 27-20,-2-2 0-27 20,-3 3 0 0 0,-1-1 0 0 0,-4 2 0 0 0,-1 0 0 0 0,-1 1 0 0 0,-2 1 0 0 0,0 0 0 0 0,0 1 0 0 0,-2-1 0 0 0,1 0 0 0 0,3 2 0 0 0,0-1-112 0 0,0-1 16 0 0,2-1 0 0 0,0 1-360 0 0,2-1-72 0 0,4-3-16 0 0,2 1-8320 0 0</inkml:trace>
  <inkml:trace contextRef="#ctx0" brushRef="#br0" timeOffset="71">7501 8498 5063 2858 3481,'1'-3'448'0'0,"0"1"-352"0"0,1-1-96 0 0,-4 2 0 0 0,2 1 736 0 0,0-1 128 0 0,0-2 24 0 0,-1 0 8 0 0,-4 0 192 0 0,-4 0 32 0 0,-3 6 16 0 0,-1 3 0 0 0,-3 4-464 0 0,-3 3-88 0 0,-2 5-16 0 0,-3 3-8 0 0,-1 4-104 0 0,-3 5-16 0 0,-4 3-8 0 0,-3 6 0 0 0,-3 1-32 0 0,0 2-8 0 0,-1 3 0 0 0,2 0 0 0 0,0-1 0 0 0,-1-1 0 0 0,3 1 0 0 0,4-8 0 0 0,6-7-40 0 0,0 1 0 0 0,0 1-8 0 0,-2 2 0 0 0,2 0-120 0 0,-1-1-32 0 0,3 1 0 0 0,0-1 0 0 0,2-1-96 0 0,-1-3-32 0 0,3-1 0 0 0,1-1 0 0 0,3-2 0 0 0,0-4-64 0 0,-1 2 96 0 0,1-3-32 0 0,4 0-64 0 0,1-5 0 0 0,4-1 0 0 0,0-3 0 0 0,2-1 0 0 0,2-2 0 0 0,0-3 0 0 0,2-2 0 0 0,2-2 0 0 0,0-4 0 0 0,5-3 64 0 0,0-4-64 0 0,2-4 64 0 0,-1-1-64 0 0,2-1 96 0 0,-2-1-32 0 0,-1-2-64 0 0,-1-2 0 0 0,-2 2 0 0 0,-3 1 0 0 0,-2 3 0 0 0,-3 0 0 0 0,0 3 0 0 0,-4 3 0 0 0,1 3 0 0 0,1 2-88 0 0,-2 3 88 0 0,-2 2-64 0 0,-1 7 64 0 0,-1 1-104 0 0,2 1 40 0 0,-3 4 64 0 0,0 1-80 0 0,1 3 80 0 0,2-1 0 0 0,1 2-72 0 0,-3-1 72 0 0,6-2 0 0 0,1 1 0 0 0,2-3 0 0 0,2-1 0 0 0,2-1 0 0 0,3-3 0 0 0,1-2 0 0 0,2 0 0 28-19,1-3 0-28 19,1-3 0 0 0,2-2 0 0 0,2 0 0 0 0,2-4 0 0 0,0-1 0 0 0,-1-2 0 0 0,0-1 0 0 0,-2 0 0 0 0,-1 0 0 0 0,-5-1 0 0 0,1 2 0 0 0,-6-1 0 0 0,-1 2 0 0 0,-4 0 0 0 0,-1 1 0 0 0,-4 0 0 0 0,1 0 0 0 0,-5 3 0 0 0,1 1 0 26-18,-2 1 0-26 18,-3 2 0 0 0,3 3 0 0 0,-2 1 0 0 0,2 1 0 0 0,-1 3 0 0 0,1 1 0 0 0,2 0 0 0 0,0 2 0 0 0,1 0 0 0 0,-2 2 0 0 0,4 2 0 0 0,2-2 0 0 0,3 0 0 0 0,3-1 0 0 0,1-3-96 0 0,1-2 16 0 0,1-1 8 0 0,2 0-6080 0 0,4 0-1216 0 0</inkml:trace>
  <inkml:trace contextRef="#ctx0" brushRef="#br0" timeOffset="72">7555 9968 1839 2950 3173,'2'-1'160'0'0,"-2"1"-160"0"0,0-1 0 0 0,0 0 0 0 0,0-1 528 0 0,1 1 72 0 0,0-2 8 0 0,1-2 8 0 0,-1-2 296 0 0,0-1 56 0 0,1 3 16 0 0,-1 0 0 0 0,0-1 80 0 0,1 2 24 0 0,-1 0 0 0 0,-1-1 0 0 0,1 3-48 0 0,1-2-8 0 0,-2 2 0 0 0,0 1 0 0 0,0-1-264 0 0,0 2-48 0 0,-2 2-16 0 0,0 1 0 0 0,-2 6-232 0 0,-2 2-56 0 0,0 4 0 0 0,1 0-8 0 0,1-2-216 0 0,-4 5-48 0 0,-1 5-8 0 0,-1 8 0 0 0,-2 5-24 0 0,-3 7-8 0 0,1 5 0 0 0,0 2 0 0 0,-1-3 24 0 0,3-2 0 0 0,0-4 0 0 0,2 0 0 0 0,2-5-32 0 0,0-4-8 0 0,1-4 0 0 0,-1 4 0 0 0,0 3 8 0 0,0 3 0 0 0,-2-1 0 0 0,1 0 0 0 0,-1 1 0 0 0,1-4 0 0 0,0-1 0 0 0,0-6 0 0 0,2-3-8 0 0,1-5 0 0 0,2-1 0 0 0,1-4 0 0 0,2-1-24 0 0,-1-2 0 0 0,4-3 0 0 0,-2-1 0 0 0,1-2-64 0 0,0-3 64 0 0,2-2-64 0 0,-2-2 64 0 0,2-3-64 0 0,-2-2 80 0 0,3-3-80 0 0,-1-1 80 0 0,1-2-16 0 0,-3-3-64 0 0,0 3 96 0 0,-1-3-32 0 0,-1-3-64 0 0,-3 1 0 0 0,-1 2 0 0 0,-2 1 0 0 0,-1 4-120 0 0,-1 2 16 0 0,-2 1 0 0 0,-1 5 0 0 0,0 3 8 0 0,-2 2 0 0 0,-1 4 0 0 0,0 2 0 0 0,-1 3 96 0 0,0 1-96 0 0,0 2 96 0 0,1 1-96 0 0,4-1 96 0 0,-1 1 0 0 0,3 1 0 0 0,3-1-72 0 0,2-2 72 0 0,1-1 0 0 0,3-2 0 0 0,1-1 0 0 0,5-1 0 0 0,0 1 0 0 0,3-2 0 0 0,4-3 0 0 0,1 0 0 0 0,2-3 0 0 0,1-2 0 0 0,2-1 0 0 0,0-3 0 0 0,-1 0 0 0 0,-4-2 0 0 0,1 0 0 0 0,-1-3 0 0 0,-1 3-64 0 0,-1-3 64 0 0,-3 2-64 0 0,-4-1 64 0 0,-2 3 0 0 0,-1-2 0 0 0,-4 2-64 0 0,-2 2 64 0 0,-3 0 0 0 0,-1 2 0 0 0,-2 0 0 0 0,-1 4 0 0 0,-3 0 0 0 0,1 0 0 0 0,0 2 0 0 0,-2 2 0 0 0,-1 1 64 0 0,0 0-64 0 0,0 1 64 0 0,3 2-64 0 0,1-2 64 0 0,4 1-64 23-19,1-2 64-23 19,3-1-64 0 0,2 0 0 0 0,3 2 0 0 0,1-4 0 0 0,4 0 0 0 0,0-2 0 0 0,5-2 0 0 0,3-1 0 0 0,0-2-112 0 0,2 0-8 22-21,-1 0 0-22 21,2-4 0 0 0,3 1-608 0 0,1 2-120 0 0</inkml:trace>
  <inkml:trace contextRef="#ctx0" brushRef="#br0" timeOffset="73">9190 9587 3223 2594 3598,'0'-2'288'0'0,"-2"-1"-288"0"0,2 2 0 0 0,0 1 0 0 0,-2-1 864 0 0,2-1 128 0 0,0 2 16 0 0,-3-3 8 0 0,0 1 264 0 0,-1 2 48 0 0,1 5 16 0 0,-1 4 0 0 0,0 4-440 0 0,0 5-80 0 0,0 5-24 0 0,0 7 0 0 0,0 4-104 0 0,1 4-24 0 0,-1 3-8 0 0,0 2 0 0 0,0 0-200 0 0,0 0-40 0 0,1 1-8 0 0,-1 0 0 0 0,1 1-24 0 0,-1-4-8 0 0,1-2 0 0 0,1 3 0 0 0,2 0-120 0 0,-2-4-24 0 0,2-2-8 0 0,2-4 0 0 0,-2-2-104 0 0,0-4-16 0 0,2-3-8 0 0,-2-2 0 0 0,2-4-40 0 0,-1-1 0 0 0,2-1-64 0 0,-2-5 96 0 0,-1-2-96 0 0,1 0 72 0 0,1-2-72 0 0,-2-2 64 0 0,0-2-64 0 0,0-2 0 0 0,1 3 72 0 0,-2-6-72 0 0,1 1 0 0 0,-2-3 72 0 0,1-4-72 0 0,-2-3 0 0 0,-1 0 88 0 0,-1-1-88 0 0,0 0 80 0 0,-5 2-80 0 0,3 2 0 0 0,-5 3 0 0 0,1 2 0 0 0,-4 1 0 0 0,0 3 0 0 0,-4 3 0 0 0,1 3 0 0 0,-2-2 0 0 0,0 7 0 0 0,1 0 0 0 0,3 0 0 0 0,1-1 0 0 0,5 0 0 0 0,1 0 0 0 0,-1 1 0 0 0,4 1 0 0 0,2-2 0 0 0,2 1 0 0 0,4-1 0 0 0,2-1 0 0 0,2-3 0 0 0,4 1 0 0 0,1-4 0 0 0,5 0 0 0 0,1-5 0 0 0,1 0 0 0 0,3-2 0 0 0,0-1 0 0 0,-1-3 0 0 0,-5 3 0 0 0,-1-1 0 0 0,-1-1 0 0 0,1 0 0 0 0,-3-3 0 0 0,1 0 0 0 0,-5-1 0 0 0,-3 1 0 0 0,-5 5 0 0 0,-3-2 0 0 0,-2 4 0 0 0,-6 2 0 0 0,-2-1 0 0 0,-2 5 0 0 0,-4 0 0 0 0,0 1 0 0 0,4-1 0 0 0,3 2 0 0 0,-2 0 0 0 0,2 1 0 0 0,-2 0 72 0 0,3 2-72 0 0,2-1 64 0 0,2 0-64 0 0,2 0 0 0 0,3-1 0 0 0,3 0 64 0 0,3-1-64 0 0,3-2 0 0 0,2 0 0 0 0,3-2 0 0 0,5-2-176 0 0,1-3-24 0 0,5 0-8 0 0,-1-1 0 0 0,0-1-880 0 0,4-3-184 0 0</inkml:trace>
  <inkml:trace contextRef="#ctx0" brushRef="#br0" timeOffset="74">10490 9387 3679 2183 3661,'4'-5'160'0'0,"-2"2"40"0"0,0 1-200 0 0,0 1 0 0 0,-2-1 0 0 0,0 2 0 0 0,2-1 760 0 0,0 1 104 0 0,-1 0 32 0 0,2 1 0 0 0,-2 3 192 0 0,-1 2 32 0 0,0 3 16 0 0,-3 4 0 0 0,1 3-48 0 0,-2 1 0 0 0,0 3-8 0 0,0 4 0 0 0,-1 2-208 0 0,0 4-40 0 0,0 4 0 0 0,1 2-8 0 0,-2 4-296 0 0,1 1-56 0 0,0 1-16 0 0,0-4 0 0 0,1-8-144 0 0,-2 2-32 0 0,1 2-8 0 0,-2 1 0 0 0,0-2-112 0 0,1 0-32 0 0,-2 0 0 0 0,0 0 0 0 0,0 3-8 0 0,1 0-8 0 0,1-2 0 0 0,-1-2 0 0 0,3-1-112 0 0,0-3 0 0 0,1-2-72 0 0,-1-1 72 0 0,3-2 104 0 0,-2-3 72 0 0,2-2 16 0 0,-2 1 0 0 0,0-3-192 0 0,1-3 0 0 0,0 0 0 0 0,1-2 64 0 0,0-2-64 0 0,0 0 0 0 0,1-2 0 0 0,0-1 0 0 0,0-2 64 0 0,0-1-64 0 0,0-1 80 0 0,1 0-80 0 0,0-2 64 0 0,-1 0-64 0 0,1 0 0 0 0,1 0 72 0 0,-1-2-72 0 0,0 0 0 0 0,-1 2 72 0 0,0 0-72 0 0,0 0 0 0 0,0 0 72 0 0,12-20-72 0 0,-12 14 0 0 0,-1 0 64 0 0,0-1-64 0 0,-2-1 0 0 0,-2 1 0 0 0,-1-1 0 0 0,-1 1 0 0 0,-1 3 0 0 0,-3 0 0 0 0,-1 4 0 0 0,-3 2 0 0 0,-1 2 0 0 0,-1 2 0 0 0,-3 1 0 0 0,-1 2 0 0 0,3-1-64 0 0,2 1 64 0 0,2 0 0 0 0,0 0 0 0 0,2-1 0 0 0,1 2 0 0 0,5-4 0 0 0,0 1 0 0 0,4 1 0 0 0,0-1 0 0 0,2-1 0 0 0,4 1 0 0 0,2-2 0 0 0,0 0 0 0 0,5-1 0 0 0,1-3 0 0 0,4 0 0 0 0,1-2 0 0 0,3-1 0 0 0,0-2 0 0 0,-1 0 0 0 0,3-2 0 0 0,0-3 0 0 0,-1 1 0 0 0,0-2-80 0 0,-6 3 80 0 0,-3 1-72 0 0,-4 1 72 0 0,-5 1-96 0 0,-3 1 96 0 0,-4 2-64 0 0,-5-1 64 0 0,-5 5 0 0 0,-1-1 0 0 0,-6 3 0 0 0,0 0 0 0 0,-3 3 0 0 0,3-3 0 0 0,0 2 0 0 0,3-1 0 0 0,1-1 64 0 0,0 1-64 0 0,4 0 80 0 0,1 0-80 0 0,4 0 80 0 0,2-2-80 0 0,3 1 0 0 0,2-1 0 0 0,3 1 0 0 0,2-3 0 0 0,4 0-104 0 0,3 0-48 0 0,3-2-8 0 0,4-2-6328 0 0,2 1-1264 0 0</inkml:trace>
  <inkml:trace contextRef="#ctx0" brushRef="#br0" timeOffset="75">8975 10599 5703 2583 3261,'5'0'512'0'0,"-4"-2"-416"0"0,1 2-96 0 0,-1 0 0 0 0,0-1 0 0 0,-1 1 0 0 0,0 0 0 0 0,0 0 0 0 0,2 0 0 0 0,-1 0 0 0 0,-1 0 0 0 0,0 0 0 0 0,0 0 0 0 0,0 0 0 0 0,0 0 0 0 0,0 0 0 0 0,0 0 0 0 0,0 0 0 0 0,0 0 0 0 0,0 0 0 0 0</inkml:trace>
  <inkml:trace contextRef="#ctx0" brushRef="#br0" timeOffset="76">9028 10565 5623 2570 3261,'0'0'504'0'0,"0"-1"-408"0"0,0 1-96 0 0,0 0 0 0 0,2 0 384 0 0,-2-1 48 0 0,0 0 16 0 0,1 0 0 0 0,0-2 152 0 0,2 0 24 0 0,-2 0 8 0 0,-1 3 8 0 0,0 0 24 0 0,0 0 8 0 0,0 0 0 0 0,0 0 0 0 0,0 0-24 0 0,7-17-8 0 0,-5 14 0 0 0,0 2 8 0 0,-1 0-72 0 0,-1 1-24 0 0,0 0 0 0 0,0 0 8 0 0,-1 0-136 0 0,-1 2-24 0 0,-2 1-8 0 0,-1 4 8 0 0,-1 1-160 0 0,-4 3-32 0 0,-3 2-8 0 0,-2 4 8 0 0,0 4-80 0 0,-4 5-24 0 0,0 5 0 0 0,-4 3 8 0 0,-2 2-112 0 0,-1 0 72 0 0,-2 1-72 0 0,-1 1 72 0 0,-2 1 32 0 0,2-2 8 0 0,1-1 0 0 0,3-4 8 0 0,2-5-16 0 0,2-1 0 0 0,-1 0 0 0 0,2-3 8 0 0,0 1-40 0 0,1-2-8 0 0,-1 0 0 0 0,3-2 8 0 0,0-1 56 0 0,2-2 16 0 0,2-1 0 0 0,-2-2 16 0 0,2 0-72 0 0,1-2-16 0 0,1-1 0 0 0,1-1 0 0 0,2-3-72 0 0,2-1 96 0 0,1-1-96 0 0,2-3 96 0 0,2 1-96 0 0,1-3 0 0 0,1 0 0 0 0,2-3 64 0 0,1-3-64 0 0,3-1 0 0 0,1-3 0 0 0,3-1 0 0 0,-1-1 64 0 0,0-2-64 0 0,0 0 0 0 0,-3-1 64 0 0,-3 4-64 0 0,0-2-96 0 0,-4 1 16 0 0,0 2 8 0 0,0 1-16 0 0,-4 2 0 0 0,0 3 0 0 0,-2 1 0 0 0,-1 4-88 0 0,-1 3-16 0 0,-2 4-8 0 0,-2 2 0 0 0,-1 1 64 0 0,-1 2 8 0 0,2 1 8 0 0,0 0 0 0 0,2-1 120 0 0,2-1 0 0 0,2 0 0 0 0,-1-1 0 0 0,3 1 0 0 0,2-3 0 0 0,2-1 0 0 0,1-1 0 0 0,0-1 0 0 0,3-1 0 0 0,0-3 0 0 0,3 0 0 0 0,1-2 0 0 0,1-2 0 0 0,2-2 0 0 0,1 0 0 0 0,1-2 64 0 0,0 0-64 0 0,-3-1 0 0 0,-1 0 0 0 0,-1 0 64 0 0,-2 0-64 0 0,-2 1 0 0 0,-2 0 0 0 0,-2 1 0 0 0,0 0 0 0 0,-1 1 0 0 0,-2-1 0 0 0,2 2-280 0 0,0-2-8 0 0,-1 2 0 0 0,2-2 0 0 0,2-1-688 0 0,3-3-144 0 0</inkml:trace>
  <inkml:trace contextRef="#ctx0" brushRef="#br0" timeOffset="77">9074 10493 5815 2500 2998,'-2'-9'128'0'0,"0"4"24"0"0,1 2 8 0 0,0 0 0 0 0,1 2-160 0 0,0 0 0 0 0,0-1 0 0 0,0 2 0 0 0,1 0 1232 0 0,0 0 208 0 0,3 4 48 0 0,-2 2 8 0 0,2 2-480 0 0,0 2-96 0 0,2 3-24 0 0,0 2 0 0 0,2 3-168 0 0,0 1-40 0 0,3 2-8 0 0,2 3 0 0 0,0 1-232 0 0,2 4-40 0 0,1 1-16 0 0,0-1 0 0 0,0 2-72 0 0,-1-2-24 0 0,2 1 0 0 0,-1-2 0 0 0,1 0-32 0 0,1 0-8 0 0,-3 1 0 0 0,-1-3 0 0 0,-1-2-104 0 0,1 4-24 0 0,2 0-8 0 0,-2 2 0 0 0,2-1-48 0 0,-1-1-8 0 0,0 1 0 0 0,-1-2 0 0 0,1-1 8 0 0,0 0 0 0 0,-2-3 0 0 0,0 0 0 0 0,1-1-8 0 0,-3 0 0 0 0,-1-3 0 0 0,0-3 0 0 0,-4-4-64 0 0,1 0 0 0 0,-1 1 72 0 0,2 0-72 0 0,-3-4 0 0 0,0 0 72 0 0,0-3-72 0 0,-1-2 0 0 0,0-1 104 0 0,0-1-32 0 0,0-4-8 0 0,0-1 0 0 0,0-3 0 0 0,0-1-64 0 0,-1-3 96 0 0,-1 2-32 0 0,-2-2-64 0 0,-2 0 80 0 0,-1-2-80 0 0,-2 1 80 0 0,-2 1-80 0 0,-2 2 0 0 0,-2 0 0 0 0,-2 3 0 0 0,-2 1 0 0 0,-1 3 0 0 0,0 4-64 0 0,1-3 64 0 0,1 3 0 0 0,1 1-88 0 0,-1 4 88 0 0,3 0-64 0 0,-1 0 64 0 0,6-1 0 0 0,1 1 0 0 0,2-1 0 0 0,3 0 0 0 0,1-1 0 0 0,3 1 0 0 0,3-3 0 0 0,3 2 0 0 0,0-3 0 0 0,3 0 0 0 0,-1-2 0 0 0,0 0 0 0 0,1-2 0 0 0,4 0 0 0 0,-3-2 0 0 0,1 1-64 0 0,-1-1 64 0 0,-4-1-64 0 0,-1 1 64 0 0,-3-1-96 0 0,-4 2 16 0 0,-2-2 8 0 0,-1 1 0 0 0,-3 0 72 0 0,-1 0 0 0 0,-2 1-72 0 0,0 0 72 0 0,2 1 0 0 0,-1 0 0 0 0,-5 2 0 0 0,-3 0 0 0 0,0 1 0 0 0,-3 2 0 0 0,3 0 0 0 0,1-1 0 0 0,3 2 0 0 0,1 0 0 0 0,3 0 0 0 0,2-2 0 0 0,0-1 0 0 0,2 2-88 0 0,2-1 88 0 0,1 1-64 0 0,2 0-296 0 0,1 0-56 0 0,0-1-16 0 0,0-1-8624 0 0</inkml:trace>
  <inkml:trace contextRef="#ctx0" brushRef="#br0" timeOffset="78">9463 11415 1375 2413 2601,'0'0'128'0'0,"0"0"-128"0"0,0-1 0 0 0,0 1 0 0 0,0-1 744 0 0,0 1 128 0 0,0-2 24 0 0,0 0 8 0 0,0-1 312 0 0,0 1 56 0 0,0 0 8 0 0,0 2 8 0 0,0 0-80 0 0,0 0-24 0 0,0 0 0 0 0,0 0 0 0 0,0 0-392 0 0,0 0-88 0 0,0 0-8 0 0,0 0-8 0 0,0 0-288 0 0,3 20-56 0 0,-3-9-16 0 0,-2 3 0 0 0,1 5-8 0 0,0 2 0 0 0,-2 5 0 0 0,0 2 0 0 0,0 0 0 0 0,1 2 0 0 0,0 1 0 0 0,0 0 0 0 0,-1-2-80 0 0,2 1-16 0 0,-1-3-8 0 0,1-3 0 0 0,1 0-80 0 0,0-2-8 0 0,1-2-8 0 0,1 0 0 0 0,-1 0-56 0 0,0-3 0 0 0,-1-1-64 0 0,2-1 96 0 0,-2 3-32 0 0,2 1-64 0 0,-4-1 88 0 0,2 1-88 0 0,0-1 112 0 0,-2-2-32 0 0,1 1-8 0 0,1-3 0 0 0,-1 1 8 0 0,1-4 0 0 0,0 0 0 0 0,0 0 0 0 0,0-2-16 0 0,0-2-64 0 0,1-1 96 0 0,-1-3-32 0 0,1-2-64 0 0,-1-1 64 0 0,2 2-64 0 0,0-1 64 0 0,-2-1-64 0 0,0-1 0 0 0,0 2 0 0 0,0-1 64 0 0,0-3 0 0 0,0 1-64 0 0,0 2 96 0 0,0 0-32 0 0,0 0 32 0 0,0 0 0 0 0,0 0 0 0 0,-8-19 0 0 0,7 14-96 0 0,-2-2 0 0 0,1 3 0 0 0,-2-1 0 0 0,0 1 0 0 0,-1-2 0 0 0,-2-1-80 0 0,0-2 80 0 0,-4 0 0 0 0,1-1 0 0 0,-5-2-64 0 0,5 3 64 0 0,2 2-96 0 0,-5-3 8 0 0,-1 1 0 0 0,-5-3 0 0 0,0 2 88 0 0,2 0-104 0 0,1 2 40 0 0,2 1 64 0 0,0 1-128 0 0,1-1 32 0 0,1 2 0 0 0,-1 0 8 0 0,3 1 88 0 0,-2-1 0 0 0,3 0-72 0 0,-3 1 72 0 0,1-2 0 0 0,1-1 0 0 0,1 3-72 0 0,1 0 72 0 0,3 1 0 0 0,0-1 0 0 0,2 1 0 0 0,0-1 0 0 0,2 2 0 0 0,1 0 0 0 0,1 0 0 0 0,3 1 0 0 0,0 0 0 0 0,4-2 0 0 0,2 3 0 0 0,1-3 0 0 0,1 1 0 0 0,3-1 0 0 0,4 2 0 0 0,3-3 0 0 0,1 2 80 0 0,2-1-80 0 0,1-1 80 0 0,0 2-80 0 0,0 0 72 0 0,0-1-72 0 0,2 2 64 0 0,-2 0-64 0 0,1 1 0 0 0,-2 0 0 0 0,1 0 0 0 0,-3 0 0 0 0,0 0 0 0 0,-1 2 0 0 0,-3 1 0 0 0,-4-1 0 0 0,0 0 0 0 0,-3 2 0 0 0,-2-2 0 0 0,0 1 0 0 0,-2 1 0 0 0,0-2 0 0 0,0 2 0 0 0,-1-1 0 0 0,0 2 0 0 0,-3-1 0 0 0,2 0 64 0 0,0 1-64 0 0,-3 0 0 0 0,0 0 0 0 0,0-2 0 0 0,-2 1 0 0 0,0 1 64 0 0,-2-2-64 0 0,0 3 64 0 0,-2 0-64 0 0,-2 2 96 0 0,-4 0-32 0 0,1 2 0 0 0,-1-2 0 0 0,-3 0 8 0 0,0 1 0 0 0,-3 1 0 0 0,-2 2 0 0 0,0 1-72 0 0,-1 0 96 0 0,0 0-96 0 0,-1 0 96 0 0,0 1-96 0 0,2 1 80 0 0,1-3-80 0 0,2 0 80 0 0,1 1-80 0 0,0 0 64 0 0,5 1-64 0 0,-1-2 64 0 0,2-5-64 0 0,3-2 0 0 0,0 2 0 0 0,2-3 0 0 0,2 0 0 0 0,-2-1 0 0 0,4-1 0 0 0,-1-2 0 0 0,2 1-160 0 0,1-2-32 0 0,2 0 0 0 0,1-3-6448 0 0,2 0-1296 0 0</inkml:trace>
  <inkml:trace contextRef="#ctx0" brushRef="#br0" timeOffset="79">11853 9412 5703 2183 3536,'5'0'512'0'0,"-5"0"-416"0"0,0-1-96 0 0,0 0 0 0 0,0 1 0 0 0,-2 0 0 0 0,1-1 0 0 0,-2-1 0 0 0,-1 1 0 0 0,-1-1 0 0 0,-1 0 0 0 0,2 0 0 0 0,0 0 0 0 0,2 1 0 0 0,-1-2 0 0 0,2 3 0 0 0,-2-1 0 0 0,2 1 0 0 0,-2-1 0 0 0,2 1 0 0 0,1-1 0 0 0,-3 1 0 0 0,1-2 0 0 0,0 2 0 0 0,0 0 0 0 0,-1-2 0 0 0,-1 2 0 0 0,0-2 0 0 0,1 1 0 0 0,-1 0 0 0 0,0 0-96 0 0,0-1 32 0 0,0 1 64 0 0,0 0-96 0 0,1-1 96 0 0,0 0 0 0 0,0 0 0 0 0,0 1 0 0 0,1-1 104 0 0,-2 0-8 0 0,0 0 0 0 0,2 1 0 0 0,0 0-176 0 0,-1-1-40 0 0,0 1-8 0 0,0 0 24 0 0,1-2 24 0 0,-1 3 8 0 0,2-2 0 0 0,-1 0 0 0 0,1 0 328 0 0,0-2 72 0 0,-1 1 16 0 0,1 0 16 0 0,1 1 152 0 0,0 0 32 0 0,0-1 8 0 0,0 1 0 0 0,0-1 56 0 0,-1 1 0 0 0,1-1 8 0 0,0 3 0 0 0,0-2-56 0 0,1 2-16 0 0,-1 0 0 0 0,0 2 24 0 0,-1 1-120 0 0,1 2-32 0 0,-2 2 0 0 0,1 1 0 0 0,0 2-72 0 0,-2 1-24 0 0,2 4 0 0 0,-1 3 24 0 0,1 0 32 0 0,0 4 8 0 0,0 4 0 0 0,-1-2 0 0 0,1 2-40 0 0,-2 5-8 0 0,1 5 0 0 0,-2 6 0 0 0,0 0 48 0 0,1 1 16 0 0,-1-1 0 0 0,0 0 16 0 0,1-5-120 0 0,-1-2-16 0 0,1-2-8 0 0,1-2 0 0 0,0-1-112 0 0,1-5-32 0 0,1-2 0 0 0,-1 1 0 0 0,1-2-40 0 0,0-1-16 0 0,0-1 0 0 0,0-2 0 0 0,1-1 0 0 0,-1-2 0 0 0,0-3 0 0 0,1-1 0 0 0,-1-3 24 0 0,0 0 8 0 0,2-1 0 0 0,-2-1 0 0 0,1-1-32 0 0,0-2-8 0 0,-1 2 0 0 0,2-3 0 0 0,-1 3 0 0 0,-1-2 0 0 0,1-1 0 0 0,1 0 0 0 0,-1 1 0 0 0,0-3 0 0 0,1 2 0 0 0,-1-2 0 0 0,0 1 0 0 0,1-1 0 0 0,-1 0 0 0 0,2 0 0 0 0,-3 0-64 0 0,0 0 0 0 0,0 0 0 0 0,0 0 0 0 0,0 0 64 0 0,7-20 0 0 0,-7 14 0 0 0,-2-1 0 0 0,0 0-64 0 0,-2-2 0 0 0,-3-1 0 0 0,-1 0 0 0 0,0 1 0 0 0,-3-2 0 0 0,-1 0 0 0 0,0-1 0 0 0,-1 0 0 0 0,-3 1 0 0 0,-1-2 0 0 0,2 3 0 0 0,0 0-104 0 0,-2 0-16 0 0,0 2 0 0 0,-4-2 0 0 0,3 3 24 0 0,-3 0 0 0 0,2 1 0 0 0,0 1 0 0 0,-1-1 24 0 0,3 2 8 0 0,1 0 0 0 0,1-1 0 0 0,3 0 64 0 0,3 3 0 0 0,-1-3 0 0 0,2 1 0 0 0,3-1 0 0 0,1 2 0 0 0,0-1 0 0 0,2 1 0 0 0,2-1 0 0 0,0 1 0 0 0,4-1 0 0 0,-1 1 0 0 0,1-1 0 0 0,4-1 0 0 0,2 1 0 0 0,3-2 0 0 0,3 1 0 0 0,0 0 0 0 0,3 2 0 0 0,0-2 0 0 0,7 3 0 0 0,0-2 0 0 0,3 3 0 0 0,0-1 0 0 0,-1 2 0 0 0,2 2 0 0 0,0 0 64 0 0,0 1-64 0 0,-3 0 0 0 0,0 1 0 0 0,0 0 0 0 0,-2 0 0 0 0,-1 1 0 0 0,0-1 0 0 0,-1-1 0 0 0,-3-1 0 0 0,0 0 0 0 0,-1 0 0 0 0,-4-2 0 0 0,0 0 0 0 0,-1 0 0 0 0,-4 0 0 0 0,0 0 0 0 0,-4 0 0 0 0,-1 0 0 0 0,-3 0 0 0 0,0 0 0 0 0,-2 2 0 0 0,-2-1 0 0 0,0 2 0 0 0,-3-1 0 0 0,-1 1 0 0 0,-1 2 0 0 0,-4 1 0 0 0,-1 1 0 0 0,-3 1 0 0 0,1 1 0 0 0,-3 2 0 0 0,0 0 0 0 0,-1 0 0 0 0,-3 3 64 0 0,-1 1-64 0 0,0 0 64 0 0,-4 2-64 0 0,2-1 0 0 0,-1 0 64 0 0,1 1-64 0 0,-1-1 0 0 0,7-2 96 0 0,-1 0-8 0 0,0 0-8 0 0,4-2 0 0 0,1 1-16 0 0,2-2 0 0 0,2-3 0 0 0,1 0 0 0 0,1-1 0 0 0,2-2 0 0 0,1 0 0 0 0,1-2 0 0 0,1 1-64 0 0,0-2 0 0 0,2 1 0 0 0,1-2 0 0 0,0 0 0 0 0,0-1 0 0 0,0 0 0 0 0,0 0 0 0 0,1 0-192 0 0,-1-1-48 0 0,0 0-16 0 0,0 1-6336 0 0,0 0-1280 0 0</inkml:trace>
  <inkml:trace contextRef="#ctx0" brushRef="#br0" timeOffset="80">10186 10456 2303 2533 3183,'1'3'200'0'0,"-1"-3"-200"0"0,2 1 0 0 0,-2-1 0 0 0,1 2 448 0 0,-1-2 56 0 0,1 2 8 0 0,2 0 0 0 0,0 1 192 0 0,-1 1 48 0 0,2-1 8 0 0,-1-1 0 0 0,-1 0 48 0 0,0 0 16 0 0,0 0 0 0 0,-2-2 0 0 0,2 1-56 0 0,-2 0 0 0 0,0-1-8 0 0,0 0 0 0 0,0-1-152 0 0,0 1-24 0 0,0 0-8 0 0,0 0 0 0 0,0 0 0 0 0,0 0-8 0 0,0 0 0 0 0,0 0 0 0 0,-13-18-216 0 0,10 15-32 0 0,-1 1-16 0 0,0-4 0 0 0,-3 1-136 0 0,-1-2-24 0 0,1-1-8 0 0,-3-3 0 0 0,-1 0-48 0 0,1 0-16 0 0,-2-2 0 0 0,-1 0 0 0 0,1-1 8 0 0,1-1 0 0 0,-3 1 0 0 0,2 0 0 0 0,1 1 8 0 0,1 1 0 0 0,2 3 0 0 0,0-1 0 0 0,3 3 72 0 0,-2 1 8 0 0,2 1 8 0 0,1 0 0 0 0,-1 0-80 0 0,3 0-8 0 0,0 2-8 0 0,-2 0 0 0 0,4 1-80 0 0,-2-1 96 0 0,0 1-96 0 0,2-1 96 0 0,0 3-96 0 0,0-3 0 0 0,0 2 72 0 0,-1 0-72 0 0,1-1 0 0 0,0 0 72 0 0,0 1-72 0 0,0 0 0 0 0,1 1 80 0 0,-1 0-80 0 0,2-2 64 0 0,0 2-64 0 0,0 0 64 0 0,3 2-64 0 0,-5-2 64 0 0,0 0-64 0 0,28 4 0 0 0,-15-3 0 0 0,5 0 64 0 0,2 0-64 0 0,2 0 0 0 0,4 0 96 0 0,2 1-96 0 0,1-2 96 0 0,2 0-96 0 0,0 2 96 0 0,0-2-96 0 0,2 1 96 0 0,0-1-32 0 0,0 1-64 0 0,2 2 96 0 0,-5-2-32 0 0,0 0 16 0 0,-4 1 0 0 0,0 0 0 0 0,-3 1 0 0 0,-3-1-80 0 0,-4 2 64 0 0,-2 0-64 0 0,-1-1 64 0 0,-5-1 0 0 0,-3 2 0 0 0,-1 1 0 0 0,-3-1 0 0 0,-1 2-64 0 0,-2 0 0 0 0,-4 2 0 0 0,-2 0 0 0 0,0-1 64 0 0,-3 2 0 0 0,-1 3 0 0 0,-3 0 0 0 0,-3 2 0 0 0,-1 1 0 0 0,-2 2 0 0 0,-2 1 0 0 0,2-2-64 0 0,-1 1 0 0 0,-3 3 0 0 0,2-3 0 0 0,-2 1 0 0 0,3-3 80 0 0,1 1-80 0 0,2-3 80 0 0,1-2-80 0 0,3 0 64 0 0,0 0-64 0 0,1-3 64 0 0,5 0-64 0 0,-1-2 0 0 0,2 1 0 0 0,4-3 0 0 0,-1 0 0 0 0,1-2 0 0 0,3 0 0 0 0,0-2 0 0 0,1 0 0 0 0,1-1 0 0 0,0 0 0 0 0,3-2 0 0 0,5 0-384 0 0,1-3-8 0 0,3-1-8 0 0,6-2-9200 0 0</inkml:trace>
  <inkml:trace contextRef="#ctx0" brushRef="#br0" timeOffset="81">8645 11135 4631 2652 2994,'-4'-1'416'0'0,"3"0"-336"0"0,-2 1-8 0 0,2 0 0 0 0,-1 0 0 0 0,2 0 24 0 0,-1 0-160 0 0,0 0-32 0 0,-2 0-8 0 0,0 0 16 0 0,-2 1 88 0 0,1 0 0 0 0,-1 2 0 0 0,1-2 0 0 0,-1 0 0 0 0,-1-1 0 0 0,2 2 0 0 0,-2-4 0 0 0,-1-2 0 0 0,0 1 0 0 0</inkml:trace>
  <inkml:trace contextRef="#ctx0" brushRef="#br0" timeOffset="82">8369 11249 2759 2773 3070,'0'1'248'0'0,"0"0"-248"0"0,2-1 0 0 0,-2 0 0 0 0,0 0 592 0 0,0 1 72 0 0,2 1 8 0 0,0-2 8 0 0,-1 2 152 0 0,1 0 24 0 0,1-1 8 0 0,-3-1 0 0 0,0 0-16 0 0,0 0 0 0 0,0 0 0 0 0,0 0 0 0 0,0 0-16 0 0,0 0 0 0 0,0 0 0 0 0,0 0 0 0 0,0 0-128 0 0,0 0-24 0 0,0 0-8 0 0,15-14 0 0 0,-17 10-192 0 0,1 1-32 0 0,0-2-16 0 0,-2 0 0 0 0,2 0-160 0 0,-2-1-32 0 0,-1 0-8 0 0,0-2 0 0 0,0-2-72 0 0,-2 1-8 0 0,0-3-8 0 0,-2-1 0 0 0,1 1-16 0 0,1 0-8 0 0,-1 1 0 0 0,0-2 0 0 0,-2-3-40 0 0,-1 1-8 0 0,0 0 0 0 0,2-1 0 0 0,-1 2-72 0 0,1 0 80 0 0,-2 1-80 0 0,1 2 80 0 0,2 2-80 0 0,2 2 0 0 0,0 1 72 0 0,3 1-72 0 0,-2 3 0 0 0,3 0 64 0 0,1 0-64 0 0,1 1 0 0 0,-2 1 0 0 0,4 1 0 0 0,1-1 0 0 0,2 2 0 0 0,3-2 0 0 0,1 2 0 0 0,5-1 0 0 0,1 0 0 0 0,1 2 0 0 0,4-3 0 0 0,3 2 0 0 0,2 0 0 0 0,2 0 0 0 0,0-2 0 0 0,4 3 0 0 0,0-1 64 0 0,-4 0-64 0 0,0 0 64 0 0,1 0-64 0 0,-2 0 64 0 0,-2 1-64 0 0,-1-2 64 0 0,-3 2-64 0 0,0-3 64 0 0,-4 3-64 0 0,-4-2 0 0 0,-1 2 0 0 0,-2 0 64 0 0,-1 0-64 0 0,-2 1 0 0 0,-2-1 64 0 0,-1 1-64 0 0,0 0 64 0 0,-2-2-64 0 0,1 1 80 0 0,-2 1-80 0 0,3 1 88 0 0,-2-3-88 0 0,0 0 96 0 0,1 1-96 0 0,-2-1 80 0 0,1 0-80 0 0,-1 1 64 0 0,-1-1-64 0 0,2 1 0 0 0,-2-1 0 0 0,-2 1 0 0 0,1-1 0 0 0,-2 1 64 0 0,0 1-64 0 0,-1 0 64 0 0,-4 1-64 0 0,1 1 96 0 0,-3 3-32 0 0,-2-1 0 0 0,-3 1 0 0 0,-1 4-64 0 0,-3-1 0 0 0,-2 2 0 0 0,-1 2 0 0 0,-1-1 0 0 0,0 0 0 0 0,0 3 0 0 0,1-3 64 0 0,1-1-64 0 0,4-2 0 0 0,0 1 0 0 0,3-3 0 0 0,1-1 0 0 0,1-1 0 0 0,1 0 64 0 0,0 0-64 0 0,2-3 0 0 0,1 2 0 0 0,0-4 0 0 0,1 0 0 0 0,1 1 0 0 0,1-1 0 0 0,3-1 0 0 0,-1 0 0 0 0,0-1 0 0 0,3 1 0 0 0,0-1 0 0 0,3-2 0 0 0,0-1-280 0 0,2-1-16 0 0,3 1-8 0 0,2-3-9136 0 0</inkml:trace>
  <inkml:trace contextRef="#ctx0" brushRef="#br0" timeOffset="83">7162 10841 919 2522 2644,'3'-2'80'0'0,"-1"0"-80"0"0,0 1 0 0 0,-2 1 0 0 0,0 0 144 0 0,0 0 16 0 0,4-2 0 0 0,0 0 0 0 0,-2 0-64 0 0,2-2 0 0 0,-1 3-8 0 0,-2-1 0 0 0,2 2-88 0 0,-3-2 64 0 0,1 2-64 0 0,0 0 64 0 0,2-2-64 0 0,-2 1 0 0 0,2 1 0 0 0,-2-1 0 0 0</inkml:trace>
  <inkml:trace contextRef="#ctx0" brushRef="#br0" timeOffset="84">7260 10828 5983 2830 3441,'0'-5'264'0'0,"0"3"56"0"0,0 2-256 0 0,-1-2-64 0 0,1 1 0 0 0,-1 1 0 0 0,1-1 752 0 0,-2 1 136 0 0,1-1 24 0 0,-2 1 8 0 0,-1 0 136 0 0,-1 2 32 0 0,1 3 8 0 0,-1 2 0 0 0,-2 1-264 0 0,1 0-48 0 0,0 4-16 0 0,1 0 0 0 0,-2 2-200 0 0,-1 2-48 0 0,1 4-8 0 0,1-4 0 0 0,2-3-176 0 0,-3 4-40 0 0,1 3-8 0 0,-1 6 0 0 0,-1 1-48 0 0,1 2-16 0 0,-1 1 0 0 0,0 3 0 0 0,0-2-32 0 0,-2 2 0 0 0,3-2-8 0 0,-3-3 0 0 0,1 1-56 0 0,1-3-16 0 0,0-2 0 0 0,-2-1 0 0 0,1 2-16 0 0,1-4 0 0 0,2-2 0 0 0,0 1 0 0 0,0 0 8 0 0,0 2 0 0 0,2-2 0 0 0,-1 1 0 0 0,3-3-104 0 0,-2-1-96 0 0,4 1 24 0 0,-4-3 0 0 0,2 1 208 0 0,-1-2 48 0 0,2 0 8 0 0,-1-2 0 0 0,0 1-112 0 0,-2-3-16 0 0,1 0-64 0 0,1-2 96 0 0,2-3-24 0 0,0-1-8 0 0,0 0 0 0 0,-2-3 0 0 0,1-1 0 0 0,1 0-64 0 0,1 0 96 0 0,-1-2-32 0 0,0-2 0 0 0,0-1-64 0 0,0 1 96 0 0,0-3-32 0 0,-1-2 0 26-19,0-2-64-26 19,-2 2 96 0 0,0 0-32 0 0,1-2-64 0 0,-1 3 0 0 0,-2 1 0 0 0,1 0 0 27-20,-1 2 0-27 20,-1-1 0 0 0,-1 2 0 0 0,-1-1 0 25-19,2 0 0-25 19,-2 2 0 0 0,-2-2 0 0 0,-1 1 0 0 0,3 0 0 0 0,-3-1 0 0 0,0 1 0 0 0,-1-2 0 0 0,0 1 0 26-20,-2-2 0-26 20,0 1 0 25-19,1-3 0-25 19,3 2 0 0 0,-1-4 0 0 0,-2 1-72 0 0,0-2 72 0 0,4 1-72 0 0,-2 1 72 0 0,0-1-104 0 0,-1 1 40 0 0,0-1 64 0 0,2 0-104 0 0,-3 2 40 0 0,3 1 64 0 0,-1 3-64 0 0,1-1 64 0 0,-2 1 0 0 0,2 1 0 0 0,2 1 0 0 0,0-2 0 0 0,1 2 0 0 0,2-1 0 0 0,0 2 0 0 0,0-1 0 0 0,2-2 0 0 0,0 1 0 0 0,1 0 0 0 0,2-1 0 0 0,0 0 0 0 0,0 0 0 0 0,4 2 0 0 0,0-1 0 0 0,-1 0 0 0 0,3 2 0 0 0,2 2-64 0 0,2 0 64 0 0,4 0 0 0 0,1 0 0 0 0,2 2 0 0 0,3 0 0 0 0,3 2 0 0 0,3-2 0 0 0,5 0 0 0 0,2 1 0 0 0,4 0 0 0 0,2-1 0 0 0,0 2 0 0 0,-1-3 0 0 0,3 0 0 0 0,-5-2 0 0 0,-8 0 0 0 0,1 0 0 0 0,5-2 0 0 0,0 1 0 0 0,-2 1 0 0 0,-4-1 0 0 0,-2 2 0 0 0,-4 0 0 0 0,-3 0 0 0 0,-2 0 0 0 0,-2 0 0 0 0,-3 2 0 0 0,0-2 0 0 0,-3 1 0 0 0,-3 1 64 0 0,0 0-64 0 0,-2 0 0 0 0,-2 0 64 0 0,-1 2-64 0 0,-1-2 64 0 0,-1 3-64 0 0,-3-1 64 0 0,-2-2-64 0 0,0 3 64 0 0,-3 4 24 0 0,0 2 0 0 0,-3-1 0 0 0,2 1 0 0 0,0-3-24 0 0,-2 3 0 0 0,-4 1 0 0 0,-1 2 0 0 0,-4 1 8 0 0,-1 1 0 0 0,-4 3 0 0 0,1 1 0 0 0,-1-3 0 0 0,-1 3 0 0 0,0-1 0 0 0,1 0 0 0 0,0 0 0 0 0,3-3 0 0 0,4 2 0 0 0,1-3 0 0 0,3 0-72 0 0,4-4 0 0 0,1-1 0 0 0,2-3 0 0 0,4-1 0 0 0,0-2 0 0 0,3-2 0 0 0,1 1 0 0 0,1-2-176 0 0,2 0 24 0 0,2 1 8 0 0,1-2 0 0 0,3-2-408 0 0,1-1-88 0 0,7-1-8 0 0,1-1-9104 0 0</inkml:trace>
  <inkml:trace contextRef="#ctx0" brushRef="#br0" timeOffset="85">6466 9591 4607 2976 3209,'-2'-2'408'0'0,"0"0"-328"0"0,2 0-80 0 0,0 0 0 0 0,0 1 648 0 0,-2 0 120 0 0,0-2 16 0 0,-2-3 8 0 0,-1-1 448 0 0,1-1 88 0 0,-1 3 16 0 0,0 2 8 0 0,-1 3-192 0 0,1 3-40 0 0,0 6 0 0 0,1 3-8 0 0,0 4-440 0 0,-1 6-96 0 0,3 2-8 0 0,0 5-8 0 0,0 6-200 0 0,0 4-40 0 0,2 3 0 0 0,0 0-8 0 0,0-4-88 0 0,2 3-24 0 0,0-3 0 0 0,-2-7 0 0 0,0-6-72 0 0,0 3-8 0 0,0 6-8 0 0,0 4 0 0 0,0 0-24 0 0,-2 3-8 0 0,2-1 0 0 0,-2-5 0 0 0,0-10 0 0 0,-1 5 0 0 0,1 6 0 0 0,-1-3 0 0 0,0-6-16 0 0,1-4-64 0 0,-1-2 96 0 0,2-3-32 0 0,-2-3 16 0 0,2-1 0 0 0,-1 0 0 0 0,0 0 0 0 0,0-1 8 0 0,0-1 0 0 0,0-3 0 0 0,2 0 0 0 0,0-1 8 0 0,-1-3 0 0 0,1-1 0 0 0,0-2 0 0 0,0-2-32 0 0,1 2-64 0 0,-1-1 96 0 0,0-1-32 0 0,0 0-64 0 0,0-1 80 0 0,0 1-80 0 0,0 0 80 0 0,0 0-80 0 0,0 0 64 0 0,0 0-64 0 0,0 0 64 0 0,0 0-64 0 0,0 0 0 0 0,0 0 72 0 0,0 0-72 0 0,0 0 64 0 0,0 0-64 0 0,0 0 80 0 0,0 0-80 0 0,0 0 88 0 0,0 0-88 0 0,0 0 96 0 0,-6-19-96 0 0,3 14 64 0 0,-1-2-64 0 0,-2-2 0 0 0,-2-3 0 0 0,1-1 0 0 0,-4-1 0 0 0,-1-3 0 0 0,-2-1 0 0 0,0 1 0 0 0,-2 1 0 0 0,-1 0 0 0 0,-2 3 0 0 0,2 2 0 0 0,1 2 0 0 0,-1 3 0 0 0,1 2 0 0 0,-1 1 0 0 0,2 1 0 0 0,2 0-64 0 0,0 0 64 0 0,1 1 0 0 0,1 0 0 0 0,0 0 0 0 0,2-2 0 0 0,0 2 0 0 0,2 0 0 0 0,1-2-64 0 0,-2 1 64 0 0,2-1 0 0 0,-2-1 0 0 0,3-2 0 0 0,-1 1 0 0 0,2 0 0 0 0,2 0 0 0 0,0 0 0 0 0,1 2 0 0 0,2-1 0 0 0,2 0 0 0 0,2 2 0 0 0,2-1 0 0 0,4 1 0 0 0,2-2 0 0 0,2 0 0 0 0,3 1 0 0 0,5-1 0 0 0,4 1 0 0 0,4 0 0 0 0,3 1 0 0 0,3-1 0 0 0,2-4 0 0 0,3-9 0 0 0,-3 11 0 0 0,0 13 0 0 0,-1-8 0 0 0,-3-14 0 0 0,-4 13 0 0 0,-2 14 0 0 0,-6-2 0 0 0,0-7 0 0 0,-4 0 0 0 0,-3-2 0 0 0,-4 1 0 0 0,-3 0-64 0 0,-1 0 64 0 0,-2 0 0 0 0,-6 1 0 0 0,2 0 0 0 0,-4 1 0 0 0,0 0 0 0 0,-2 1 0 0 0,-1 2 0 0 0,-3 3 0 0 0,-2 0 0 0 0,0 1 0 0 0,-1 1 0 0 0,-3 0 0 0 0,-1 1 0 0 0,-3 3 0 0 0,1-1 0 0 0,-3 2 0 0 0,1 0 0 0 0,0-2 64 0 0,-2 0-64 0 0,3-2 0 0 0,1 0 128 0 0,2-3-24 0 0,0 2-8 0 0,0-3 0 0 0,2 0-32 0 0,0-1 0 0 0,3-1-64 0 0,1-1 96 0 0,2 0-96 0 0,0 1 0 0 0,3-3 0 0 0,0-2 0 0 0,2 0 0 0 0,0 0 0 0 0,2-1 0 0 0,0-2 0 0 0,4-2-296 0 0,3 0-56 0 0,4 1-16 0 0,6-5-9776 0 0</inkml:trace>
  <inkml:trace contextRef="#ctx0" brushRef="#br0" timeOffset="86">8501 7078 6911 2447 3229,'0'0'608'0'0,"-1"0"-480"0"0,1 0-128 0 0,0 0 0 0 0,0 0 0 0 0,0-1-96 0 0,0 1 24 0 0,0 0 0 0 0,0-2 976 0 0,1 2 200 0 0,0 0 40 0 0,-1 0 8 0 0,0 0-312 0 0,0 0-56 0 0,0 0-16 0 0,0 0 0 0 0,24-2 56 0 0,-15 3 8 0 0,0-1 0 0 0,3 0 0 0 0,2 0-160 0 0,3 0-24 0 0,-1-1-8 0 0,-3 0 0 0 0,-1 1-256 0 0,1-1-48 0 0,6-1-16 0 0,5 0 0 0 0,-1 0-96 0 0,2-1-32 0 0,-2 1 0 0 0,-6 0 0 0 0,-4 0-48 0 0,0 0-16 0 0,0 1 0 0 0,-4-1 0 0 0,0 2-128 0 0,-2-2 0 0 0,-2 1 0 0 0,-4 1 0 0 0,1 0 0 0 0,-1-1 0 0 0,-1 1 0 0 0,-1 0-72 0 0,2-1 72 0 0,-2 1-104 0 0,1-1 40 0 0,-2 1 64 0 0,2-1-552 0 0,0 1-56 0 0,0 0 0 0 0,0 0-8 0 0,0 0-944 0 0,0 0-184 0 0,-26 2-40 0 0,18-2-4704 0 0</inkml:trace>
  <inkml:trace contextRef="#ctx0" brushRef="#br0" timeOffset="87">8568 7067 4607 2450 3252,'-2'0'96'0'0,"1"0"32"0"0,1 0 0 0 0,0 0 0 0 0,0 0-128 0 0,-1 0 0 0 0,-1 1 0 0 0,1-1 0 0 0,0 1 1016 0 0,-2 1 176 0 0,2 0 40 0 0,1-2 16 0 0,0 0-48 0 0,0 0-8 0 0,-11 17 0 0 0,9-12 8 0 0,-2 4-312 0 0,2-2-64 0 0,0 3-16 0 0,-2 0 8 0 0,1 0-144 0 0,-1 1-24 0 0,2 1-8 0 0,0 0 8 0 0,0-3-328 0 0,1 0-72 0 0,1 1-16 0 0,0-2 8 0 0,1-1-112 0 0,-1 1-16 0 0,2-3-8 0 0,-2 0 8 0 0,1 1-24 0 0,0-2-8 0 0,1-2 0 0 0,-2 0 0 0 0,1 0 16 0 0,-1 0 8 0 0,1-1 0 0 0,-1-1 8 0 0,0 0-16 0 0,0 0-8 0 0,0-1 0 0 0,2-1 8 0 0,-2 2-32 0 0,0 0 0 0 0,0 0 0 0 0,0 0 8 0 0,0 0-72 0 0,0 0 80 0 0,17-18-80 0 0,-12 13 88 0 0,2 0-88 0 0,1-1 0 0 0,0 1 0 0 0,0 1 0 0 0,2 1 80 0 0,-1-1-80 0 0,0 2 80 0 0,0-1-80 0 0,1 3 80 0 0,-2 0-80 0 0,1 0 64 0 0,1 3-64 0 0,0-1 0 0 0,-1 2 64 0 0,3 1-64 0 0,-5 1 0 0 0,1 0 0 0 0,0 1 0 0 0,-2 0 0 0 0,-1 2 0 0 0,-1-1 0 0 0,0-1 0 0 0,-2 4 0 0 0,-2-3 0 0 0,0 1 0 0 0,-2 1 0 0 0,-1-2 0 0 0,-1 1 0 0 0,-2 3 0 0 0,-2-2 0 0 0,0 0 0 0 0,-2 0 0 0 0,1-2 0 0 0,-3 1 0 0 0,1 1 0 0 0,-1-2 0 0 0,0 1 0 0 0,0-3 0 0 0,-1 1 0 0 0,0-3 0 0 0,-1-1 0 0 0,-1 0 0 0 0,1-1 0 0 0,-1-1 0 0 0,2-1 0 0 0,-2 2 0 0 0,2-2 0 0 0,0-2 0 0 0,-1 2 96 0 0,2-1-32 0 0,3 0 0 0 0,1 0 0 0 0,1 1-64 0 0,1-1 80 0 0,2-1-80 0 0,2 2 80 0 0,2-2-80 0 0,-2 1 0 0 0,4 0 0 0 0,0-2 0 0 0,2 3 0 0 0,0-4 0 0 0,2 1 0 0 0,3 0 0 0 0,2 0-376 0 0,2-2-8 0 0,2-3-8 0 0,2 3-8936 0 0</inkml:trace>
  <inkml:trace contextRef="#ctx0" brushRef="#br0" timeOffset="88">8968 7084 12927 2237 3187,'-2'-2'288'0'0,"2"0"56"0"0,-2 1 8 0 0,2 1 8 0 0,2 0-288 0 0,-4 0-72 0 0,0-2 0 0 0,0-1 0 0 0,0 0 1288 0 0,0 1 248 0 0,1 1 40 0 0,-1 2 16 0 0,1 2-920 0 0,1 2-176 0 0,0 0-40 0 0,1 4-8 0 0,2 2-232 0 0,-2 2-56 0 0,4 4 0 0 0,-3 2-8 0 0,0-2-56 0 0,2 1-16 0 0,-4 3 0 0 0,4-1 0 0 0,-2 2 16 0 0,-1-2 8 0 0,1 0 0 0 0,-1-1 0 0 0,0-1-40 0 0,1-2-64 0 0,-1 1 88 0 0,0-4-88 0 0,1 1 112 0 0,-1-2-32 0 0,0-1-8 0 0,-1 0 0 0 0,0-2-72 0 0,2 0 64 0 0,-2-1-64 0 0,1-2 64 0 0,-1 1-64 0 0,0-1 0 0 0,0 0 0 0 0,0-2 64 0 0,0 0-64 0 0,0-1 0 0 0,-1-1 0 0 0,1-1 0 0 0,1 0 0 0 0,-1 0 0 0 0,0-1 0 0 0,0 0 0 0 0,-1-1-96 0 0,1-1-32 0 0,0 0 0 0 0,1-2-9560 0 0</inkml:trace>
  <inkml:trace contextRef="#ctx0" brushRef="#br0" timeOffset="89">6591 8250 5983 2751 2994,'0'0'536'0'0,"0"0"-432"0"0,0 0-104 0 0,0 0 0 0 0,1 0 856 0 0,0-2 144 0 0,3 2 32 0 0,2 0 8 0 0,3 0 320 0 0,3-1 64 0 0,3 1 16 0 0,1 0 0 0 0,1 0-576 0 0,1-1-104 0 0,3 1-24 0 0,2-1-8 0 0,-3-1-184 0 0,-1 2-32 0 0,-1 0 0 0 0,-2 0-8 0 0,-4 0-408 0 0,-2-2-96 0 0,0 2 0 0 0,-3-3 0 0 0,-1 2 0 0 0,-4 0 0 0 0,0-1 0 0 0,-4 1 0 0 0,2 1 0 0 0,-3-1 0 0 0,-1 0 0 0 0,-2 0 0 0 0,-2 1-424 0 0,0 0-112 0 0,0 0-16 0 0,-1 0-8 0 0,-1 2-728 0 0,-1-1-152 0 0,-1 2-24 0 0,-2-2-8 0 0,3 0-176 0 0,-1 2-40 0 0,-1-3-8 0 0,3 2 0 0 0,-2 0 248 0 0,1 0 40 0 0,1 1 16 0 0,-1-1 0 0 0,1-1 960 0 0,0 2 192 0 0,1-2 40 0 0,-1 0 8 0 0,1-1 536 0 0,1 1 104 0 0,0 0 32 0 0,1 0 0 0 0,-1 1 464 0 0,1-1 96 0 0,2 0 16 0 0,-1 0 8 0 0,2 3 152 0 0,0 0 24 0 0,-2 0 8 0 0,2 2 0 0 0,-1 1-200 0 0,1 0-40 0 0,-2 2-8 0 0,5 2 0 0 0,-2 2-104 0 0,1-1-32 0 0,2 1 0 0 0,-2-1 0 0 0,4 2-288 0 0,-2-3-56 0 0,2-1-8 0 0,1-2-8 0 0,0 0-216 0 0,-1-1-32 0 0,4-1-16 0 0,-1-2 0 0 0,0 1-64 0 0,0-4-16 0 0,1-1 0 0 0,0-1 0 0 0,0-1-16 0 0,1-1-8 0 0,1-1 0 0 0,0 1 0 0 0,0 0-8 0 0,1 0-8 0 0,1 1 0 0 0,-2 0 0 0 0,-1 4-24 0 0,1-1 0 0 0,3 1 0 0 0,-1 1 0 0 0,0 0-96 0 0,-2 2 0 0 0,1 1 0 0 0,-1 0 0 0 0,-1-1 0 0 0,0 3 0 0 0,0 1 0 0 0,-3 0 0 0 0,0 0 0 0 0,-2-1 0 0 0,-2 0 0 0 0,0 1 0 0 0,-2-3 0 0 0,-1 3 0 0 0,-2-1 0 0 0,-1-1 0 0 0,-1 2 0 0 0,-2-2 0 0 0,-2 1 0 0 0,1-1 0 0 0,3-2 0 0 0,-2-1 0 0 0,-2 2 0 0 0,-1 1 0 0 0,-1-2 64 0 0,0 0-64 0 0,-1 1 0 0 0,-1-2 0 0 0,3-1 64 0 0,1-1-64 0 0,0-1 0 0 0,0 1 0 0 0,3-1 0 0 0,0-1 0 0 0,1 0 0 0 0,2 0 0 0 0,-1-1 0 0 0,2-1 0 0 0,0 0 0 0 0,-1 0 0 0 0,4 0 0 0 0,-2 2 0 0 0,2-3 0 0 0,0 1 0 0 0,1-1-176 0 0,1 0-32 0 0,2-1-8 0 0,2-1-9168 0 0</inkml:trace>
  <inkml:trace contextRef="#ctx0" brushRef="#br0" timeOffset="90">6792 8344 13359 2601 2947,'3'-8'592'0'0,"-2"3"120"0"0,1 1-568 0 0,3 0-144 0 0,-2 1 0 0 0,1 3 0 0 0,1-3 1048 0 0,4-1 176 0 0,6 1 40 0 0,6 0 8 0 0,4-1-480 0 0,0 3-96 0 0,-2 4-24 0 0,-2 2 0 0 0,-4 3-472 0 0,-2 1-96 0 0,-4 1-16 0 0,-3 2-8 0 0,-3 1-80 0 0,-4 1 0 0 0,-1 0 0 0 0,-2 0 0 0 0,-4 1 0 0 0,0 0 0 0 0,0 0 0 0 0,-1 1 0 0 0,1-3 0 0 0,-2-1 0 0 0,0-1 0 0 0,-2 0 0 0 0,3-1 0 0 0,-3 1 0 0 0,3-2 0 0 0,1 0 0 0 0,0-2 88 0 0,2-3-24 0 0,0 1-64 0 0,3-1 96 0 0,1-1 32 0 0,0 0 8 0 0,0-2 0 0 0,3 1 0 0 0,-1 0 24 0 0,2-2 8 0 0,2 0 0 0 0,0 0 0 0 0,2 0 48 0 0,1 0 8 0 0,0-2 0 0 0,1 1 0 0 0,0 0-40 0 0,2 0-8 0 0,-1-2 0 0 0,1 1 0 0 0,-2 1-72 0 0,2-2-8 0 0,0 1-8 0 0,2 0 0 0 0,0 0-88 0 0,-2 0 64 0 0,-1 0-64 0 0,-1 1 64 0 0,-1 1-64 0 0,0 0 0 0 0,-3-2 0 0 0,0 4 0 0 0,-1-2-64 0 0,-2 1-32 0 0,-1 0-8 0 0,1 0 0 0 0,0 1-440 0 0,1 0-96 0 0</inkml:trace>
  <inkml:trace contextRef="#ctx0" brushRef="#br0" timeOffset="91">12134 9142 5063 1988 2894,'0'-1'448'0'0,"1"0"-352"0"0,0-1-96 0 0,1 1 0 0 0,-2 0 832 0 0,1 0 160 0 0,2-2 24 0 0,1-1 8 0 0,0-1 320 0 0,1 0 64 0 0,-1 1 8 0 0,1-1 8 0 0,-1 3-336 0 0,-1-3-64 0 0,-2 4-8 0 0,2-1-8 0 0,-3 1-352 0 0,2 1-72 0 0,-2 0-8 0 0,0 0-8 0 0,0 1-288 0 0,0 2-56 0 0,0 0-16 0 0,0-3 0 0 0,0 0-80 0 0,-5 26-24 0 0,4-14 0 0 0,-2 1 0 0 0,1 2-24 0 0,-2 3-8 0 0,1 1 0 0 0,0 0 0 0 0,1 0 8 0 0,-1-1 0 0 0,0-1 0 0 0,1 0 0 0 0,-1-2-16 0 0,2-2 0 0 0,-2 0 0 0 0,0 0 0 0 0,1-2 0 0 0,-1-1-64 0 0,1 0 96 0 0,-2-2-32 0 0,2-1-64 0 0,0 1 80 0 0,-2-1-80 0 0,2-2 80 0 0,-1-1-80 0 0,2-1 0 0 0,1 1 72 0 0,-1-2-72 0 0,-1 0 0 0 0,2 0 0 0 0,-1-1 0 0 0,1-1 0 0 0,-1 0 0 0 0,1-1 0 0 0,0-1 0 0 0,1 2-96 0 0,0-4-408 0 0,-1 4-80 0 0</inkml:trace>
  <inkml:trace contextRef="#ctx0" brushRef="#br0" timeOffset="92">12398 9198 455 1915 2791,'-3'-3'0'0'0,"0"2"0"0"0,2 0 0 0 0,0 1 0 0 0,-1 0 2008 0 0,0 0 360 0 0,-1 1 64 0 0,-2 1 24 0 0,-3 2-472 0 0,-1 0-96 0 0,-3 3-24 0 0,1 2 0 0 0,1 2-704 0 0,2-2-136 0 0,2 3-32 0 0,2-2-8 0 0,1 3-576 0 0,2-1-120 0 0,2 1-16 0 0,0-1-8 0 0,3-1-160 0 0,3 0-32 0 0,1-2-8 0 0,1 0 0 0 0,4-2-64 0 0,0-1 0 0 0,0-2 0 0 0,2 0 0 0 0,0 0 0 0 0,-1-3 0 0 0,2-2 0 0 0,-1 0 0 0 0,0-2 0 0 0,-1-1 0 0 0,-1 0 0 0 0,1-1 0 0 0,-2 1 128 0 0,-1-2 0 0 0,-1-1 8 0 0,-2 0 0 0 0,-1-1-136 0 0,-2 0 80 0 0,-1 0-80 0 0,-1-3 64 0 0,-3 2 8 0 0,-2-2 0 0 0,0 0 0 0 0,-4-2 0 0 0,2 3-72 0 0,-5 0 96 0 0,1-1-96 0 0,-2 1 96 0 0,2 3-208 0 0,-2 0-40 0 0,-1 0-8 0 0,2 3 0 0 0,0-1 288 0 0,0 1 48 0 0,1 2 16 0 0,-2 0 0 0 0,3 0-192 0 0,1 1 0 0 0,-1 0 0 0 0,2 1 0 0 0,1 0-120 0 0,0 0-56 0 0,3 1-16 0 0,-1 0 0 0 0,2 1-48 0 0,2 0-16 0 0,0 1 0 0 0,2 0-8904 0 0</inkml:trace>
  <inkml:trace contextRef="#ctx0" brushRef="#br0" timeOffset="93">12782 9182 10799 1765 3116,'-2'-4'232'0'0,"2"2"56"0"0,-2 1 0 0 0,0 0 24 0 0,2 1-248 0 0,-2 0-64 0 0,0 0 0 0 0,-1 1 0 0 0,-3 2 1344 0 0,-2 1 256 0 0,-2 3 48 0 0,-1 2 16 0 0,1 1-672 0 0,2 1-136 0 0,2 3-24 0 0,1-1-8 0 0,-1 2-448 0 0,4-1-88 0 0,2 1-24 0 0,1-2 0 0 0,3 1-168 0 0,3-3-96 0 0,2 1 96 0 0,1-1-96 0 0,1-2 88 0 0,3 0-88 0 0,2-2 80 0 0,1 0-80 0 0,0-3 88 0 0,1 0-88 0 0,1-1 96 0 0,-1-3-96 0 0,2 0 64 0 0,0-2-64 0 0,-1-1 0 0 0,-1-2 0 0 0,-1 0 0 0 0,0-2 0 0 0,-1 0 0 0 0,-4-2 0 0 0,-1 2 280 0 0,-2-4 48 0 0,-1 0 16 0 0,-3 1 0 0 0,-1-4-120 0 0,-4 1-16 0 0,0-2-8 0 0,-3-1 0 0 0,-1 1-32 0 0,-2-1-8 0 0,-5 1 0 0 0,-1 3 0 0 0,-1 2-16 0 0,-1 0-8 0 0,-1 4 0 0 0,0 0 0 0 0,-1 2-136 0 0,1 2 64 0 0,1 1-64 0 0,1 0 0 0 0,1 2 0 0 0,0-1 0 0 0,1 0 0 0 0,-1 1-96 0 0,1 1-224 0 0,0-2-32 0 0,2 2-16 0 0,1-1-6560 0 0,4 1-1312 0 0</inkml:trace>
  <inkml:trace contextRef="#ctx0" brushRef="#br0" timeOffset="94">12206 10214 5063 2518 2723,'0'0'448'0'0,"-2"0"-352"0"0,2 0-96 0 0,0-2 0 0 0,0 2 744 0 0,-1-1 136 0 0,0-1 24 0 0,-2 0 8 0 0,0-1 336 0 0,1 1 64 0 0,-2-1 8 0 0,1 1 8 0 0,1 1-280 0 0,0-1-56 0 0,0 2-16 0 0,2 0 0 0 0,0 2-312 0 0,0-1-64 0 0,0 3-16 0 0,0-1 0 0 0,0 3-264 0 0,0 0-64 0 0,2 3 0 0 0,0 2-8 0 0,-2 1-16 0 0,2 0 0 0 0,1 3 0 0 0,-2 1 0 0 0,1 0-80 0 0,-2 1-24 0 0,1 5 0 0 0,-1 0 0 0 0,0 0-8 0 0,0 2-8 0 0,0 0 0 0 0,0-2 0 0 0,0-3 0 0 0,1 1 0 0 0,-1 3 0 0 0,0-1 0 0 0,1-1-16 0 0,-1-2 0 0 0,2 0 0 0 0,-1-1 0 0 0,-1-2-32 0 0,0 0-64 0 0,0-4 88 0 0,0 1-88 0 0,0-3 64 0 0,-1 0-64 0 0,1-2 0 0 0,-2 0 0 0 0,1-2 0 0 0,0-2 0 0 0,0 1 0 0 0,-1-1 0 0 0,1-2-160 0 0,0 0-32 0 0,-1-2 0 0 0,2 0-8 0 0,0-2-656 0 0,0-2-128 0 0</inkml:trace>
  <inkml:trace contextRef="#ctx0" brushRef="#br0" timeOffset="95">12146 10320 3679 2562 2856,'1'-7'160'0'0,"-1"2"40"0"0,0 1-200 0 0,0-1 0 0 0,0 1 0 0 0,1 0 0 0 0,1 0 1048 0 0,0-6 168 0 0,4-4 32 0 0,2-6 0 0 0,3-1 256 0 0,-1 0 40 0 0,3 1 16 0 0,1 4 0 0 0,0 1-464 0 0,1 1-88 0 0,0 2-16 0 0,-1 3-8 0 0,3 0-304 0 0,-4 2-56 0 0,-1 3-16 0 0,0 1 0 0 0,2 2-320 0 0,-1 2-64 0 0,0 2-8 0 0,-4 1-8 0 0,0 3-136 0 0,-2 2-72 0 0,-2 4 80 0 0,0 0-80 0 0,-4 4 0 0 0,-1 2 0 0 0,-4 2 0 0 0,-2 2 0 0 0,0 0 0 0 0,-2 1 0 0 0,-2-1 0 0 0,0 0 0 0 0,-1-3 0 0 0,0-2 0 0 0,-1-3 0 0 0,2-1 0 0 0,-1-2 0 0 0,-1 0 0 0 0,0-3 0 0 0,-1 0 0 0 0,-1 0 0 0 0,1-2 0 0 0,0 0 0 0 0,-1-1 0 0 0,2-2 0 0 0,1 2 0 0 0,-1-3 0 0 0,5 1 0 0 0,-1-4 64 0 0,2 2-64 0 0,2-2 0 0 0,2 0 0 0 0,0-2 0 0 0,1 0 0 0 0,1 0 0 0 0,1-3-6048 0 0,2 1-1224 0 0</inkml:trace>
  <inkml:trace contextRef="#ctx0" brushRef="#br0" timeOffset="96">12440 10604 5063 2498 2658,'0'-2'448'0'0,"0"1"-352"0"0,0-1-96 0 0,0 2 0 0 0,2-2 736 0 0,-1 1 136 0 0,2-1 24 0 0,-1-3 8 0 0,2-1 768 0 0,2 2 152 0 0,-1-1 32 0 0,1 1 8 0 0,-2 0-672 0 0,0 3-136 0 0,-2 1-24 0 0,1 3-8 0 0,-2 0-472 0 0,0 3-96 0 0,-1 3-16 0 0,0 1-8 0 0,-1 3-288 0 0,-1 1-56 0 0,-1 4-16 0 0,-1-1 0 0 0,0 5-8 0 0,-1-2-64 0 0,2 0 96 0 0,0-1-32 0 0,1-3-64 0 0,-3 1 0 0 0,3-1 0 0 0,-1-1 0 0 0,0-1 0 0 0,2-3 0 0 0,0 0 0 0 0,-1-3 0 0 0,2-1 96 0 0,0-2-32 0 0,0 1 0 0 0,2-2 0 0 0,-1-1 40 0 0,0-1 8 0 0,3 2 0 0 0,0-2 0 0 0,2 1 16 0 0,1-2 0 0 0,1-1 0 0 0,0-1 0 0 0,1 0 16 0 0,1 1 8 0 0,1-2 0 0 0,1 1 0 0 0,0 0 16 0 0,0-1 8 0 0,0-1 0 0 0,-1 1 0 0 0,0 1-80 0 0,-3-2-8 0 0,1 1-8 0 0,-1 0 0 0 0,2 2 32 0 0,-3-2 8 0 0,1 1 0 0 0,-1 0 0 0 0,-2 1-120 0 0,-2-1 88 0 0,1 1-88 0 0,-3-2 80 0 0,1 2-80 0 0,-1 0 0 0 0,-1-2 0 0 0,0 2 0 0 0,-1-2 0 0 0,1 1-112 0 0,-2 0 24 0 0,2 0 8 0 0,-1-1-376 0 0,1 1-80 0 0,0 1-8 0 0,1-1-9408 0 0</inkml:trace>
  <inkml:trace contextRef="#ctx0" brushRef="#br0" timeOffset="97">12888 10779 4607 2284 2608,'0'-2'408'0'0,"0"0"-328"0"0,0 1-80 0 0,-2 0 0 0 0,2 1 1184 0 0,0 0 216 0 0,0 0 40 0 0,-1 0 16 0 0,1 0 200 0 0,-2 2 40 0 0,1 2 0 0 0,1-4 8 0 0,0 0-848 0 0,0 19-176 0 0,0-10-32 0 0,0 1-8 0 0,0 0-184 0 0,1 2-40 0 0,-1-1 0 0 0,0 0-8 0 0,2 1-152 0 0,-1-1-32 0 0,-1-2-8 0 0,0 1 0 0 0,2 0-88 0 0,-2 0-24 0 0,2-2 0 0 0,0 1 0 0 0,-2-1-104 0 0,0-3 88 0 0,0 0-88 0 0,0-1 80 0 0,2 0-80 0 0,-2-2-128 0 0,2 0 32 0 0,-2-2-6088 0 0,4 1-1224 0 0</inkml:trace>
  <inkml:trace contextRef="#ctx0" brushRef="#br0" timeOffset="98">12975 10870 7831 2197 2488,'-1'1'696'0'0,"0"1"-560"0"0,1 1-136 0 0,0-2 0 0 0,0 0 1144 0 0,0 1 200 0 0,1 3 32 0 0,0 3 16 0 0,3 2-88 0 0,2 0-24 0 0,2-1 0 0 0,0-1 0 0 0,3-2-624 0 0,0-2-128 0 0,0 0-24 0 0,2-3-8 0 0,0-1-232 0 0,1-2-40 0 0,-1-1-16 0 0,-2-2 0 0 0,0-2-96 0 0,-3 1-16 0 0,0 0-8 0 0,-4 0 0 0 0,0 0 8 0 0,-4 0 8 0 0,0 1 0 0 0,-1-1 0 0 0,-3 1 24 0 0,-4-3 0 0 0,2 3 0 0 0,-2-1 0 0 0,-1-1-16 0 0,-1 3 0 0 0,2-1 0 0 0,-1 2 0 0 0,1-1-112 0 0,0 2 88 0 0,0 1-88 0 0,1 0 80 0 0,1 1-80 0 0,0 1 0 0 0,1 0 0 0 0,1 1 0 0 0,0-1-72 0 0,3 1-32 0 0,0 0-8 0 0,-1 0 0 0 0,4 1-472 0 0,0 1-96 0 0</inkml:trace>
  <inkml:trace contextRef="#ctx0" brushRef="#br0" timeOffset="99">13197 10858 10591 2366 2848,'-3'6'472'0'0,"2"-4"96"0"0,1 2-456 0 0,0-2-112 0 0,1 2 0 0 0,0-2 0 0 0,1 2 880 0 0,0 1 152 0 0,4 2 32 0 0,0 4 8 0 0,5 1-136 0 0,1-1-24 0 0,-1-2-8 0 0,1-1 0 0 0,2-2-384 0 0,-4-1-72 0 0,3-3-24 0 0,-1 1 0 0 0,-1-2-104 0 0,1-1-16 0 0,-1-1-8 0 0,-2-3 0 0 0,-1 2-104 0 0,-3-3-16 0 0,-1 0-8 0 0,-1 0 0 0 0,-3 0 16 0 0,-2-2 0 0 0,0-1 0 0 0,-1 0 0 0 0,-2 0-48 0 0,0 0-8 0 0,-2-1 0 0 0,-1-2 0 0 0,0 2-40 0 0,-2 0-16 0 0,1 2 0 0 0,0-1 0 0 0,0 2-72 0 0,-1 1 0 0 0,1 1 72 0 0,1 2-72 0 0,0 1 0 0 0,1 1 0 0 0,1 0 0 0 0,0 1 0 0 0,2 0-104 0 0,0 0-32 0 0,0 3-8 0 0,0-2 0 0 0,2 2-128 0 0,-1-1-24 0 0,1 2-8 0 0,0-1-9096 0 0</inkml:trace>
  <inkml:trace contextRef="#ctx0" brushRef="#br0" timeOffset="100">10594 9074 2303 2305 3291,'0'-3'200'0'0,"0"2"-200"0"0,0-1 0 0 0,0 2 0 0 0,1-2 480 0 0,-1 1 48 0 0,2 1 16 0 0,-1-1 0 0 0,0-1 320 0 0,1-2 72 0 0,-1 2 16 0 0,1-1 0 0 0,-1 2 64 0 0,-1 0 8 0 0,0 0 8 0 0,-1-1 0 0 0,-1 2-240 0 0,-2 2-56 0 0,-3-2 0 0 0,1 2-8 0 0,-4-1-328 0 0,1 3-64 0 0,-1 0-16 0 0,2-1 0 0 0,-1 3-184 0 0,-1 0-40 0 0,0-1 0 0 0,1 0-8 0 0,3 1-88 0 0,-2 0 80 0 0,5 0-80 0 0,-1-1 80 0 0,2 0 8 0 0,1-1 0 0 0,1 1 0 0 0,1 0 0 0 0,1-1 80 0 0,2 1 24 0 0,-1 0 0 0 0,3-2 0 0 0,0 2 72 0 0,-1 0 24 0 0,1-2 0 0 0,2 2 0 0 0,0-1-32 0 0,-1 0-8 0 0,1 1 0 0 0,2 1 0 0 0,-1-1-72 0 0,-1-1-16 0 0,1 1 0 0 0,0 1 0 0 0,1 0-64 0 0,-3-1-24 0 0,2-1 0 0 0,-2 1 0 0 0,-1 1-72 0 0,-2-3 64 0 0,0 3-64 0 0,-1-2 64 0 0,-1 1-64 0 0,-2-1 0 0 0,0 1 0 0 0,0 0 0 0 0,0 0 0 0 0,-5 0 0 0 0,2-1 0 0 0,-2 2 0 0 0,0 0 0 0 0,0-2 0 0 0,-1 1 0 0 0,0 0 0 0 0,3-2 0 0 0,-2 0 0 0 0,2-1 0 0 0,-1 0 0 0 0,-2-2 0 0 0,1 0 0 0 0,0 0 0 0 0,-2-3 0 0 0,2-1 0 0 0,-2 1 0 0 0,1-2 0 0 0,-2 0 0 0 0,1 0 0 0 0,-1 0 0 0 0,1-1 0 0 0,2 0 0 0 0,0-1 0 0 0,1 1 0 0 0,1 0 0 0 0,2 1 0 0 0,-1 0 0 0 0,4-1 0 0 0,0 0 64 0 0,2-1-64 0 0,1-2 0 0 0,3 2 0 0 0,2-1 0 0 0,1 1 0 0 0,1-1 0 0 0,0 0 0 0 0,1 0 0 0 0,-1-1 64 0 0,0 2-64 0 0,-1 0 64 0 0,0 0-64 0 0,0-1 64 0 0,-2 0-64 0 0,0 1 0 0 0,-3 2 0 0 0,0-1 0 0 0,-1 1 0 0 0,-2-1 0 0 0,-1 1 0 0 0,0 1 0 0 0,-2 2 0 0 0,0-3 0 0 0,-2 1 0 0 0,0-1 0 0 0,-2 2 0 0 0,0-1 0 0 0,-2 1 0 0 0,1 0 0 0 0,-2 1 0 0 0,0 0 0 0 0,1 2 0 0 0,-1 0 0 0 0,3 2-160 0 0,-1-1-56 0 0,0 1-8 0 0,1 2-5496 0 0,0 1-1096 0 0</inkml:trace>
  <inkml:trace contextRef="#ctx0" brushRef="#br0" timeOffset="101">10750 9114 6447 2251 3211,'-3'3'288'0'0,"2"-2"56"0"0,0 2-280 0 0,0-2-64 0 0,1 0 0 0 0,0 0 0 0 0,0 2 1096 0 0,0 1 208 0 0,0 2 40 0 0,2 4 0 0 0,1 1 24 0 0,2-1 0 0 0,4 0 0 0 0,-2-1 0 0 0,1-1-448 0 0,2-1-88 0 0,0-1-24 0 0,3-3 0 0 0,-1 1-384 0 0,-2-3-72 0 0,1-1-24 0 0,-2-1 0 0 0,-1 0-200 0 0,0-4-32 0 0,-2 0-16 0 0,0-1 0 0 0,-2 2-80 0 0,-1-3 64 0 0,-2 0-64 0 0,-1-3 64 0 0,-1 2-64 0 0,-2-2 80 0 0,-1 3-80 0 0,-2-3 80 0 0,0 0-80 0 0,-3 1 64 0 0,-2 0-64 0 0,0-1 64 0 0,2 2-64 0 0,-1 2 0 0 0,0-1 72 0 0,-1-1-72 0 0,-1 3 0 0 0,3 1 0 0 0,2 1 0 0 0,0 2 0 0 0,-1-1 0 0 0,-2 4 0 0 0,-2 0 0 0 0,1 3 0 0 0,0 1 0 0 0,3 0-104 0 0,-1 3 24 0 0,1-2 8 0 0,4 2-296 0 0,0 2-56 0 0</inkml:trace>
  <inkml:trace contextRef="#ctx0" brushRef="#br0" timeOffset="102">10043 10716 7367 2493 2926,'0'-1'656'0'0,"0"0"-528"0"0,0 1-128 0 0,0 0 0 0 0,0 0 816 0 0,0 0 136 0 0,1 0 24 0 0,-1 0 8 0 0,2 0 104 0 0,-2 0 16 0 0,2 4 8 0 0,-2-4 0 0 0,0 0-344 0 0,0 0-72 0 0,0 26-16 0 0,0-17 0 0 0,-2 0-184 0 0,0 3-40 0 0,0 1-8 0 0,-2 0 0 0 0,0 0-160 0 0,1 1-32 0 0,-1 3 0 0 0,-1-2-8 0 0,2 2-88 0 0,1-1-8 0 0,0 2-8 0 0,0 1 0 0 0,2 0-48 0 0,-2-1 0 0 0,1-5-8 0 0,1 2 0 0 0,0-1-88 0 0,0-1 96 0 0,0 0-96 0 0,0-2 96 0 0,0-1-96 0 0,0 0 64 0 0,0-2-64 0 0,0 0 64 0 0,0-2-64 0 0,-1-1 0 0 0,-1-2 0 0 0,1 0 0 0 0,1 0 0 0 0,-1-3 0 0 0,1 1 0 0 0,-2-2 0 0 0,1-2-528 0 0,1 0-96 0 0,-2 0-16 0 0,1-2-8032 0 0</inkml:trace>
  <inkml:trace contextRef="#ctx0" brushRef="#br0" timeOffset="103">9983 10827 4607 2433 2976,'1'-17'200'0'0,"1"8"48"0"0,0 0-248 0 0,0 1 0 0 0,0 4 0 0 0,-2-1 0 0 0,4 0 1144 0 0,0-8 176 0 0,6-3 40 0 0,1-5 8 0 0,3-1 264 0 0,1 4 64 0 0,0 3 0 0 0,-2 1 8 0 0,1 5-648 0 0,-2 2-128 0 0,1 4-24 0 0,-3 0-8 0 0,0 3-432 0 0,-2 3-88 0 0,-3 1-24 0 0,-1 3 0 0 0,0 0-280 0 0,-4 3-72 0 0,0 1 0 0 0,-2 2 0 0 0,1 1 0 0 0,-3-1 64 0 0,2 3-64 0 0,-2-2 64 0 0,0-1-64 0 0,0-1 0 0 0,-2-1-96 0 0,1-1 96 0 0,-2 1-256 0 0,-1-2 16 0 0,1-2 0 0 0,-1 0 0 0 0,2-3 32 0 0,-1 1 8 0 0,-1-2 0 0 0,0 2 0 0 0,3-2 136 0 0,-2 0 64 0 0,0 0-64 0 0,1 0 64 0 0,-1-1-144 0 0,3 0 16 0 0,0 2 0 0 0,0-2 0 0 0,3 1-512 0 0,0 0-96 0 0</inkml:trace>
  <inkml:trace contextRef="#ctx0" brushRef="#br0" timeOffset="104">10220 10924 10591 2512 3023,'2'-4'472'0'0,"-2"1"96"0"0,0 1-456 0 0,0 0-112 0 0,0 1 0 0 0,0 1 0 0 0,0 0 1072 0 0,2 0 192 0 0,0 1 40 0 0,-1 2 8 0 0,2 1-304 0 0,-3-4-56 0 0,0 0-16 0 0,0 28 0 0 0,-3-15-504 0 0,0 2-104 0 0,-1 0-16 0 0,0 1-8 0 0,0 1-208 0 0,-2 1-96 0 0,2 1 80 0 0,1-2-80 0 0,1 0 0 0 0,-1-3 0 0 0,2 1 0 0 0,-1-5 0 0 0,2 1 0 0 0,-1-4 0 0 0,1 0 0 0 0,0-2 0 0 0,1-1 80 0 0,1 0-80 0 0,-1-1 80 0 0,3-3-80 0 0,0 0 208 0 0,1 0-8 0 0,4-3 0 0 0,-1 1 0 0 0,1-2-40 0 0,1 0 0 0 0,2-3-8 0 0,1 3 0 0 0,-3 0-24 0 0,2 1 0 0 0,-1 1 0 0 0,-1 0 0 0 0,1 1 0 0 0,-1 1 0 0 0,-1-1 0 0 0,0 1 0 0 0,-1 0 0 0 0,0 1-8 0 0,-1-1 0 0 0,-2 0 0 0 0,1 0-48 0 0,-2 0-8 0 0,-2 0 0 0 0,1 0 0 0 0,0 1-64 0 0,-1-1 0 0 0,0 0 0 0 0,-2 2 0 0 0,1-2 0 0 0,-2 0 0 0 0,1 0-80 0 0,-2 0 80 0 0,2 0-328 0 0,-1 0-24 0 0,0 0 0 0 0,-1-2-6184 0 0,2 2-1240 0 0</inkml:trace>
  <inkml:trace contextRef="#ctx0" brushRef="#br0" timeOffset="105">10602 11023 5527 2356 2931,'0'-1'488'0'0,"0"1"-392"0"0,-1 0-96 0 0,1 0 0 0 0,-2 0 1256 0 0,1 0 232 0 0,-2 1 48 0 0,-1 0 0 0 0,-2 2-448 0 0,-1-1-96 0 0,3 3-24 0 0,-2-2 0 0 0,0 2-384 0 0,2 1-72 0 0,0 0-24 0 0,0-1 0 0 0,3 1-48 0 0,-2-1-16 0 0,2 3 0 0 0,1-3 0 0 0,0 1-88 0 0,1 0-16 0 0,1 0-8 0 0,0 0 0 0 0,1 0-56 0 0,0 0 0 0 0,1 0-8 0 0,1-2 0 0 0,-1 2-56 0 0,1-1 0 0 0,0 1-8 0 0,2 0 0 0 0,-2-1-88 0 0,2 0-8 0 0,1 3-8 0 0,0-3 0 0 0,-1 1-16 0 0,1 0 0 0 0,1 2 0 0 0,0-3 0 0 0,-1 3 0 0 0,1-3-64 0 0,-1 2 96 0 0,-3-1-32 0 0,2 1-64 0 0,-3-1 0 0 0,-1-1 0 0 0,0 1 64 0 0,0-2-64 0 0,-3 1 0 0 0,-2 1 0 0 0,2 1 0 0 0,-2-3 0 0 0,-3-1 0 0 0,1 0 0 0 0,-2 0 0 0 0,2-1-64 0 0,-2 0 64 0 0,-1 0-80 0 0,0-2 80 0 0,0 1-80 0 0,-1-2 80 0 0,2 1-80 0 0,-2-1 80 0 0,1-2 0 0 0,1 1 0 0 0,-1 0 0 0 0,0-2 0 0 0,0 1 0 0 0,2-1 0 0 0,1-2 0 0 0,0 1 0 0 0,3 0 0 0 0,-1-1 0 0 0,1-1 0 0 0,1 0 0 0 0,3-1 0 0 0,-1-1 96 0 0,1 1-32 0 0,2 0-64 0 0,1 0 88 0 0,2-2-88 0 0,0 0 80 0 0,0 2-80 0 0,0 3 0 0 0,0-3 0 0 0,1 2 0 0 0,0 0 0 0 0,-2 2 0 0 0,-1-1-64 0 0,-1 3 64 0 0,-1-2 0 0 0,-1 2 0 0 0,-2-1 0 0 0,0 0 0 0 0,-1 0 0 0 0,-1 0 0 0 0,0-1 0 0 0,-2 1 96 0 0,0-1-24 0 0,1 0-72 0 0,-4 1 0 0 0,2 1 0 0 0,-1 1 0 0 0,1 0 0 0 0,0-1 0 0 0,0 4 0 0 0,-2-2 0 0 0,4 1 0 0 0,-1 0-112 0 0,2-1 40 0 0,1 1 8 0 0,0 1-408 0 0,1 0-72 0 0,3 0-24 0 0,0-1-8272 0 0</inkml:trace>
  <inkml:trace contextRef="#ctx0" brushRef="#br0" timeOffset="106">10767 11113 4143 2387 2855,'-2'2'184'0'0,"0"-1"40"0"0,2 1-224 0 0,0-1 0 0 0,0 0 0 0 0,0 0 0 0 0,0 2 1376 0 0,0 1 224 0 0,0 3 56 0 0,2 4 8 0 0,0 1 248 0 0,4-2 48 0 0,1 1 16 0 0,-1-3 0 0 0,2 2-984 0 0,2-3-192 0 0,1 0-32 0 0,-1-3-16 0 0,2 1-392 0 0,0-2-72 0 0,1-2-24 0 0,2-2 0 0 0,-2-2-80 0 0,1 1-24 0 0,-1-3 0 0 0,-3 0 0 0 0,2 0 0 0 0,-3-1-8 0 0,-1-3 0 0 0,-3 1 0 0 0,-1 0-8 0 0,-3 0 0 0 0,1 1 0 0 0,-4-2 0 0 0,0 1-24 0 0,-2-1-8 0 0,-2-1 0 0 0,-2 0 0 0 0,1 2-112 0 0,-1 1 72 0 0,-2 2-72 0 0,1 0 64 0 0,-2 2-64 0 0,0 1 0 0 0,0 1 0 0 0,3 1 64 0 0,-5 0-64 0 0,3 0 0 0 0,-1 1 0 0 0,0 0 0 0 0,4 0-96 0 0,-1 1-32 0 0,2-1 0 0 0,3-1-8 0 0,2 1-184 0 0,2 0-32 0 0,2-1 0 0 0,3-1-6144 0 0,0-1-1216 0 0</inkml:trace>
  <inkml:trace contextRef="#ctx0" brushRef="#br0" timeOffset="107">9692 11419 5983 2612 3055,'2'-2'536'0'0,"-1"2"-432"0"0,0-2-104 0 0,1 1 0 0 0,-1 1 864 0 0,2-1 160 0 0,2-3 24 0 0,3 1 8 0 0,3-3 176 0 0,2 0 40 0 0,0 1 8 0 0,-1 0 0 0 0,0 3-496 0 0,1-2-96 0 0,-3 2-16 0 0,-1 1-8 0 0,1 1-272 0 0,-2 0-48 0 0,0 0-16 0 0,-3 0 0 0 0,-1 1-112 0 0,-2 0-24 0 0,-2 2-8 0 0,0-2 0 0 0,-2 1 8 0 0,0 1 0 0 0,0 2 0 0 0,0 1 0 0 0,-3 1-56 0 0,1 2-8 0 0,2 0 0 0 0,-2 2 0 0 0,0 1-40 0 0,0-1-16 0 0,0 5 0 0 0,-2-2 0 0 0,1 1 24 0 0,-1 0 0 0 0,2 1 0 0 0,0-2 0 0 0,2 0-24 0 0,0-1 0 0 0,0 0 0 0 0,1-1 0 0 0,1-2-72 0 0,-2 0 80 0 0,2-2-80 0 0,-1-1 80 0 0,1 1-80 0 0,-1-1 0 0 0,-1-2 0 0 0,1 0 0 0 0,0-2 0 0 0,-2 1-112 0 0,2 1 24 0 0,-1-4-9072 0 0</inkml:trace>
  <inkml:trace contextRef="#ctx0" brushRef="#br0" timeOffset="108">9706 11545 5983 2580 3018,'0'-4'264'0'0,"0"3"56"0"0,1 0-256 0 0,0 0-64 0 0,1-1 0 0 0,-1 2 0 0 0,2-2 1072 0 0,2 1 200 0 0,3-1 40 0 0,2 0 0 0 0,3-2 64 0 0,0 3 16 0 0,2-2 0 0 0,-2 2 0 0 0,0 1-600 0 0,-1 0-120 0 0,-1 0-32 0 0,1 0 0 0 0,-2 1-392 0 0,-2 0-88 0 0,1-1-8 0 0,-3 2-8 0 0,2-2-600 0 0,-2 0-120 0 0</inkml:trace>
  <inkml:trace contextRef="#ctx0" brushRef="#br0" timeOffset="109">10002 11443 9215 2625 3087,'-6'5'408'0'0,"2"-3"80"0"0,2 2-392 0 0,-1-2-96 0 0,2 1 0 0 0,-1-1 0 0 0,1 3 864 0 0,-2 1 144 0 0,2 5 32 0 0,-2 2 8 0 0,3 3 40 0 0,3-2 16 0 0,2 0 0 0 0,3-3 0 0 0,0-2-448 0 0,5-2-88 0 0,0-1-24 0 0,0-2 0 0 0,2-3-192 0 0,1-1-32 0 0,0-3-16 0 0,0-1 0 0 0,0-1-136 0 0,0-1-24 0 0,-3-1-8 0 0,0 0 0 0 0,-5 1-40 0 0,1-2-16 0 0,-4 1 0 0 0,-2-2 0 0 0,-2 1-80 0 0,-2-1 80 0 0,-2-1-80 0 0,-1 1 80 0 0,-1-2-80 0 0,-2 2 80 0 0,1 1-80 0 0,-4-2 80 0 0,1 1-80 0 0,-2 0-136 0 0,0 4 32 0 0,0 1 8 0 0,1 0 96 0 0,-2 4 0 0 0,3 2 0 0 0,-2-1 0 0 0,3 2-352 0 0,0-1-128 0 0,0 3-32 0 0,1 3-8224 0 0</inkml:trace>
  <inkml:trace contextRef="#ctx0" brushRef="#br0" timeOffset="110">9524 12352 1375 2730 2677,'-2'-5'128'0'0,"-1"3"-128"0"0,2 0 0 0 0,-1-1 0 0 0,1 2 1928 0 0,1 1 368 0 0,-2 0 72 0 0,2 0 8 0 0,-2 0-528 0 0,0 1-112 0 0,0 0-16 0 0,0 2-8 0 0,2 2-696 0 0,-2 0-144 0 0,2 4-24 0 0,0-3-8 0 0,0-3-376 0 0,0 2-80 0 0,0 2-8 0 0,0 4-8 0 0,0 4-240 0 0,-2 1-40 0 0,1 4-16 0 0,0 0 0 0 0,-1-2 48 0 0,0 2 8 0 0,-1 2 0 0 0,1-1 0 0 0,-1-3-128 0 0,0 2 0 0 0,1-2 0 0 0,-1-1 0 0 0,0 0 144 0 0,1-5 8 0 0,-1 1 0 0 0,2-3 0 0 0,-2-1-152 0 0,0 0 0 0 0,1-1 0 0 0,-1 0 0 0 0,-1 1 0 0 0,2-3 0 0 0,0-2 0 0 0,0-1 0 0 0,0 0-320 0 0,0-1-48 0 0,2-1-8 0 0,0-2-8888 0 0</inkml:trace>
  <inkml:trace contextRef="#ctx0" brushRef="#br0" timeOffset="111">9475 12442 7831 2769 2694,'-1'-19'168'0'0,"1"8"40"0"0,0 1 8 0 0,0 1 8 0 0,1 3-224 0 0,0 2 0 0 0,1-3 0 0 0,2-4 0 0 0,1-2 1712 0 0,4-6 304 0 0,4-1 56 0 0,0 1 8 0 0,1 5-864 0 0,2 4-184 0 0,1 0-32 0 0,-2 4-8 0 0,1 5-488 0 0,-1 2-104 0 0,0 2-16 0 0,-2 1-8 0 0,-2 1-216 0 0,-2 2-48 0 0,-3 1-8 0 0,-2 1 0 0 0,0 1-104 0 0,-4 0 0 0 0,-4 1 0 0 0,0 1 0 0 0,-2 4 0 0 0,-3-2 0 0 0,-1 0 0 0 0,1-1 0 0 0,1-5 0 0 0,-2 3 0 0 0,0 0 0 0 0,-3-1-80 0 0,-1 0 80 0 0,-1 0 0 0 0,3-2 0 0 0,2-2-64 0 0,2 0 64 0 0,0-1 0 0 0,-1-1 0 0 0,0-2 0 0 0,0 3-256 0 0,1-3-40 0 0,3 1-8 0 0,1 0 0 0 0,1 0-624 0 0,2 1-128 0 0</inkml:trace>
  <inkml:trace contextRef="#ctx0" brushRef="#br0" timeOffset="112">9648 12589 11519 2631 2448,'-1'-1'1024'0'0,"0"0"-824"0"0,1 0-200 0 0,0 1 0 0 0,1 0 1024 0 0,0 0 168 0 0,-1 0 32 0 0,2 0 8 0 0,2 2-208 0 0,-2 4-48 0 0,2 2-8 0 0,-1 3 0 0 0,0 0-536 0 0,-3 2-112 0 0,-2 1-16 0 0,0 1-8 0 0,-2 1-136 0 0,-2 0-32 0 0,0-1-8 0 0,0-2 0 0 0,1 0-56 0 0,1-1 0 0 0,0-2-64 0 0,2-1 96 0 0,0 0-96 0 0,0-1 64 0 0,2-1-64 0 0,0-1 0 0 0,0-1 0 0 0,0-1 0 0 0,2-1 0 0 0,0 0 0 0 0,0-1 136 0 0,2-1 8 0 0,0-1 0 0 0,1 2 0 0 0,2-2-32 0 0,1 0-8 0 0,1-2 0 0 0,0 0 0 0 0,3 1 16 0 0,-1-2 0 0 0,0 2 0 0 0,1-1 0 0 0,-2 0 0 0 0,2 0 0 0 0,-1 1 0 0 0,-1 0 0 0 0,0 0-32 0 0,0 0-8 0 0,-3 0 0 0 0,1-1 0 0 0,-2 2 16 0 0,-1 0 0 0 0,-1 0 0 0 0,0-1 0 0 0,0-2-96 0 0,-1 3 0 0 0,-2 0 0 0 0,-1 0 0 0 0,0 0 0 0 0,0 0-112 0 0,-1-2 16 0 0,1 0 0 0 0,1-1-480 0 0,1 1-96 0 0</inkml:trace>
  <inkml:trace contextRef="#ctx0" brushRef="#br0" timeOffset="113">9940 12677 11975 2633 2402,'-1'-5'528'0'0,"1"3"112"0"0,0 0-512 0 0,1 1-128 0 0,1 0 0 0 0,-1 0 0 0 0,2 0 832 0 0,1-1 128 0 0,5-2 32 0 0,3-2 8 0 0,4 1-200 0 0,2 0-48 0 0,-1 1-8 0 0,0-1 0 0 0,0 1-352 0 0,-2 0-72 0 0,0 4-8 0 0,-3-3-8 0 0,-2-1-80 0 0,0 2-24 0 0,-3 2 0 0 0,-2 0 0 0 0,-1-1-8 0 0,-3 1-8 0 0,1 1 0 0 0,-4 1 0 0 0,4-1-48 0 0,-4 1-8 0 0,0 3 0 0 0,-1 0 0 0 0,-1 2-32 0 0,0 0-16 0 0,-1 0 0 0 0,-1 0 0 0 0,3 0-80 0 0,-1 2 80 0 0,-2-2-80 0 0,0 3 80 0 0,3-2-80 0 0,-3 2 0 0 0,2-1 0 0 0,-1 2 64 0 0,1-2-64 0 0,0 1 80 0 0,0 0-80 0 0,1 1 80 0 0,0 0-8 0 0,1 0 0 0 0,0 0 0 0 0,0 1 0 0 0,0 0-72 0 0,2-3 80 0 0,0 0-80 0 0,-2 1 80 0 0,-1 1-80 0 0,0-1 0 0 0,1 0 0 0 0,-1 0 0 0 0,1 0 0 0 0,-2 1 0 0 0,1-1 0 0 0,0-2 0 0 0,1-1-144 0 0,0-1-48 0 0,1-2 0 0 0,1-2-9496 0 0</inkml:trace>
  <inkml:trace contextRef="#ctx0" brushRef="#br0" timeOffset="114">9975 12801 919 2780 3047,'-4'-1'80'0'0,"2"-1"-80"0"0,0 1 0 0 0,1 0 0 0 0,1-1 2112 0 0,0 2 416 0 0,0 0 72 0 0,1-2 24 0 0,3 0-480 0 0,0-1-88 0 0,4 0-16 0 0,1 1-8 0 0,1-1-1016 0 0,3 2-208 0 0,-1-1-40 0 0,1 0 0 0 0,1 2-480 0 0,-2-2-88 0 0,-1 4-16 0 0,-1-2-8 0 0,-1 0-112 0 0,-1 0-64 0 0,-1 2 64 0 0,-1-2-64 0 0,-1 1-128 0 0,2 0-64 0 0,-2 2-16 0 0,4-1-8992 0 0</inkml:trace>
  <inkml:trace contextRef="#ctx0" brushRef="#br0" timeOffset="115">10253 12754 14279 2493 2390,'-3'0'1272'0'0,"0"2"-1016"0"0,2 0-256 0 0,0-1 0 0 0,-1 1 640 0 0,1 1 88 0 0,-2 3 8 0 0,-1 2 8 0 0,0 3 120 0 0,3 2 16 0 0,4-3 8 0 0,1 1 0 0 0,4-3-568 0 0,1-1-120 0 0,2-1-16 0 0,0-2-8 0 0,2-2-48 0 0,1-1 0 0 0,0-2-8 0 0,1 0 0 0 0,0-3-40 0 0,0-1-8 0 0,1-2 0 0 0,-2-1 0 0 0,-1 0-72 0 0,-3 0-88 0 0,0 0 24 0 0,-4-1 0 0 0,0 1 304 0 0,-3 0 64 0 0,-3-1 16 0 0,0 1 0 0 0,-4 0-192 0 0,-2-2-32 0 0,1 1 0 0 0,-3 0-8 0 0,0 1-24 0 0,-1 1 0 0 0,1 3 0 0 0,-3 1 0 0 0,0 2-64 0 0,-1 2 80 0 0,1 1-80 0 0,0 0 80 0 0,3-1-80 0 0,-2 4 0 0 0,2-1 0 0 0,0-1 64 0 0,4 0-224 0 0,0-1-56 0 0,1-1-8 0 0,2 0-6496 0 0,1-2-1312 0 0</inkml:trace>
  <inkml:trace contextRef="#ctx0" brushRef="#br0" timeOffset="116">6850 5826 20271 3144 2584,'-30'-16'1800'0'0,"6"6"-1440"0"0,8 7-288 0 0,9 4-72 0 0,1 2 0 0 0,-2-2-112 0 0,-11-3 24 0 0,-10-3 8 0 0,-4-1-864 0 0,-3 1-176 0 0,6 4-32 0 0,11 2 0 0 0,9 3-328 0 0,9 1-64 0 0,6 0-16 0 0,7 5-3912 0 0</inkml:trace>
  <inkml:trace contextRef="#ctx0" brushRef="#br0" timeOffset="117">5847 7775 2759 3677 3400,'4'-15'248'0'0,"0"4"-248"0"0,0 3 0 0 0,0 2 0 0 0,1 2 496 0 0,-1 2 48 0 0,0 0 16 0 0,5-4 0 0 0,4-1-272 0 0,4-5-64 0 0,4-1 0 0 0,1-1-8 0 0,2 1-128 0 0,1 0-24 0 0,2 0-64 0 0,0 0 96 0 0,-1 0-32 0 0,-2 1 0 0 0,0 2-64 0 0,-3 0 96 0 0,0 2-96 0 0,-5 2 0 0 0,-4 0-72 0 0,0 1 72 0 0,1 0-128 0 0,0-2 32 0 0,1 3 0 0 0,-3-1 0 0 0,-3 1-736 0 0,1 2-136 0 0,1-1-32 0 0,1-2-8 0 0,3 0 792 0 0,-2-2 216 0 0</inkml:trace>
  <inkml:trace contextRef="#ctx0" brushRef="#br0" timeOffset="118">6648 7313 8751 3726 3600,'1'-2'384'0'0,"-1"0"88"0"0,0-1-376 0 0,0 0-96 0 0,1 3 0 0 0,1-1 0 0 0,2-1 240 0 0,1-2 32 0 0,3-2 8 0 0,7-3 0 0 0,2-2-120 0 0,2-1-16 0 0,2 1-8 0 0,1-1 0 0 0,-1 0-136 0 0,0 0 0 0 0,0 0-88 0 0,1 2 88 0 0,-1-1-64 0 0,2 0 64 0 0,-2 1 0 0 0,2 1 0 0 0,-3-1-384 0 0,0 0-16 0 0,0 1-8 0 0,-2 2-3640 0 0</inkml:trace>
  <inkml:trace contextRef="#ctx0" brushRef="#br0" timeOffset="119">7596 6836 5527 3673 3769,'0'-4'488'0'0,"0"2"-392"0"0,1 1-96 0 0,1 1 0 0 0,-1 0 448 0 0,0-2 72 0 0,3 0 16 0 0,2-1 0 0 0,4-2-248 0 0,3-1-56 0 0,1-1-8 0 0,3 1 0 0 0,0 0-128 0 0,1 0-24 0 0,1-1-8 0 0,1 0 0 0 0,-1-1-64 0 0,0 0 0 0 0,0-2 0 0 0,-1 1 0 0 0,1 0-136 0 0,0 1-24 0 0,0 1 0 0 0,-1 0 0 0 0,0 1-384 0 0,-1 0-72 0 0,0 0-24 0 0,0 2-2224 0 0</inkml:trace>
  <inkml:trace contextRef="#ctx0" brushRef="#br0" timeOffset="120">8539 6415 10591 3363 3673,'5'-13'472'0'0,"-1"5"96"0"0,0 0-456 0 0,2 2-112 0 0,-1 2 0 0 0,-1 4 0 0 0,3-3 264 0 0,2-3 32 0 0,8-2 8 0 0,5-2 0 0 0,5-1-240 0 0,2 0-64 0 0,0 2 0 0 0,-1-2 0 0 0,-4 2-112 0 0,2-2-56 0 0,-2 3-16 0 0,-1-1-4840 0 0</inkml:trace>
  <inkml:trace contextRef="#ctx0" brushRef="#br0" timeOffset="121">9587 5915 5527 3631 4055,'13'-16'488'0'0,"-4"4"-392"0"0,0 1-96 0 0,-1 4 0 0 0,0 3 784 0 0,-4 1 136 0 0,5 0 24 0 0,4-4 8 0 0,7-4-472 0 0,5-2-88 0 0,3 0-16 0 0,-1 1-8 0 0,0 2-368 0 0,-3 0 0 0 0,-3 0 0 0 0,-1 2 0 0 0,-1 1-640 0 0,-1-1-80 0 0</inkml:trace>
  <inkml:trace contextRef="#ctx0" brushRef="#br0" timeOffset="122">10528 5492 8751 3255 3897,'10'-15'384'0'0,"-4"3"88"0"0,1 3-376 0 0,0 2-96 0 0,-2 3 0 0 0,-1 2 0 0 0,2-2 432 0 0,7-3 72 0 0,5-3 8 0 0,9-4 8 0 0,4-1-352 0 0,0 3-72 0 0,0 0-8 0 0,-2 1-8 0 0,-2 3-600 0 0,-2 0-120 0 0,-2 3-32 0 0,-5-5 0 0 0</inkml:trace>
  <inkml:trace contextRef="#ctx0" brushRef="#br0" timeOffset="123">11305 5091 3223 3194 4047,'4'-6'288'0'0,"0"2"-288"0"0,-3 1 0 0 0,-1 3 0 0 0,0-2 752 0 0,1-2 96 0 0,1-1 16 0 0,2-5 8 0 0,3-3 424 0 0,-1-2 80 0 0,2-3 24 0 0,2 1 0 0 0,-1 1-472 0 0,1 2-96 0 0,0 1-24 0 0,1 2 0 0 0,2 2-552 0 0,1 0-104 0 0,2 2-24 0 0,1 2-8 0 0,0-1-392 0 0,1 1-80 0 0,3-1-8 0 0,0 0-8 0 0,3 0-816 0 0,3-1-160 0 0,-1-1-32 0 0,2-2-3200 0 0</inkml:trace>
  <inkml:trace contextRef="#ctx0" brushRef="#br0" timeOffset="124">5234 6356 4143 2919 3661,'4'-13'368'0'0,"-2"4"-296"0"0,4 2-72 0 0,-2 3 0 0 0,0 1 464 0 0,0 1 80 0 0,2-2 8 0 0,5 0 8 0 0,5-3 120 0 0,5-4 24 0 0,6 0 8 0 0,2-1 0 0 0,1 3-456 0 0,-1-2-96 0 0,2 2-24 0 0,-2-1 0 0 0,2 1-136 0 0,0-2 0 0 0,-2 3-88 0 0,0-1 88 0 0,2 0-240 0 0,-4 0 8 0 0,-2 2 0 0 0,-1-1-2312 0 0,0 2-464 0 0</inkml:trace>
  <inkml:trace contextRef="#ctx0" brushRef="#br0" timeOffset="125">6311 5876 7831 2750 3755,'2'-8'696'0'0,"-1"2"-560"0"0,1 3-136 0 0,-1 3 0 0 0,2 0 688 0 0,1-2 112 0 0,2-3 16 0 0,4-1 8 0 0,3-3-472 0 0,4 0-96 0 0,1 0-24 0 0,0 3 0 0 0,2-1-232 0 0,-1 1 0 0 0,1-1 0 0 0,-3 2-80 0 0,1 0-376 0 0,-1 0-80 0 0,1 2-8 0 0,-1-2-2528 0 0,0 0-512 0 0</inkml:trace>
  <inkml:trace contextRef="#ctx0" brushRef="#br0" timeOffset="126">7288 5529 7367 2541 3676,'6'-6'320'0'0,"-2"1"80"0"0,2 1-320 0 0,-1 1-80 0 0,-1 3 0 0 0,-1-2 0 0 0,2 1 0 0 0,3-2 0 0 0,6 0 0 0 0,6-3 64 0 0,2-1-576 0 0,3-1-128 0 0,1 1-16 0 0,2-2-8 0 0,-1 0 568 0 0,-2 0 96 0 0</inkml:trace>
  <inkml:trace contextRef="#ctx0" brushRef="#br0" timeOffset="127">8355 5155 9671 2273 3850,'4'-4'864'0'0,"0"0"-696"0"0,0 1-168 0 0,0 3 0 0 0,1 0 432 0 0,-1-2 48 0 0,6-1 16 0 0,3-2 0 0 0,7-2-360 0 0,6-2-72 0 0,2 2-64 0 0,0-2 96 0 0,0 1-240 0 0,-2 1-48 0 0,2-2 0 0 0,-1 1-8 0 0,-2 1-376 0 0,0 0-80 0 0,-2 0-16 0 0,2 1-3504 0 0</inkml:trace>
  <inkml:trace contextRef="#ctx0" brushRef="#br0" timeOffset="128">9371 4795 11975 2220 4047,'6'-16'528'0'0,"-3"5"112"0"0,2 2-512 0 0,0 4-128 0 0,1 4 0 0 0,-2 0 0 0 0,2-1 104 0 0,4-1-8 0 0,5-2 0 0 0,7-1 0 0 0,5-1-336 0 0,2 0-72 0 0,1 1-8 0 0,7-4-3136 0 0,-2-1-632 0 0</inkml:trace>
  <inkml:trace contextRef="#ctx0" brushRef="#br0" timeOffset="129">10208 4494 10591 2009 3916,'3'-20'472'0'0,"0"7"96"0"0,0 3-456 0 0,1 2-112 0 0,2 3 0 0 0,-2 3 0 0 0,1 0 424 0 0,5-4 64 0 0,4-2 16 0 0,5-2 0 0 0,4 1-504 0 0,2 0-120 0 0,-1 2-8 0 0,1 1-5256 0 0</inkml:trace>
  <inkml:trace contextRef="#ctx0" brushRef="#br0" timeOffset="130">10907 4176 6911 2073 4332,'11'-19'608'0'0,"-2"7"-480"0"0,2 4-128 0 0,-3 1 0 0 0,-1 3 496 0 0,-2 2 80 0 0,2-1 8 0 0,5-1 8 0 0,7-3-128 0 0,8-3-24 0 0,8-1-8 0 0,0 2 0 0 0,-3 1-944 0 0,-2 0-184 0 0,-2 2-40 0 0,-2-1 0 0 0</inkml:trace>
  <inkml:trace contextRef="#ctx0" brushRef="#br0" timeOffset="131">11397 3982 455 1715 4044,'16'-6'0'0'0,"-10"4"0"0"0,-2 0 0 0 0,-2 2 0 0 0,-2 0 448 0 0,0 0 40 0 0,2 0 16 0 0,0 0 0 0 0,0 0 160 0 0,2-2 32 0 0,-1 2 8 0 0,0-1 0 0 0,0 1-376 0 0,1 0-72 0 0,-2-1-8 0 0,2 1-8 0 0,2-1-496 0 0,1-1-96 0 0,4 0-16 0 0,-2-4-8 0 0</inkml:trace>
  <inkml:trace contextRef="#ctx0" brushRef="#br0" timeOffset="132">6921 5965 455 2066 4286,'2'-7'0'0'0,"-2"2"0"0"0,2 1 0 0 0,1 0 0 0 0,-2 3 384 0 0,2-1 40 0 0,0 2 8 0 0,1-2 0 0 0,3 0-144 0 0,5-2-32 0 0,1-1-8 0 0,0 2 0 0 0,-1 2-248 0 0,0-3 0 0 0,-3 2 0 0 0,-1-1 0 0 0,0 0-112 0 0,-2-1-48 0 0,-1 0 0 0 0,-1 0-8 0 0,0 2 168 0 0,-1-2 104 0 0,-2 3-8 0 0,0-1-8 0 0,-1 2 264 0 0,-1-2 64 0 0,0 1 0 0 0,-2 1 8 0 0,-1 0-80 0 0,0 1-24 0 0,-1 1 0 0 0,-2-2 0 0 0,2 0-112 0 0,-1 0-24 0 0,-1 0-8 0 0,-1 0 0 0 0,2 1-48 0 0,1-1-16 0 0,-2 1 0 0 0,2-1 0 0 0,1 1-112 0 0,-2-1 72 0 0,2-1-72 0 0,0 1 64 0 0,1-1-64 0 0,-1 1 0 0 0,2-1 0 0 0,0 1 0 0 0,-2 0 64 0 0,0 0 0 0 0,0 0 0 0 0,-2 1 0 0 0,1 0 16 0 0,-3 0 0 0 0,-2 0 0 0 0,-1 2 0 0 0,-1 1-8 0 0,-2-2 0 0 0,1 3 0 0 0,-4-1 0 0 0,3 1 0 0 0,-2-2 0 0 0,0 2 0 0 0,-2 1 0 0 0,2-1-72 0 0,1 1 96 0 0,2-1-96 0 0,0-1 96 0 0,2 1-96 0 0,0-1 0 0 0,-1 3 72 0 0,2-2-72 0 0,2 1 0 0 0,1-1 0 0 0,1 2 0 0 0,0 0 64 0 0,2 1 24 0 0,1 0 8 0 0,-1-1 0 0 0,4-1 0 0 0,0 4 16 0 0,0 0 8 0 0,0-3 0 0 0,0 1 0 0 0,2 1 40 0 0,2 0 0 0 0,0 2 8 0 0,3-2 0 0 0,1 2 72 0 0,-2 0 16 0 0,1-2 0 0 0,0 1 0 0 0,0 2-64 0 0,1-1-16 0 0,-1 2 0 0 0,0 0 0 0 0,0 0-16 0 0,-2 0-8 0 0,2 0 0 0 0,-1 1 0 0 0,1-3 40 0 0,-1 1 16 0 0,3 1 0 0 0,0-3 0 0 0,0 0-8 0 0,1-2 0 0 0,3 3 0 0 0,2-2 0 0 0,2-1-40 0 0,0 1 0 0 0,2-2-8 0 0,0-3 0 0 0,-1 0 40 0 0,1 0 0 0 0,1-2 8 0 0,0-1 0 0 0,0-1-8 0 0,1 0-8 0 0,-3 0 0 0 0,1-1 0 0 0,0 0-80 0 0,-2 0-8 0 0,1-2-8 0 0,-2 0 0 0 0,2 1 24 0 0,-4-3 8 0 0,2-1 0 0 0,-1-1 0 0 0,0 0 40 0 0,-2-1 0 0 0,2-2 8 0 0,-2 0 0 0 0,-2 0-8 0 0,-2 0 0 0 0,0 0 0 0 0,-2-1 0 0 0,1-1-32 0 0,-3 1-16 0 0,0 0 0 0 0,-3 0 0 0 0,0 1-112 0 0,0 0 0 0 0,-2 0 0 0 0,0 0 0 0 0,0 1 80 0 0,-2-1-8 0 0,2 1 0 0 0,-2-2 0 0 0,0 0 24 0 0,-2 1 0 0 0,1 0 0 0 0,-1 1 0 34 50,0 1-8-34-50,-2-1 0 0 0,2-1 0 0 0,-1 0 0 0 0,1 2-88 0 0,-3 0 64 33 50,2 0-64-33-50,-3-1 64 0 0,0-1-64 0 0,-3 0 0 0 0,1 2 0 0 0,-1-1 0 0 0,1 0 0 0 0,-2 1 0 0 0,2 3 0 0 0,1-2 64 0 0,1 1-64 0 0,-3 2 0 0 0,1-2 0 0 0,1 1 0 0 0,1 2 64 0 0,-1-1-64 0 0,2 2 0 0 0,-1-2 64 0 0,3 3-64 0 0,-1-1 0 0 0,-2-1 0 0 0,2 1 0 0 0,1 0 0 0 0,-1-1 0 0 0,0 1 0 0 0,0-1 0 0 0,0 1 0 0 0,-1-1 0 0 0,0 1 0 0 0,0 0 0 0 0,-2 0 0 0 0,1-1 0 0 0,0 2 0 0 0,-1 0-88 0 0,-1 0 88 0 0,0 1 0 0 0,0 0 0 0 0,1 0 0 0 0,0 1 0 0 0,0 0-80 0 0,-1 2 80 0 0,-1-1 0 0 0,1 1 0 0 0,-1 1-64 0 0,1-2 64 0 0,0 2 0 0 0,1-1 0 0 0,-2 1-64 0 0,2-2 64 0 0,-2 2 0 0 0,1-1 0 0 0,-1 2-64 0 0,0-1 64 0 0,0 0 0 0 0,1 1 0 0 0,-1 0 0 0 0,-1-1 0 0 0,0 1 0 0 0,1 0 0 0 0,1 0 0 0 0,1 1 0 0 0,-4-1 0 0 0,1 1 0 0 0,-1 1-64 0 0,1 0 64 0 0,2 1 0 0 0,1-1 0 0 0,1 0 0 0 0,0 2 0 0 0,2-2 0 0 0,2 1 0 0 0,0-1 0 0 0,0 1 0 0 0,2 1 0 0 0,1 2 0 0 0,2 0 0 0 0,2 0 0 0 0,1-2 0 0 0,1 2-64 0 0,3-1 64 0 0,0 0 0 0 0,0 1 0 0 0,3 0 0 0 0,0-1 0 0 0,1 1 0 0 0,0-2 0 0 0,1 2 0 0 0,1-2 0 0 0,-1 2 0 0 0,1-3 0 0 0,3 3 0 0 0,-1-1 0 0 0,1 0 0 0 0,1 0 0 0 0,3-1 64 0 0,0-1 0 0 0,0-1-64 0 0,0 0 96 0 0,2-1-96 0 0,0-1 64 0 0,-2-1-64 0 0,2-2 0 0 0,1 1 80 0 0,-2-2-80 0 0,0 1 80 0 0,-2-2-80 0 0,1-2 96 0 0,-1 1-24 0 0,1 0-8 0 0,-3-1 0 0 0,-1-2-64 0 0,-1 1 0 0 0,-1-1 0 0 0,-3 0 0 0 0,0 0 0 0 0,-3-1 0 0 0,0 0 0 0 0,-1-1 0 0 0,0-1 0 0 0,-3-2 0 0 0,0-2 0 0 0,0 2 64 0 0,-1-1-64 0 0,0-4 96 0 0,-1 0-96 0 0,0 0 96 0 0,-1 1-96 0 0,1-2 0 0 0,0-3 0 0 0,-3 2 0 0 0,1 5 0 0 0,-1-1 0 0 0,0 0 0 0 0,-1-3 0 35 50,-1-3 0-35-50,0-1 0 0 0,-1 1 0 0 0,-1 1 0 0 0,-1 4 0 0 0,-1 0 0 0 0,0 1 0 0 0,-2 1 0 0 0,-1 0 0 0 0,-2 0 0 0 0,0 0 0 0 0,0 2 0 0 0,1 1 0 0 0,-3-1 0 0 0,1 0 0 0 0,-1 1 0 0 0,1 0 0 0 0,0 0 0 0 0,-1 1 0 0 0,0 0 0 0 0,-2 3 0 0 0,1-1 0 0 0,0 3 0 0 0,1-1 0 0 0,-1 1 0 0 0,-1 1-88 0 0,1 1 24 0 0,-3 1 0 0 0,-1 0 64 0 0,-1 1-104 0 0,4 2 40 0 0,-3 1 64 0 0,2-2-104 0 0,0 2 40 0 0,-1 0 64 0 0,1-1-104 0 0,2 2 8 0 0,0-1 8 0 0,-1 1 0 0 0,0 0 0 0 0,2 0 88 0 0,0 2 0 0 0,1 2 0 0 0,-1 0 0 0 0,2 1 0 0 0,0-2-96 0 0,0 0 96 0 0,2 2-96 0 0,3-2 96 0 0,-2 3 0 0 0,-1 0 0 0 0,1 2 0 0 0,2 1 0 0 0,0 0 0 0 0,4-6 0 0 0,-1 2-64 0 0,0 0 64 0 0,2 2 0 0 0,-2 0 0 0 0,3 2 0 0 0,-1-1 0 0 0,1-1 0 0 0,0 1 0 0 0,1-1 0 0 0,2 2 0 0 0,1-4 0 0 0,0 0 0 0 0,1 2-64 0 0,3-2 64 0 0,0 1 0 0 0,3 0 0 0 0,0 0 0 0 0,2 1 0 0 0,3-3 0 0 0,0 0 0 0 0,3-1 64 0 0,1-1 0 0 0,-1 1 0 0 0,4-2 0 0 0,-1-1 0 0 0,-1 0-64 0 0,-1-3 88 0 0,2-1-88 0 0,-2 0 96 0 0,-1 0-16 0 0,0-2 0 0 0,3 0 0 0 0,0-2 0 0 0,0 0-16 0 0,0-2 0 0 0,1 0 0 0 0,0-1 0 0 0,0 0 0 0 0,-1-1-64 0 0,0-1 96 0 0,0-2-32 0 0,-1 3-64 0 0,-2-4 64 0 0,-2 0-64 0 0,-2 0 64 0 0,0 0-64 0 0,-4 0 80 0 0,-1-3-80 0 0,-3 0 80 0 0,1 0-80 0 0,-4 0 0 0 0,0 0 0 0 0,-3-2 64 0 0,0-2-64 0 0,-2-1 0 0 0,0 2 0 0 0,-5-3 64 0 0,0-3-64 0 0,-2-2 0 0 0,-1 1 0 0 0,-1 4 0 0 0,1 1 0 0 0,-2 2 0 0 0,0 3 0 0 0,0 2 0 0 0,-1 1 0 0 0,-3 2 0 0 0,1 2 0 0 0,0-1 0 0 0,-5 1 0 0 0,-1 0 0 0 0,-2 0-72 0 0,-1 0 72 0 0,0 2-72 0 0,0 0 72 0 0,2-1-104 0 0,-1 1 40 0 0,1 1 64 0 0,0-1-64 0 0,5 1 64 0 0,0 2-64 0 0,1 0 64 0 0,1 0 0 0 0,-3 2 0 0 0,3 1 0 0 0,1 1-72 0 0,-2 0 72 0 0,0 3-80 0 0,-1 0 80 0 0,-2 1-112 0 0,3 0 24 0 0,-1 1 8 0 0,1 1 0 0 0,1-2 80 0 0,0 4-96 0 0,1-1 96 0 0,-2 0-96 0 0,1 3 96 0 0,0-3 0 0 0,3 2 0 0 0,2-1-64 0 0,0 2 64 0 0,2-3 0 0 0,3-2 0 0 0,0 2 0 0 0,0 2 0 0 0,3-1 0 0 0,-2 2 0 0 0,3 2-64 0 0,0-1 64 0 0,1 1 0 0 0,1 1 0 0 0,-1 1 0 0 0,1 1 0 0 0,2-1 0 0 0,0 1 0 0 0,0-1 0 0 0,3-1 0 0 0,0 1 0 0 0,2 1 0 0 0,1-3 0 0 0,2-1 0 0 0,-1-1 0 0 0,2 0 0 0 0,1-2 64 0 0,1-1 0 0 0,1 0 8 0 0,1-2 0 0 0,3-3 0 0 0,-1 2 24 0 0,0-4 8 0 0,1 0 0 0 0,1 0 0 0 0,2-2-24 0 0,0 0-8 0 0,-2-2 0 0 0,0 0 0 0 0,3 0 0 0 0,1-1 0 0 0,0-2 0 0 0,0-1 0 0 0,0 1-72 0 0,1-1 96 0 0,-4-3-96 0 0,1 1 96 0 0,-1-1 0 0 0,-1-1 0 0 0,-1-3 0 0 0,-1-1 0 0 0,-2-2-96 0 0,-4-1 0 0 0,0 1 0 0 0,-2-2 0 0 0,0 0 0 0 0,-3 0 0 0 0,-2 0 0 0 0,-2 1 0 0 0,0 2 80 0 0,-2 0-80 0 0,-1-3 96 0 0,-2 0-96 0 0,-1 0 0 0 0,-3-2 0 0 0,0 1 0 0 0,-5 0 0 0 0,-1-1 0 0 0,0 1 0 0 0,-3 3 0 0 0,1 1 0 0 0,3 3 0 0 0,-4-2 0 0 0,-3 1 0 0 0,-3 2 0 0 0,-3-3 0 0 0,0 3 0 0 0,0 0-72 0 0,1 0 72 0 0,-1 2 0 0 0,2 1 0 0 0,1 2 0 0 0,0 0-64 0 0,-3 4-56 0 0,1-1-8 0 0,1 1 0 0 0,0-1 0 0 0,1 4 0 0 0,-1-1 0 0 0,1 1 0 0 0,-2 1 0 0 0,4-1 56 0 0,1 1 8 0 0,-2 1 0 0 0,3 2 0 0 0,0-1 64 0 0,1 2-80 0 0,0 1 80 0 0,1 1-80 0 0,2 0 80 0 0,-1 2 0 0 0,0 0-72 0 0,3-2 72 0 0,-1 1 0 0 0,2-1 0 0 0,-2 3 0 0 0,0 1 0 0 0,2 2-72 0 0,1-2 72 0 0,3-3 0 0 0,-1 0 0 0 0,4 1 0 0 0,-1 1 0 0 0,2 2 0 0 0,-1 0 0 0 0,2 1 0 0 0,3 1-64 0 0,0-1 64 0 0,2 1 0 0 0,2 1 0 0 0,1-2 0 0 0,2 1 0 0 0,1-1 0 0 0,2 1 0 0 0,3-1 0 0 0,2 0 0 0 0,1 0 0 0 0,0-3 0 0 0,2 1 0 0 0,0-3 0 0 0,3 0 72 0 0,0-2-8 0 0,0-3-64 0 0,-1 0 96 0 0,3-3-32 0 0,0 0 0 0 0,0-3-64 0 0,2 0 96 0 0,0-2-32 0 0,0-1 0 0 0,0-1 0 0 0,2-1 0 0 0,0-3 0 0 0,1 0-64 0 0,-1-2 96 0 0,1 0-96 0 0,-2-1 96 0 0,-3-1-32 0 0,-2 0-64 0 0,-1 0 96 0 0,-5-1-32 0 0,-2 1-64 0 0,-3-1 0 0 0,0-1 72 0 0,-4-1-72 0 0,-1-2 0 0 0,-3 1 0 0 0,-1 0 0 0 0,-4-2 64 0 0,-1-6-64 0 0,-6 0 0 0 0,-2-1 0 0 0,-4 3 0 0 0,-2 0 0 0 0,-2 3 0 0 0,-3 0 0 0 0,-3 2 0 0 0,2 0 0 0 0,-4 1 0 0 0,-4 3-96 0 0,-2 0 32 0 0,1 1-8 0 0,0 2 0 0 0,-3 4 0 0 0,1 3 0 0 0,-1 0-96 0 0,-2 4-24 0 0,0 2 0 0 0,-2 1 0 0 0,2 0-80 0 0,5 2-16 0 0,1 0-8 0 0,4 0 0 0 0,7-1-192 0 0,3 2-40 0 0,5-1-8 0 0,6-2-4208 0 0,4 3-848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Tx" type="integer" min="-90" max="90" units="deg"/>
          <inkml:channel name="OTy" type="integer" min="-90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Tx" name="resolution" value="100" units="1/deg"/>
          <inkml:channelProperty channel="OTy" name="resolution" value="100" units="1/deg"/>
        </inkml:channelProperties>
      </inkml:inkSource>
      <inkml:timestamp xml:id="ts0" timeString="2025-11-03T19:23:48.792"/>
    </inkml:context>
    <inkml:brush xml:id="br0">
      <inkml:brushProperty name="width" value="0.05292" units="cm"/>
      <inkml:brushProperty name="height" value="0.05292" units="cm"/>
      <inkml:brushProperty name="color" value="#CA1237"/>
      <inkml:brushProperty name="ignorePressure" value="1"/>
    </inkml:brush>
  </inkml:definitions>
  <inkml:trace contextRef="#ctx0" brushRef="#br0">1857 2820 1375 2708 3316,'0'-1'128'0'0,"-1"0"-128"0"0,0-1 0 0 0,1 2 0 0 0,0-1 376 0 0,0 0 48 0 0,-2-1 16 0 0,2-1 0 0 0,-1 0 208 0 0,1-2 48 0 0,0 0 8 0 0,0 2 0 0 0,0 0 152 0 0,0 0 32 0 0,1 0 8 0 0,1 1 0 0 0,0 0 0 0 0,0 0 0 0 0,2 1 0 0 0,0 0 0 0 0,0-1-104 0 0,0 2-24 0 0,2 3 0 0 0,0-2 0 0 0,1 1-160 0 0,-1 0-40 0 0,4 2-8 0 0,1 1 0 0 0,3 0-80 0 0,3 1-8 0 0,2-1-8 0 0,4 1 0 0 0,-2-1-112 0 0,1-1-32 0 0,2 0 0 0 0,2 1 0 0 0,4 1-72 0 0,0 1-24 0 0,-5-1 0 0 0,3 3 0 0 0,6 1-96 0 0,1 2-32 0 0,-2-1 0 0 0,0 1 0 0 0,0 1-32 0 0,0 0-64 0 0,-1-1 88 0 0,-1 0-88 0 0,-1 0 80 0 0,-1-1-80 0 0,-2 0 64 0 0,-4-2-64 0 0,-4-1 64 0 0,-1-1-64 0 0,0 0 64 0 0,-4-1-64 0 0,1 1 0 0 0,-3-3 0 0 0,-3-2 0 0 0,1 0 0 0 0,-1 0 0 0 0,0-2 0 0 0,-2-2 72 0 0,0 0-72 0 0,1 0 96 0 0,-1 0-24 0 0,-1-1 0 0 0,1-1 0 0 0,1-1-72 0 0,-1 1 96 0 0,-1 0-96 0 0,-2 0 96 0 0,0 1-96 0 0,-2-1 0 0 0,-1 1 0 0 0,-1 1 64 0 0,-1-1-64 0 0,0 1 0 0 0,-3-1 0 0 0,1 2 0 0 0,0 0 0 0 0,-2 0 0 0 0,-3 2 0 0 0,-4 1 0 0 0,0 0 0 0 0,0 2 0 0 0,1 1 0 0 0,1 1 0 0 0,2-1 0 0 0,3 0 0 0 0,0 0 0 0 0,3 0 0 0 0,2 0 0 0 0,0 1 0 0 0,2-2 0 0 0,1 1 0 0 0,2-1-64 0 0,2-2 64 0 0,1 1 0 0 0,0-2 0 0 0,1 0 0 0 0,3 0 0 0 0,1-2 0 0 0,1-1 0 0 0,0 0 0 0 0,-2-1 0 0 0,1 1 0 0 0,-2-3 0 0 0,-1 3 0 0 0,-3-2 0 0 0,-2 2 0 0 0,-2 0 0 0 0,-1 0 0 0 0,-2 1 0 0 0,0 2 0 0 0,-3-1 0 0 0,-1 0 0 0 0,0 3 0 0 0,-2 0 0 0 0,-2-1 0 0 0,2 3 0 0 0,-2 1 0 0 0,1 0 0 0 0,2 0 0 0 0,1 0 0 0 0,2 1 0 0 0,1-3 0 0 0,2 2 64 0 0,0-2-64 0 0,3 0 0 0 0,0-1 72 0 0,3-2-72 0 0,0-1 0 0 0,1-3 0 0 0,1 1 0 0 0,1-2 0 0 0,-2 0 0 0 0,1-1 72 0 0,1 0-72 0 0,-3-3 0 0 0,0 2 64 0 0,-3-1-64 0 0,-1 2 0 0 0,-2-1 0 0 0,-2 1 0 0 0,-2-1 0 0 0,0 2 0 0 0,-3 1 0 0 0,-1 0 0 0 0,-1 0 0 0 0,-1 1 0 0 0,1 0 0 0 0,1 1-192 0 0,0 0-64 0 0,3 0-8 0 0,-1 1-9176 0 0</inkml:trace>
  <inkml:trace contextRef="#ctx0" brushRef="#br0" timeOffset="1">1748 2840 6911 2748 3318,'1'-3'608'0'0,"-2"2"-480"0"0,1 0-128 0 0,-2 1 0 0 0,2 0 632 0 0,-1-1 104 0 0,-1 1 16 0 0,-2-1 8 0 0,0 1 264 0 0,-3 3 48 0 0,-1 2 16 0 0,-1 3 0 0 0,1 2-376 0 0,-3 5-72 0 0,1 0-8 0 0,-2 4-8 0 0,-1 2-192 0 0,-1 2-40 0 0,-1 2-8 0 0,-2 3 0 0 0,-1 3 0 0 0,-1 0-8 0 0,0 0 0 0 0,-2-1 0 0 0,0 0 8 0 0,4-5 8 0 0,2-4 0 0 0,-1 4 0 0 0,-2 5-136 0 0,-2 3-32 0 0,-1 2-8 0 0,-1 0 0 0 0,2 1-88 0 0,0-4-24 0 0,3-4 0 0 0,1-3 0 0 0,5-2-8 0 0,1-4-8 0 0,2-1 0 0 0,2-5 0 0 0,1 0-24 0 0,2-2-64 0 0,1-1 96 0 0,1-5-32 0 0,1 0-64 0 0,0-3 0 0 0,1 0 72 0 0,1-4-72 0 0,-1 1 0 0 0,2-4 0 0 0,0-1 0 0 0,0-4 64 0 0,1 1-64 0 0,-3-3 0 0 0,0 2 0 0 0,-1-2 0 0 0,0 0 0 0 0,-2 2-128 0 0,-1-1 16 0 0,0 3 8 0 0,-2 4-48 0 0,0 1-8 0 0,1 3 0 0 0,-2 1 0 0 0,-2 2 64 0 0,-2 1 16 0 0,0 4 0 0 0,0-1 0 0 0,0 0 80 0 0,2 2-80 0 0,0 0 80 0 0,2 0-80 0 0,0-1 80 0 0,2 1 0 0 0,1-1 0 0 0,2-2 0 0 0,0-1 0 0 0,3-1 0 0 0,1 0 0 0 0,1-2 0 25-18,2 0 0-25 18,1-2 0 0 0,2 0 0 0 0,0-3 0 0 0,1 0 0 0 0,1-3 0 0 0,-2-1 0 0 0,0 1 0 0 0,0-1 0 0 0,-2-1 0 0 0,-2 0 0 0 0,-1 2 0 0 0,-3 0 0 0 0,-1 1 0 0 0,-3-2 0 0 0,-1 1 0 0 0,0 2 0 25-20,-1-2 0-25 20,-3 4 0 0 0,0 0 0 0 0,0 1 0 0 0,-2-1 0 0 0,0 2 0 0 0,2 2 64 0 0,0 1-64 0 0,0-1 64 0 0,2 2-64 0 0,1 0 64 0 0,0-2-64 0 0,2 3 0 0 0,1-1 64 0 0,0 0-64 0 0,2 1 0 0 0,0 0 0 0 0,3-1 0 0 0,1-2 0 0 0,1 2-408 0 0,2-1-88 0 0,4-1-16 0 0,1-2-8152 0 0</inkml:trace>
  <inkml:trace contextRef="#ctx0" brushRef="#br0" timeOffset="2">1907 2816 3223 2687 3348,'0'-5'288'0'0,"0"3"-288"0"0,0-1 0 0 0,0 1 0 0 0,1 0 384 0 0,-1 1 16 0 0,1 0 8 0 0,2-1 0 0 0,-1-2 672 0 0,0 1 136 0 0,-1-1 24 0 0,-1 1 8 0 0,1 2 72 0 0,-2 2 24 0 0,1 2 0 0 0,-2 1 0 0 0,0 1-392 0 0,-1 2-80 0 0,0 1-8 0 0,1 3-8 0 0,-1 1-296 0 0,0 0-56 0 0,2-1-16 0 0,-1 4 0 0 0,1 3-160 0 0,0 4-32 0 0,-2 6-8 0 0,3 2 0 0 0,-2 3-32 0 0,2 0 0 0 0,-1 1-8 0 0,-1-2 0 0 0,1-4-72 0 0,0 4-16 0 0,1 3 0 0 0,-1 0 0 0 0,-1-4-16 0 0,2 2-8 0 0,-1 0 0 0 0,-1 2 0 0 0,0 0 24 0 0,0-1 8 0 0,1-3 0 0 0,-1-3 0 0 0,0-3-88 0 0,0 0-16 0 0,1-1-64 0 0,0-4 96 0 0,0-4-16 0 0,0 2-8 0 0,1 0 0 0 0,0 0 0 0 0,0-1 8 0 0,0-2 0 0 0,0-4 0 0 0,0-2 0 0 0,0-2-80 0 0,1-2 80 0 0,0-3-80 0 0,0 0 80 0 0,0-4-80 0 0,1 0 0 0 0,0-3 0 0 0,2-4 0 0 0,0 3 0 0 0,-2-3 64 0 0,1-2-64 0 0,0-1 0 0 0,-1 2 0 0 0,-2 0 0 0 0,0-2 0 0 0,-3 3 0 0 0,0 1 0 0 0,-3 1-136 0 0,-2 5 32 0 0,-1 2 8 0 0,2 1-8 0 0,-2 3 0 0 0,-4 2 0 0 0,0 5 0 0 0,0 1 104 0 0,-1 1-96 0 0,1 3 96 0 0,1-1-96 0 0,2 1 96 0 0,2-1 0 0 0,3-1 0 0 0,1-1 0 0 0,3 0 0 0 0,1-4 0 0 0,3 1 0 0 0,1-2 0 0 0,2-2 0 0 0,1 0 0 0 0,-1 0 0 0 0,2-3 0 0 0,1-3 0 0 0,1-2 0 0 0,0 1 0 0 0,0-3 0 0 0,0-1 0 0 0,-1-1 0 26-18,0 2 0-26 18,0-3 0 0 0,-2 1 0 27-18,-1-2 0-27 18,-1 1 0 0 0,-1 2 0 0 0,-1-2 0 0 0,-2 1 0 0 0,-2 2 0 0 0,-2 1 0 0 0,-1 1 0 25-18,-1 0 0-25 18,-3 2 0 0 0,1 0 0 0 0,-3 2 0 0 0,-1 2 0 0 0,0 0 96 0 0,0 1-96 0 0,0 0 144 0 0,0 1-24 0 0,1 1-8 0 0,2 0 0 0 0,1 0-112 0 0,-1 1 88 0 0,3-2-88 0 0,0 1 80 25-18,3 1-80-25 18,0 0 0 0 0,1 0 0 0 0,2 0 0 0 0,2-1 0 0 0,0-2 0 0 0,5-2-88 0 0,0-1 88 0 0,3-2-440 0 0,2 0-40 0 0,2-1-16 0 0,3-3-9272 0 0</inkml:trace>
  <inkml:trace contextRef="#ctx0" brushRef="#br0" timeOffset="3">2802 3137 2759 2545 3441,'0'-1'248'0'0,"0"0"-248"0"0,0 0 0 0 0,0 0 0 0 0,0 0 0 0 0,0 1-80 0 0,0-2 0 0 0,-1-1 0 0 0,0-1 584 0 0,-1-1 112 0 0,1 1 24 0 0,-3 1 8 0 0,0 0-216 0 0,0 2-48 0 0,-1 0 0 0 0,0 0-8 0 0,-2 1-136 0 0,-1 0-24 0 0,1 2-8 0 0,0-1 0 0 0,-1-1-72 0 0,1 2-8 0 0,-1-1-8 0 0,1 0 0 0 0,0 0 104 0 0,1 0 16 0 0,0-1 8 0 0,0 3 0 0 0,1-2 56 0 0,1 2 16 0 0,0 1 0 0 0,-1-1 0 0 0,4 1 16 0 0,-1 1 8 0 0,2 0 0 0 0,0 0 0 0 0,1 2 72 0 0,1 0 8 0 0,0-1 8 0 0,2 0 0 0 0,2 1-48 0 0,0-2-16 0 0,3 1 0 0 0,0-1 0 0 0,1-1 32 0 0,1-1 8 0 0,2-2 0 0 0,1-1 0 0 0,0-2-88 0 0,2-2-8 0 0,0-1-8 0 0,0-3 0 0 0,-2 1-80 0 0,1-1-24 0 0,0-1 0 0 0,-4-1 0 0 0,0 2-72 0 0,-4-1-8 0 0,0 1-8 0 0,-4-1 0 0 0,0 0-112 0 0,-3 0 0 0 0,-2 0 64 0 0,-1 1-64 0 0,0 2 0 0 0,-2-1 0 0 0,-3 1 0 0 0,-2 0-80 0 0,1 2 8 0 0,-3 0 0 0 0,-2 1 0 0 0,2 1 0 0 0,0 1-88 0 0,0 0-8 0 0,0 2-8 0 0,0 1 0 0 0,0 1 96 0 0,1 0 80 0 0,-2 2-104 0 0,1 0 40 0 0,1 1 64 0 0,1 2 0 0 0,0-3 0 0 0,1 3 0 0 0,3-1 0 0 0,-1 2 96 0 0,2-2 0 0 0,2 0-8 0 0,2 2 40 0 0,1-2 16 0 0,1 1 0 0 0,2-1 0 0 0,2 0 32 0 0,0 0 8 0 0,2 0 0 0 0,1-2 0 0 0,0 0 72 0 0,0-3 24 0 0,-1 1 0 0 0,3-3 0 0 0,1 0-72 0 0,2-1-16 0 0,0-2 0 0 0,1-2 0 0 0,0 1-88 0 0,-1-3-16 0 0,1 1-8 0 0,-2-2 0 0 0,0 0-80 0 0,-2 0 80 0 0,-1 0-80 0 0,-1-1 80 0 0,-3 2-80 0 0,-1 0 0 0 0,-3-3 0 0 0,-1 1 0 0 0,-1 1 64 0 0,-3 0-64 0 0,-1 2 64 0 0,-1 0-64 0 0,-1 2 0 0 0,-2 1 0 0 0,0 1 0 0 0,-1 2 0 0 0,2 1-80 0 0,-2 1-32 0 0,1 1-8 0 0,-2 2 0 0 0,1 1 48 0 0,3-1 8 0 0,-2 2 0 0 0,3-2 0 0 0,0 2-8 0 0,2-1 0 0 0,0 0 0 0 0,1 0 0 0 0,2 0-344 0 0,1-1-72 0 0,0 1-16 0 0,3 0-7368 0 0</inkml:trace>
  <inkml:trace contextRef="#ctx0" brushRef="#br0" timeOffset="4">2760 3210 3223 2427 3255,'-1'-1'288'0'0,"-1"1"-288"0"0,1 0 0 0 0,1 1 0 0 0,0 0 584 0 0,-1 0 64 0 0,-3 1 16 0 0,1 3 0 0 0,-2 1 136 0 0,-1 4 24 0 0,0 3 8 0 0,-1 3 0 0 0,1 1-72 0 0,-1 4-16 0 0,0 5 0 0 0,-1-1 0 0 0,0 7-32 0 0,-1-1-8 0 0,0 1 0 0 0,0 1 0 0 0,-1 2-104 0 0,0 0-24 0 0,0-1-8 0 0,0 1 0 0 0,-1-1-88 0 0,-2 4-8 0 0,1 1-8 0 0,0 2 0 0 0,-1-2-128 0 0,2-2-24 0 0,1-6-8 0 0,0 2 0 0 0,0 1-88 0 0,1-2-24 0 0,2-7 0 0 0,1-1 0 0 0,0 2-32 0 0,0-1 0 0 0,2-2-8 0 0,-2-1 0 0 0,0-1-32 0 0,2-2-8 0 0,-1-2 0 0 0,0 1 0 0 0,0-3 8 0 0,0 0 0 0 0,-1-2 0 0 0,1-1 0 0 0,0-2-24 0 0,0-1-8 0 0,0-1 0 0 0,1-1 0 0 0,0-2-24 0 0,1 0 0 0 0,0-1 0 0 0,1-3 0 0 0,0 0-64 0 0,1-1 0 0 0,-1-1 72 0 0,1 0-72 0 0,0-1 0 0 0,0 0 0 0 0,1-1 0 0 0,-1 1 64 0 0,0 1-64 0 0,-1-2 0 0 0,2 1-64 0 0,0 0 64 0 0,0 1-224 0 0,0 0-8 0 0,0 1 0 0 0,0 0 0 0 0,2 1-816 0 0,-1-1-160 0 0</inkml:trace>
  <inkml:trace contextRef="#ctx0" brushRef="#br0" timeOffset="5">2519 4269 4143 2875 3302,'-1'-7'368'0'0,"0"5"-296"0"0,0-1-72 0 0,0 1 0 0 0,0 0 448 0 0,0 1 64 0 0,-2 1 24 0 0,0-1 0 0 0,-5-1 376 0 0,-2 1 80 0 0,-2 1 8 0 0,1 1 8 0 0,0 2-312 0 0,1 1-64 0 0,0 1-16 0 0,1 1 0 0 0,0 2-112 0 0,1 0-24 0 0,3 1-8 0 0,-1 2 0 0 0,2-1-112 0 0,1 0-16 0 0,1 0-8 0 0,2 0 0 0 0,2-1-48 0 0,0-2-16 0 0,-1-1 0 0 0,2-1 0 0 0,1 0 40 0 0,4 0 8 0 0,-1-2 0 0 0,2-1 0 0 0,2-2-48 0 0,0 0-8 0 0,3-2 0 0 0,1-3 0 0 0,0-1-96 0 0,-1-1-16 0 0,-2-1-8 0 0,-2 1 0 0 0,0-1-72 0 0,-3-1-8 0 0,-2 0-64 0 0,-3 1 96 0 0,-1 1-96 0 0,-3-1 0 0 0,-1 1 64 0 0,-3 0-64 0 0,-2 1 0 0 0,-1 1 0 0 0,-1 2 0 0 0,-2 0 0 0 0,-3 3 0 0 0,1 2 0 0 0,-1 1 0 0 0,-1 2 0 0 0,1 1 96 0 0,2 2-32 0 0,-1 0-64 0 0,0 1 96 0 0,2 2 0 0 0,2-1 0 0 0,0 2 0 0 0,4-3 0 0 0,1 0-32 0 0,0-1 0 0 0,3 2-64 0 0,-1-2 96 0 0,5 2-32 0 0,-1-1-64 0 0,3-1 88 0 0,1 0-88 0 0,4-2 120 0 0,-1-1-32 0 0,4-1-8 0 0,0-1 0 0 0,2-2 48 0 0,1-2 16 0 0,0-2 0 0 0,2-1 0 0 0,-3-1-72 0 0,1-2-8 0 0,-1-1-64 0 0,-2-1 96 0 0,-2 2-96 0 0,-1-3 0 0 0,-1 0 64 0 0,-1-2-64 0 0,-2-1 0 0 0,-2 2 0 0 0,-2 0 0 0 0,-3 0 0 0 0,1 0 0 0 0,-2 1 64 0 0,-2 0-64 0 0,-1-1 0 0 0,-3 3 64 0 0,2-1-64 0 0,-2 4 0 0 0,-1 0 72 0 0,-1 2-72 0 0,1 2 0 0 0,-1 2 0 0 0,-1 1 64 0 0,1 2-64 0 0,2 1 0 0 0,-1 1 0 0 0,0-1 0 0 0,4 0 0 0 0,-1 1 0 0 0,4-1 0 0 0,1-2 0 0 0,0 2 0 0 0,3-3-72 0 0,0 1 72 0 0,3-1-104 0 0,2-1-480 0 0,2-1-96 0 0,2-1-24 0 0,1-2-5016 0 0,2 0-1000 0 0</inkml:trace>
  <inkml:trace contextRef="#ctx0" brushRef="#br0" timeOffset="6">2859 3254 919 2544 3465,'1'-8'80'0'0,"0"4"-80"0"0,-1 0 0 0 0,0 1 0 0 0,0 1 464 0 0,2 2 80 0 0,-2-2 8 0 0,0 0 8 0 0,0-2 264 0 0,2 0 48 0 0,-2 0 16 0 0,-2 1 0 0 0,2 1-48 0 0,-2 2-8 0 0,2 2 0 0 0,-2 1 0 0 0,2 2-344 0 0,0 1-72 0 0,-1-1-8 0 0,2 1-8 0 0,1 1-16 0 0,0 1-8 0 0,1 1 0 0 0,2 1 0 0 0,0 2 24 0 0,0 1 8 0 0,2 0 0 0 0,1 4 0 0 0,-1 1 72 0 0,1 2 8 0 0,0 2 8 0 0,-1 1 0 0 0,1 1-48 0 0,-1 2-16 0 0,-1 1 0 0 0,2 2 0 0 0,-3 2-16 0 0,0 2-8 0 0,2 1 0 0 0,-1 3 0 0 0,0 2-88 0 0,1 1-8 0 0,3 1-8 0 0,-2-2 0 0 0,3 0-72 0 0,-1-5-8 0 0,1-3-8 0 0,0-4 0 0 0,-2-1-56 0 0,1-2-16 0 0,2 1 0 0 0,-2-3 0 0 0,2 1-48 0 0,-3-1 0 0 0,2-3-8 0 0,-2 0 0 0 0,2-2 8 0 0,-1-2 8 0 0,-2 1 0 0 0,0-3 0 0 0,1-1 0 0 0,-2-3 0 0 0,-1 0 0 0 0,1-2 0 0 0,-2 0-32 0 0,1-2-8 0 0,-2-1 0 0 0,-1-2 0 0 0,0 1-64 0 0,-1-2 0 0 0,-2-1 72 0 0,0 0-72 0 0,0-1 0 0 0,-2-1 0 0 0,1-1 0 0 0,-2-1 64 0 0,-1-1-64 0 0,1-2 0 0 0,-2 0 64 0 0,-1 0-64 0 0,0 0 0 0 0,-1 3 0 0 0,0-1 0 0 0,-1 4 0 0 0,-1-1 0 0 0,-1 4 0 0 0,-1 1 0 0 0,-1 3 0 0 0,1 1 0 0 0,-1 1 0 0 0,1 0 0 0 0,1 1 0 0 0,2 0 0 0 0,2 0 0 0 0,2 0 0 0 0,2-1 0 0 0,0 0 0 0 0,2-1 0 0 0,2 0 0 0 0,0-2 0 0 0,3 1 0 0 0,0-2 0 0 0,2-1 0 0 0,1-1-64 0 0,1 0 64 0 0,1-2 0 0 0,0-2 0 0 0,1-2 0 0 0,-1 0 0 0 0,0-3 0 0 0,0 1 0 0 0,0-2 0 0 0,-1-1 0 0 0,-1 1 0 0 0,-2 0 0 0 0,-3 1-64 0 0,0 0 64 0 0,-2 1 0 0 0,-2 1 0 0 0,-1 3 0 0 0,0-2 0 0 0,-3 4 0 0 0,0 0 0 0 0,0 0 0 0 0,-1 2 0 0 0,1 0 0 0 0,-1 0 0 0 0,2 2 0 0 0,1-2 0 0 0,1 1 0 0 0,1 0 0 0 0,1 0 0 0 0,1 0 0 0 0,1-2 0 0 0,1 1 0 0 0,1-1 0 0 0,2 0 0 0 0,0-2 0 0 0,1 0 0 0 0,2-2 0 0 0,-1 1 0 0 0,0 0 0 0 0,-2 0 0 0 0,0-1-96 0 0,-1 0-136 0 0,-1 1-32 0 0,-1 0-8 0 0,-3-1 0 0 0,2 0-528 0 0,-2 0-96 0 0,0 0-32 0 0,0-2-7408 0 0</inkml:trace>
  <inkml:trace contextRef="#ctx0" brushRef="#br0" timeOffset="7">2981 3218 919 2476 3527,'-3'-4'80'0'0,"2"1"-80"0"0,-1 1 0 0 0,0-1 0 0 0,1 3 624 0 0,1-2 112 0 0,-1 1 16 0 0,0-2 8 0 0,0-1 360 0 0,0-2 64 0 0,1 1 24 0 0,0 0 0 0 0,2 1-48 0 0,0 2-8 0 0,1 0 0 0 0,1 1 0 0 0,0 1-336 0 0,1 1-72 0 0,2 2-8 0 0,1 2-8 0 0,2 0-240 0 0,1 3-40 0 0,-1-1-16 0 0,1 2 0 0 0,3 4-80 0 0,4 2-24 0 0,2 2 0 0 0,2 2 0 0 0,4 3-72 0 0,1 1-24 0 0,3 3 0 0 0,2 2 0 0 0,1 1-72 0 0,1 3-8 0 0,0 1-8 0 0,-1 0 0 0 0,0 1-64 0 0,-4-4-16 0 0,-1-3 0 0 0,4 0 0 0 0,4 3-64 0 0,4-1 0 0 0,3-1 0 0 0,-1 0 0 0 0,2-1 208 0 0,-3 1 0 0 0,0-2 0 0 0,-7-2 0 0 0,-2-2-32 0 0,-4-3-8 0 0,-2 1 0 0 0,-3-3 0 0 0,-2 1-168 0 0,-3-2 0 0 0,-2-1 0 0 0,-3-2 0 0 0,0 0 80 0 0,-2 0-16 0 0,0-1-64 0 0,-1 1 96 0 0,0-3 0 0 0,-2-1-8 0 0,0-2 0 0 0,-1-1 0 0 0,-3-1-24 0 0,0 0 0 0 0,1-1 0 0 0,-1-3 0 0 0,-2 2 24 0 0,1-1 0 0 0,1 2 0 0 0,-2-3 0 0 0,0 0-16 0 0,2 1 0 0 0,-1 0 0 0 0,0-1 0 0 0,0-1-72 0 0,-1 2 0 0 0,1-2 72 0 0,-1 1-72 0 0,1-1 0 0 0,-2 1 0 0 0,1-1 0 0 0,0 2 0 0 0,-2-2 0 0 0,3 0 0 0 0,-2 0 0 0 0,1 0 0 0 0,0-2 0 0 0,-1 2 0 0 0,0-1 0 0 0,0 0 0 0 0,1 1 0 0 0,-1-2 0 0 0,0 1 0 0 0,0 0 0 0 0,-1-2 0 0 0,0 1 0 0 0,-1-2 0 0 0,1 2 0 0 0,-1-2 0 0 0,0 0 0 0 0,-2 0 0 0 0,0 0 0 0 0,-1 2 0 0 0,-1 0 0 0 0,-3 2 0 0 0,-1 0 0 0 0,-3 2 0 0 0,1 2 0 0 0,-2 1 0 0 0,-3 1 0 0 0,0 3 0 0 0,-2 0 0 0 0,0 4 0 0 0,2-2 0 0 0,1 2 0 0 0,0-1 0 0 0,3 0 0 0 0,2 1 0 0 0,3-2 0 0 0,2-2 0 0 0,4 0 0 0 0,-1-3 0 0 0,5 1 0 0 0,0-3 0 0 0,3 1 0 0 0,1-3 0 0 0,2 0 0 0 0,2-2 0 0 0,3-1 0 0 0,0-2 0 0 0,3 0 0 0 0,0-3 0 0 0,1 1 0 0 0,-1-3 0 0 0,-2 1 0 0 0,0-2 0 0 0,-3 2 0 0 0,-2-2 64 0 0,-2-1-64 0 0,-3 2 0 0 0,-1-1-64 0 0,-3 2 64 0 0,1 2-72 0 0,-4-1 72 0 0,-1 0-80 0 0,-2 1 80 0 0,0 1 0 0 0,-2 3-72 0 0,-1 0 72 0 0,-1 2 0 0 0,-2 0 0 0 0,-1 3 0 0 0,-1 1 0 0 0,0 1 0 0 0,0 1 0 0 0,1 0 0 0 0,0 2 0 0 0,2 0 0 0 0,1 0 0 0 0,2-2 88 0 0,3 1-88 0 0,1-1 96 0 0,1 0-96 0 0,2-2 64 0 0,2 0-64 0 0,3 0 64 0 0,0-1-64 0 0,2-3 0 0 0,2 2 0 0 0,3-3 0 0 0,1-1 0 0 0,1-2 0 0 0,2-1 0 0 0,1-1 0 0 0,-1 0 0 0 0,-2-3 64 0 0,-1 1-64 0 0,-1-2 0 0 0,-3 1 0 0 0,-2 0 0 0 0,-4 0 0 0 0,-1 1 0 0 0,-2 0 0 0 0,-2 1 0 0 0,-1 2 0 0 0,-5-1 0 0 0,0 2-160 0 0,-4 1-56 0 0,-1 2-8 0 0,-2 1 0 0 0,0 1 352 0 0,-2 0 64 0 0,2 3 8 0 0,1-1 8 0 0,1 0-208 0 0,2 1 0 0 0,2-1 0 0 0,0-1 0 0 0,3 2 0 0 0,0-1-88 0 0,2-1 24 0 0,1 1 0 0 0,0-1-264 0 0,2 0-56 0 0,0 0 0 0 0,2-1-8864 0 0</inkml:trace>
  <inkml:trace contextRef="#ctx0" brushRef="#br0" timeOffset="8">1841 3902 455 2681 3491,'1'-3'0'0'0,"-1"2"0"0"0,2-1 0 0 0,-2 0 0 0 0,0 0 256 0 0,0 1 0 0 0,1-2 8 0 0,0-1 0 0 0,0-1 120 0 0,1-2 32 0 0,-1-3 0 0 0,1 0 0 0 0,-2 1 80 0 0,0 1 16 0 0,0-1 8 0 0,0-1 0 0 0,-2 2 96 0 0,1 1 24 0 0,1 0 0 0 0,-1 0 0 0 0,0 1 248 0 0,0 1 48 0 0,0 1 16 0 0,0 2 0 0 0,1 0-56 0 0,-2 1 0 0 0,1 1-8 0 0,0 1 0 0 0,0 3-200 0 0,-3 0-40 0 0,0 5-8 0 0,-3 2 0 0 0,-3 4-264 0 0,1 3-56 0 0,-3 3-16 0 0,1 1 0 0 0,-2 2-80 0 0,-3 1-24 0 0,-3 4 0 0 0,1-1 0 0 0,0-3 72 0 0,-2 3 16 0 0,-4 6 0 0 0,-1 2 0 0 0,0 4 16 0 0,0-2 8 0 0,1 0 0 0 0,2-5 0 0 0,3-2-88 0 0,1-3-24 0 0,1 0 0 0 0,5-4 0 0 0,1-4-96 0 0,1 1-16 0 0,0 2-8 0 0,0 0 0 0 0,2 0-16 0 0,1 0-64 0 0,0-4 96 0 0,3-1-32 0 0,0-1 0 0 0,0-3 0 0 0,2-1 0 0 0,1-2 0 0 0,1-4-64 0 0,2-1 80 0 0,0-3-80 0 0,1-1 80 0 0,-1-1-80 0 0,1-2 0 0 0,2-2 0 0 0,1-3 0 0 0,0-2 0 0 0,0-2 0 0 0,0-2 0 0 0,0-1 64 0 0,-2-1-64 0 0,0-3 0 0 0,-2 1 0 0 0,-1 1 0 0 0,-1 0-64 0 0,-1-2-32 0 0,-2 3-8 0 0,-2-1 0 0 0,-1 5-24 0 0,-1 3-8 0 0,0 2 0 0 0,-3 3 0 0 0,-2 3 40 0 0,-2 3 16 0 0,0 2 0 0 0,-3 3 0 0 0,1 2 80 0 0,-1 2-80 30-18,-1 2 80-1 0,1 2-80-1-1,4 0 80-28 19,1 0 0 0 0,1 1 64 0 0,2-2-64 0 0,4 0 96 0 0,0-3-24 0 0,3 0 0 26-18,2-3 0-26 18,2-1 0 0 0,2 0 0 0 0,0-2 0 0 0,4-2 0 0 0,-2-2-8 0 0,4-2-64 0 0,0-1 96 26-18,1-1-32-26 18,2-2 0 0 0,-1 0-64 0 0,0-2 96 0 0,0-3-32 0 0,0 1-64 0 0,-3-1 64 0 0,0 1-64 0 0,-2 0 64 0 0,-2-1-64 27-20,-1 1 0-27 20,-1 2 0 0 0,-3-2 0 0 0,0 2 0 0 0,-3 0 0 0 0,1 2 0 0 0,-3-1 0 0 0,2 1 0 0 0,-2 0 0 0 0,0 1 0 0 0,0-1 0 0 0,3 1 0 0 0,-1-1-112 0 0,1 0 16 0 0,0-1 0 0 0,1 1-360 0 0,1-1-72 0 0,3-2-16 0 0,0 0-8320 0 0</inkml:trace>
  <inkml:trace contextRef="#ctx0" brushRef="#br0" timeOffset="9">1229 3538 5063 2858 3481,'1'-2'448'0'0,"0"0"-352"0"0,0 0-96 0 0,-2 1 0 0 0,1 1 736 0 0,0-1 128 0 0,0 0 24 0 0,-1-3 8 0 0,-3 2 192 0 0,-1 0 32 0 0,-3 4 16 0 0,-1 3 0 0 0,-2 3-464 0 0,-1 2-88 0 0,-3 4-16 0 0,-1 3-8 0 0,-1 3-104 0 0,-2 3-16 0 0,-2 5-8 0 0,-2 1 0 0 0,-2 3-32 0 0,-1 3-8 0 0,0 0 0 0 0,1 1 0 0 0,0-1 0 0 0,0-1 0 0 0,2 1 0 0 0,1-6 0 0 0,6-7-40 0 0,-1 3 0 0 0,0-1-8 0 0,-1 2 0 0 0,1 1-120 0 0,0-2-32 0 0,1 1 0 0 0,1 0 0 0 0,0-2-96 0 0,1-1-32 0 0,2-1 0 0 0,-1-2 0 0 0,3-1 0 0 0,0-2-64 0 0,0 0 96 0 0,0-3-32 0 0,2 1-64 0 0,1-3 0 0 0,2-2 0 0 0,2-1 0 0 0,1-3 0 0 0,-1 0 0 0 0,3-3 0 0 0,0-1 0 0 0,0-2 0 0 0,3-3 0 0 0,1-3 64 0 0,1-3-64 0 0,1-2 64 0 0,-1-2-64 0 0,2 0 96 0 0,-2-3-32 0 0,0 0-64 0 0,-1 0 0 0 0,-2-1 0 0 0,-1 2 0 0 0,-2 2 0 0 0,-1 1 0 0 0,-1 2 0 0 0,-3 1 0 0 0,2 4 0 0 0,-1 1-88 0 0,0 3 88 0 0,-1 1-64 0 0,-1 5 64 0 0,-1 1-104 0 0,1 2 40 0 0,-1 2 64 0 0,-1 1-80 0 0,0 2 80 0 0,2 1 0 0 0,1 0-72 0 0,-1-1 72 0 0,2-1 0 0 0,2 1 0 0 0,1-2 0 0 0,1-2 0 0 0,2-1 0 0 0,2-1 0 0 0,1-3 0 0 0,0 1 0 28-19,1-3 0-28 19,2-1 0 0 0,-1-3 0 0 0,4 1 0 0 0,-1-4 0 0 0,1-1 0 0 0,0-2 0 0 0,-1 1 0 0 0,-1 0 0 0 0,0-2 0 0 0,-4 0 0 0 0,0 2 0 0 0,-3-1 0 0 0,-1 2 0 0 0,-3-1 0 0 0,0 1 0 0 0,-2 1 0 0 0,-2 0 0 0 0,-1 2 0 0 0,0 0 0 26-18,-2 2 0-26 18,0 1 0 0 0,0 2 0 0 0,-1 0 0 0 0,1 3 0 0 0,0 2 0 0 0,1-1 0 0 0,1 2 0 0 0,0 0 0 0 0,0 2 0 0 0,0 0 0 0 0,2 1 0 0 0,1 0 0 0 0,3-1 0 0 0,1-1 0 0 0,1-1-96 0 0,1-3 16 0 0,-1 0 8 0 0,3 0-6080 0 0,2-1-1216 0 0</inkml:trace>
  <inkml:trace contextRef="#ctx0" brushRef="#br0" timeOffset="10">1266 4708 1839 2950 3173,'1'-2'160'0'0,"-1"2"-160"0"0,0 0 0 0 0,0-1 0 0 0,0 0 528 0 0,1-1 72 0 0,0 0 8 0 0,-1-2 8 0 0,1-1 296 0 0,0-1 56 0 0,0 1 16 0 0,0 1 0 0 0,-1 0 80 0 0,2 0 24 0 0,-1 1 0 0 0,-1-1 0 0 0,0 3-48 0 0,2-2-8 0 0,-2 1 0 0 0,0 1 0 0 0,0 0-264 0 0,0 1-48 0 0,-2 1-16 0 0,1 2 0 0 0,-2 3-232 0 0,0 4-56 0 0,-2 2 0 0 0,1-1-8 0 0,2-1-216 0 0,-2 4-48 0 0,-3 5-8 0 0,0 5 0 0 0,-1 5-24 0 0,-2 5-8 0 0,1 5 0 0 0,-1 1 0 0 0,0-3 24 0 0,3-1 0 0 0,-1-4 0 0 0,0 0 0 0 0,3-3-32 0 0,0-3-8 0 0,0-4 0 0 0,0 4 0 0 0,-1 2 8 0 0,1 2 0 0 0,-2-1 0 0 0,1 1 0 0 0,0 0 0 0 0,0-3 0 0 0,0-1 0 0 0,-1-5 0 0 0,2-2-8 0 0,1-3 0 0 0,2-2 0 0 0,0-2 0 0 0,1-2-24 0 0,0-2 0 0 0,2-2 0 0 0,-1 0 0 0 0,1-2-64 0 0,-1-2 64 0 0,2-2-64 0 0,-1-2 64 0 0,1-2-64 0 0,-1-2 80 0 0,1-1-80 0 0,0-3 80 0 0,1 0-16 0 0,-2-2-64 0 0,0 2 96 0 0,-1-3-32 0 0,-1-2-64 0 0,-1 1 0 0 0,-3 0 0 0 0,1 3 0 0 0,-1 2-120 0 0,-1 1 16 0 0,-2 3 0 0 0,0 2 0 0 0,0 3 8 0 0,-2 2 0 0 0,1 2 0 0 0,-1 3 0 0 0,-1 2 96 0 0,0 0-96 0 0,1 2 96 0 0,0 1-96 0 0,2-1 96 0 0,1 2 0 0 0,0-1 0 0 0,3-1-72 0 0,1 1 72 0 0,1-3 0 0 0,2-1 0 0 0,1-1 0 0 0,3-1 0 0 0,0 1 0 0 0,3-1 0 0 0,0-2 0 0 0,3-2 0 0 0,1-1 0 0 0,1-2 0 0 0,0 0 0 0 0,1-4 0 0 0,-2 2 0 0 0,-1-3 0 0 0,0 0 0 0 0,0-1 0 0 0,-1 0-64 0 0,-2 0 64 0 0,-1 0-64 0 0,-2 1 64 0 0,-2 0 0 0 0,-1 0 0 0 0,-2 2-64 0 0,-2 1 64 0 0,-2-1 0 0 0,0 2 0 0 0,-2 2 0 0 0,0 0 0 0 0,-2 2 0 0 0,0 0 0 0 0,0 1 0 0 0,-1 2 0 0 0,0 0 64 0 0,-1 1-64 0 0,0 1 64 0 0,2 0-64 0 0,1 0 64 0 0,3 0-64 23-19,0-1 64-23 19,2-2-64 0 0,2 1 0 0 0,1 1 0 0 0,3-2 0 0 0,0-1 0 0 0,1-2 0 0 0,4-1 0 0 0,1-1 0 0 0,1 0-112 0 0,0-3-8 22-21,0 2 0-22 21,1-3 0 0 0,3 1-608 0 0,0 0-120 0 0</inkml:trace>
  <inkml:trace contextRef="#ctx0" brushRef="#br0" timeOffset="11">2363 4404 3223 2594 3598,'-1'-2'288'0'0,"0"0"-288"0"0,1 1 0 0 0,0 1 0 0 0,0 0 864 0 0,-2-1 128 0 0,2 0 16 0 0,-1-1 8 0 0,-1 0 264 0 0,0 2 48 0 0,-1 4 16 0 0,1 3 0 0 0,-1 3-440 0 0,1 4-80 0 0,-1 5-24 0 0,0 5 0 0 0,1 3-104 0 0,-1 4-24 0 0,0 1-8 0 0,0 2 0 0 0,1 0-200 0 0,-1 0-40 0 0,1 2-8 0 0,0-1 0 0 0,0 0-24 0 0,-1-2-8 0 0,1-2 0 0 0,0 2 0 0 0,2 0-120 0 0,0-2-24 0 0,0-2-8 0 0,0-4 0 0 0,0-1-104 0 0,0-3-16 0 0,2-3-8 0 0,-2-2 0 0 0,1-2-40 0 0,0-1 0 0 0,1-1-64 0 0,-1-4 96 0 0,-1-1-96 0 0,1-2 72 0 0,0-1-72 0 0,-1 1 64 0 0,0-4-64 0 0,0-1 0 0 0,0 2 72 0 0,0-4-72 0 0,0 1 0 0 0,-1-4 72 0 0,0-2-72 0 0,-1-2 0 0 0,-1-1 88 0 0,0-1-88 0 0,-1 2 80 0 0,-2 0-80 0 0,1 2 0 0 0,-2 1 0 0 0,-2 3 0 0 0,0 2 0 0 0,-1 1 0 0 0,-3 1 0 0 0,1 4 0 0 0,-2-1 0 0 0,0 5 0 0 0,2-1 0 0 0,1 0 0 0 0,2 1 0 0 0,1-2 0 0 0,2 1 0 0 0,0 1 0 0 0,1 0 0 0 0,2 0 0 0 0,3 0 0 0 0,0-1 0 0 0,3-2 0 0 0,2 0 0 0 0,1-1 0 0 0,2-3 0 0 0,2 1 0 0 0,2-4 0 0 0,0-1 0 0 0,2-1 0 0 0,0-1 0 0 0,-1-2 0 0 0,-1 1 0 0 0,-4 0 0 0 0,1-1 0 0 0,0 1 0 0 0,-1-3 0 0 0,-1 0 0 0 0,-1-1 0 0 0,-3 2 0 0 0,-5 2 0 0 0,-1 1 0 0 0,-1 1 0 0 0,-3 2 0 0 0,-3 0 0 0 0,0 3 0 0 0,-4 0 0 0 0,0 1 0 0 0,4 0 0 0 0,1 1 0 0 0,-1-1 0 0 0,1 2 0 0 0,-1 0 72 0 0,2 2-72 0 0,1-1 64 0 0,2-1-64 0 0,1 1 0 0 0,2-2 0 0 0,2 1 64 0 0,2-1-64 0 0,2-1 0 0 0,1-1 0 0 0,4-2 0 0 0,0 0-176 0 0,4-4-24 0 0,1 2-8 0 0,0-3 0 0 0,0 1-880 0 0,3-3-184 0 0</inkml:trace>
  <inkml:trace contextRef="#ctx0" brushRef="#br0" timeOffset="12">3235 4244 3679 2183 3661,'2'-3'160'0'0,"0"1"40"0"0,-1 0-200 0 0,0 1 0 0 0,0 0 0 0 0,-1 1 0 0 0,1-1 760 0 0,0 1 104 0 0,0 0 32 0 0,1 1 0 0 0,-1 2 192 0 0,-1 2 32 0 0,0 2 16 0 0,-2 4 0 0 0,0 1-48 0 0,0 2 0 0 0,-1 2-8 0 0,0 3 0 0 0,0 1-208 0 0,0 4-40 0 0,-1 3 0 0 0,1 2-8 0 0,0 3-296 0 0,-1 0-56 0 0,0 1-16 0 0,1-3 0 0 0,1-5-144 0 0,-3 1-32 0 0,2 0-8 0 0,-1 2 0 0 0,-1-2-112 0 0,1 0-32 0 0,-2 1 0 0 0,1-1 0 0 0,0 3-8 0 0,0-1-8 0 0,1 0 0 0 0,-1-4 0 0 0,2 1-112 0 0,1-2 0 0 0,0-3-72 0 0,0 0 72 0 0,0-3 104 0 0,0 0 72 0 0,2-2 16 0 0,-2 0 0 0 0,0-3-192 0 0,0-1 0 0 0,2-1 0 0 0,-2-1 64 0 0,1-2-64 0 0,1 0 0 0 0,0-1 0 0 0,0-1 0 0 0,0-2 64 0 0,0-1-64 0 0,0 0 80 0 0,0-1-80 0 0,1 0 64 0 0,-1-1-64 0 0,2 0 0 0 0,-2-1 72 0 0,2 0-72 0 0,-2-1 0 0 0,0 2 72 0 0,0 0-72 0 0,0 0 0 0 0,0 0 72 0 0,8-16-72 0 0,-8 11 0 0 0,0 1 64 0 0,-2-2-64 0 0,0-1 0 0 0,-1 2 0 0 0,0-2 0 0 0,-2 3 0 0 0,-1 0 0 0 0,-1 1 0 0 0,-1 3 0 0 0,-2 1 0 0 0,-1 3 0 0 0,0 0 0 0 0,-3 2 0 0 0,1 1 0 0 0,0 0-64 0 0,2 0 64 0 0,2 0 0 0 0,-1 0 0 0 0,3 0 0 0 0,-1 0 0 0 0,4-1 0 0 0,0-1 0 0 0,2 1 0 0 0,1-1 0 0 0,1 0 0 0 0,3 1 0 0 0,1-2 0 0 0,0 0 0 0 0,4-1 0 0 0,-1-2 0 0 0,4 0 0 0 0,1-2 0 0 0,1-1 0 0 0,1 0 0 0 0,-2-3 0 0 0,2 0 0 0 0,2 0 0 0 0,-2-3 0 0 0,0 1-80 0 0,-4 2 80 0 0,-2 0-72 0 0,-3 0 72 0 0,-2 2-96 0 0,-3 1 96 0 0,-3 0-64 0 0,-4 2 64 0 0,-1 2 0 0 0,-3 0 0 0 0,-3 1 0 0 0,0 2 0 0 0,-2 1 0 0 0,1-2 0 0 0,2 1 0 0 0,1 0 0 0 0,0 0 64 0 0,1-1-64 0 0,3 1 80 0 0,-1-1-80 0 0,4 1 80 0 0,1-1-80 0 0,2 0 0 0 0,1-1 0 0 0,2 0 0 0 0,2-1 0 0 0,2 0-104 0 0,2-1-48 0 0,3-1-8 0 0,2-1-6328 0 0,2 0-1264 0 0</inkml:trace>
  <inkml:trace contextRef="#ctx0" brushRef="#br0" timeOffset="13">2218 5209 5703 2583 3261,'4'-1'512'0'0,"-3"1"-416"0"0,-1 0-96 0 0,2 0 0 0 0,-1-1 0 0 0,-1 1 0 0 0,0 0 0 0 0,0 0 0 0 0,0 0 0 0 0,1 0 0 0 0,-1 0 0 0 0,0 0 0 0 0,0 0 0 0 0,0 0 0 0 0,0 0 0 0 0,0 0 0 0 0,0 0 0 0 0,0 0 0 0 0,0 0 0 0 0,0 0 0 0 0</inkml:trace>
  <inkml:trace contextRef="#ctx0" brushRef="#br0" timeOffset="14">2254 5182 5623 2570 3261,'0'0'504'0'0,"0"0"-408"0"0,0 0-96 0 0,0 0 0 0 0,1 0 384 0 0,-1-2 48 0 0,0 1 16 0 0,0 1 0 0 0,2-3 152 0 0,0 1 24 0 0,-2 0 8 0 0,0 2 8 0 0,0 0 24 0 0,0 0 8 0 0,0 0 0 0 0,0 0 0 0 0,0 0-24 0 0,4-14-8 0 0,-1 12 0 0 0,-2 1 8 0 0,0 0-72 0 0,-1 1-24 0 0,0 0 0 0 0,0 0 8 0 0,-1 0-136 0 0,0 2-24 0 0,-2 1-8 0 0,-1 1 8 0 0,0 3-160 0 0,-2 2-32 0 0,-3 1-8 0 0,-1 4 8 0 0,0 2-80 0 0,-2 6-24 0 0,-2 2 0 0 0,-1 3 8 0 0,-2 1-112 0 0,0 2 72 0 0,-2-1-72 0 0,-1 1 72 0 0,-1 1 32 0 0,2-1 8 0 0,0-3 0 0 0,2-1 8 0 0,2-4-16 0 0,1-2 0 0 0,-1 1 0 0 0,2-3 8 0 0,-1 2-40 0 0,1-3-8 0 0,1 0 0 0 0,-1-1 8 0 0,2-1 56 0 0,1-1 16 0 0,1-2 0 0 0,-1 0 16 0 0,2-1-72 0 0,0-1-16 0 0,0-1 0 0 0,3-2 0 0 0,-1-1-72 0 0,1-2 96 0 0,2 0-96 0 0,1-2 96 0 0,1-1-96 0 0,1-1 0 0 0,1 0 0 0 0,1-1 64 0 0,0-3-64 0 0,3-2 0 0 0,2-3 0 0 0,-1 1 0 0 0,1-2 64 0 0,-1-1-64 0 0,1 0 0 0 0,-2 0 64 0 0,-2 1-64 0 0,-1 0-96 0 0,-1 1 16 0 0,-1 1 8 0 0,-1 1-16 0 0,-2 1 0 0 0,1 2 0 0 0,-2 2 0 0 0,-1 4-88 0 0,0 0-16 0 0,-3 5-8 0 0,0 1 0 0 0,0 1 64 0 0,-1 1 8 0 0,1 1 8 0 0,0 1 0 0 0,2-3 120 0 0,0 1 0 0 0,1-1 0 0 0,1 0 0 0 0,2 0 0 0 0,0-2 0 0 0,2 1 0 0 0,1-3 0 0 0,0 0 0 0 0,1-1 0 0 0,1-3 0 0 0,1 1 0 0 0,1-2 0 0 0,2-2 0 0 0,0 0 0 0 0,2-2 0 0 0,-1-1 64 0 0,0 1-64 0 0,-1-2 0 0 0,0 0 0 0 0,-2 0 64 0 0,-1 1-64 0 0,-2 0 0 0 0,0 0 0 0 0,-2 2 0 0 0,0-1 0 0 0,-1 0 0 0 0,-1 1 0 0 0,2 0-280 0 0,-1-1-8 0 0,-1 1 0 0 0,2-1 0 0 0,2 0-688 0 0,1-3-144 0 0</inkml:trace>
  <inkml:trace contextRef="#ctx0" brushRef="#br0" timeOffset="15">2286 5125 5815 2500 2998,'-3'-8'128'0'0,"3"4"24"0"0,-2 2 8 0 0,2 0 0 0 0,0 1-160 0 0,0 0 0 0 0,0 0 0 0 0,0 1 0 0 0,0 0 1232 0 0,2 0 208 0 0,-1 3 48 0 0,1 1 8 0 0,1 4-480 0 0,-1-1-96 0 0,2 3-24 0 0,0 2 0 0 0,2 3-168 0 0,-1-1-40 0 0,3 3-8 0 0,1 2 0 0 0,0 2-232 0 0,0 1-40 0 0,2 1-16 0 0,0 1 0 0 0,-1 0-72 0 0,0 0-24 0 0,2-1 0 0 0,-2 0 0 0 0,3 0-32 0 0,-2-1-8 0 0,-1 0 0 0 0,0-1 0 0 0,-2-1-104 0 0,2 2-24 0 0,1 0-8 0 0,-2 2 0 0 0,2-1-48 0 0,-1 0-8 0 0,0-1 0 0 0,0 0 0 0 0,-1-2 8 0 0,1 1 0 0 0,-1-3 0 0 0,0 1 0 0 0,0-1-8 0 0,-2-2 0 0 0,0 0 0 0 0,0-4 0 0 0,-3-2-64 0 0,0-1 0 0 0,1 2 72 0 0,0-1-72 0 0,-2-2 0 0 0,0-2 72 0 0,2-1-72 0 0,-3-1 0 0 0,1-2 104 0 0,-1 0-32 0 0,1-4-8 0 0,0 0 0 0 0,-1-3 0 0 0,1-1-64 0 0,-1-1 96 0 0,-1 0-32 0 0,-1-1-64 0 0,-1 0 80 0 0,-1-1-80 0 0,-2 0 80 0 0,0 1-80 0 0,-2 1 0 0 0,-1 2 0 0 0,-3 0 0 0 0,0 2 0 0 0,0 2 0 0 0,-1 2-64 0 0,0 1 64 0 0,2 0 0 0 0,0 2-88 0 0,1 1 88 0 0,0 2-64 0 0,1-1 64 0 0,2 0 0 0 0,1 0 0 0 0,3-1 0 0 0,1 0 0 0 0,1 1 0 0 0,1-1 0 0 0,2-1 0 0 0,3 1 0 0 0,0-3 0 0 0,2 0 0 0 0,-1-1 0 0 0,0 0 0 0 0,1-2 0 0 0,2 0 0 0 0,-2-1 0 0 0,1 1-64 0 0,0-2 64 0 0,-4 0-64 0 0,1 0 64 0 0,-4 1-96 0 0,-1 0 16 0 0,-2-1 8 0 0,0 0 0 0 0,-3 1 72 0 0,-1-1 0 0 0,-1 1-72 0 0,1 2 72 0 0,0-2 0 0 0,0 2 0 0 0,-3 0 0 0 0,-2 2 0 0 0,-1-1 0 0 0,0 2 0 0 0,-1 0 0 0 0,2 0 0 0 0,4 0 0 0 0,-2 1 0 0 0,3 0 0 0 0,1-1 0 0 0,1-1 0 0 0,0 1-88 0 0,2-1 88 0 0,1 1-64 0 0,1 1-296 0 0,0-2-56 0 0,2 0-16 0 0,-2 0-8624 0 0</inkml:trace>
  <inkml:trace contextRef="#ctx0" brushRef="#br0" timeOffset="16">2545 5858 1375 2413 2601,'0'0'128'0'0,"0"0"-128"0"0,0-1 0 0 0,0 1 0 0 0,0-1 744 0 0,0 1 128 0 0,0-1 24 0 0,0-1 8 0 0,0 0 312 0 0,0 1 56 0 0,0-1 8 0 0,0 2 8 0 0,0 0-80 0 0,0 0-24 0 0,0 0 0 0 0,0 0 0 0 0,0 0-392 0 0,0 0-88 0 0,0 0-8 0 0,0 0-8 0 0,0 0-288 0 0,2 15-56 0 0,-2-6-16 0 0,0 2 0 0 0,-2 4-8 0 0,2 3 0 0 0,-2 2 0 0 0,0 2 0 0 0,0 1 0 0 0,0 1 0 0 0,2 0 0 0 0,-2 0 0 0 0,0 0-80 0 0,1-1-16 0 0,1-2-8 0 0,-1-1 0 0 0,1-1-80 0 0,0-1-8 0 0,1-2-8 0 0,-1-1 0 0 0,1 1-56 0 0,0-2 0 0 0,-1-2-64 0 0,1 1 96 0 0,-1 1-32 0 0,1 1-64 0 0,-2 0 88 0 0,1-1-88 0 0,0 1 112 0 0,-1-2-32 0 0,0 0-8 0 0,1-1 0 0 0,-1-2 8 0 0,1 0 0 0 0,0-2 0 0 0,0 1 0 0 0,0-1-16 0 0,0-3-64 0 0,1 0 96 0 0,-1-2-32 0 0,1-3-64 0 0,-1 0 64 0 0,1 1-64 0 0,0 0 64 0 0,-1-1-64 0 0,0-1 0 0 0,0 2 0 0 0,0-1 64 0 0,0-2 0 0 0,0 1-64 0 0,0 1 96 0 0,0 0-32 0 0,0 0 32 0 0,0 0 0 0 0,0 0 0 0 0,-4-15 0 0 0,3 10-96 0 0,-1 0 0 0 0,0 1 0 0 0,-1 0 0 0 0,1 2 0 0 0,-2-3 0 0 0,0-1-80 0 0,-1-1 80 0 0,-2 0 0 0 0,0-1 0 0 0,-3-1-64 0 0,2 1 64 0 0,3 2-96 0 0,-3-1 8 0 0,-1 0 0 0 0,-4-3 0 0 0,0 2 88 0 0,2 0-104 0 0,0 1 40 0 0,1 2 64 0 0,1 0-128 0 0,0 0 32 0 0,1 0 0 0 0,0 2 8 0 0,1-1 88 0 0,-1 1 0 0 0,1-1-72 0 0,-1 0 72 0 0,2-1 0 0 0,-2 0 0 0 0,3 2-72 0 0,0 1 72 0 0,1-2 0 0 0,0 2 0 0 0,2-2 0 0 0,1 2 0 0 0,0 0 0 0 0,1 0 0 0 0,1 1 0 0 0,2 0 0 0 0,0 0 0 0 0,2-1 0 0 0,1 1 0 0 0,1-1 0 0 0,1 1 0 0 0,3-1 0 0 0,2 1 0 0 0,1-2 0 0 0,1 1 80 0 0,3 0-80 0 0,-1-2 80 0 0,0 3-80 0 0,1-2 72 0 0,-2 2-72 0 0,4 0 64 0 0,-2 0-64 0 0,-1 1 0 0 0,0 0 0 0 0,0 0 0 0 0,0 0 0 0 0,-3 0 0 0 0,1 2 0 0 0,-2-1 0 0 0,-2 2 0 0 0,-2-2 0 0 0,-1 3 0 0 0,-1-2 0 0 0,0 0 0 0 0,-2 1 0 0 0,0-1 0 0 0,1 0 0 0 0,-2 1 0 0 0,0 1 0 0 0,0-1 0 0 0,0 1 64 0 0,0 0-64 0 0,-2-1 0 0 0,0 1 0 0 0,0-1 0 0 0,-2 0 0 0 0,2 0 64 0 0,-4 0-64 0 0,2 2 64 0 0,-2 0-64 0 0,-2 1 96 0 0,-1 1-32 0 0,0 0 0 0 0,-2 0 0 0 0,-1 0 8 0 0,0-2 0 0 0,-3 5 0 0 0,1-1 0 0 0,-2 1-72 0 0,0 0 96 0 0,0 1-96 0 0,-1-1 96 0 0,0 2-96 0 0,2-2 80 0 0,0 1-80 0 0,1-2 80 0 0,2 2-80 0 0,0-1 64 0 0,2 1-64 0 0,0-2 64 0 0,1-3-64 0 0,3-2 0 0 0,-1 1 0 0 0,1 0 0 0 0,2-3 0 0 0,0 0 0 0 0,0 0 0 0 0,1-2 0 0 0,1 1-160 0 0,1-2-32 0 0,1 0 0 0 0,1-2-6448 0 0,1 1-1296 0 0</inkml:trace>
  <inkml:trace contextRef="#ctx0" brushRef="#br0" timeOffset="17">4150 4265 5703 2183 3536,'2'0'512'0'0,"-2"0"-416"0"0,0 0-96 0 0,0-2 0 0 0,0 2 0 0 0,0 0 0 0 0,-1-1 0 0 0,-1 0 0 0 0,0 1 0 0 0,-3-2 0 0 0,2 0 0 0 0,1 0 0 0 0,-1 1 0 0 0,1 0 0 0 0,0-1 0 0 0,1 2 0 0 0,-1-1 0 0 0,2 1 0 0 0,-3-1 0 0 0,3 1 0 0 0,0-1 0 0 0,-2 1 0 0 0,1-1 0 0 0,-1 0 0 0 0,1 1 0 0 0,-1 0 0 0 0,-1-2 0 0 0,0 2 0 0 0,2-1 0 0 0,-2 0 0 0 0,0 0-96 0 0,1 0 32 0 0,-1 0 64 0 0,0 0-96 0 0,1-1 96 0 0,0 1 0 0 0,0-1 0 0 0,0 1 0 0 0,0 0 104 0 0,1 0-8 0 0,-2-1 0 0 0,1 1 0 0 0,0 0-176 0 0,0 0-40 0 0,1 0-8 0 0,-1-1 24 0 0,0 1 24 0 0,1 0 8 0 0,-1 0 0 0 0,1 0 0 0 0,1-2 328 0 0,-2 1 72 0 0,2 0 16 0 0,-1-1 16 0 0,1 1 152 0 0,0 0 32 0 0,0 0 8 0 0,0 0 0 0 0,0 0 56 0 0,-1 1 0 0 0,1-1 8 0 0,0 1 0 0 0,0 0-56 0 0,1 1-16 0 0,-1 0 0 0 0,0 2 24 0 0,-1 0-120 0 0,1 1-32 0 0,-1 3 0 0 0,0 1 0 0 0,0 0-72 0 0,0 3-24 0 0,-1 1 0 0 0,2 3 24 0 0,-1 1 32 0 0,0 3 8 0 0,0 1 0 0 0,0 2 0 0 0,0-1-40 0 0,-1 4-8 0 0,1 5 0 0 0,-1 4 0 0 0,-1 1 48 0 0,1 0 16 0 0,-1 0 0 0 0,0-2 16 0 0,1-1-120 0 0,0-4-16 0 0,-1 0-8 0 0,2-3 0 0 0,0 0-112 0 0,0-4-32 0 0,1-2 0 0 0,-1 1 0 0 0,1-1-40 0 0,0-2-16 0 0,0 1 0 0 0,0-3 0 0 0,1-1 0 0 0,-1-1 0 0 0,0-2 0 0 0,1-2 0 0 0,-1-1 24 0 0,0-1 8 0 0,1 0 0 0 0,-1-2 0 0 0,1 0-32 0 0,-1-1-8 0 0,0 0 0 0 0,2-1 0 0 0,-1 2 0 0 0,-1-2 0 0 0,1 0 0 0 0,0 0 0 0 0,-1-1 0 0 0,1 1 0 0 0,0-1 0 0 0,1-1 0 0 0,-2 1 0 0 0,1-1 0 0 0,-1 0 0 0 0,3 0 0 0 0,-3 0-64 0 0,0 0 0 0 0,0 0 0 0 0,0 0 0 0 0,0 0 64 0 0,5-17 0 0 0,-6 13 0 0 0,0-2 0 0 0,-1 1-64 0 0,0-3 0 0 0,-3 0 0 0 0,0 1 0 0 0,-1 0 0 0 0,-1-2 0 0 0,-1 0 0 0 0,0-1 0 0 0,-1 1 0 0 0,-2-1 0 0 0,1 1 0 0 0,-1 1 0 0 0,2 0-104 0 0,-4 0-16 0 0,2 2 0 0 0,-3-2 0 0 0,1 2 24 0 0,0 0 0 0 0,0 2 0 0 0,0 0 0 0 0,0-1 24 0 0,1 2 8 0 0,2 0 0 0 0,0-1 0 0 0,2 0 64 0 0,1 2 0 0 0,1-2 0 0 0,1 1 0 0 0,1-1 0 0 0,2 2 0 0 0,-1-2 0 0 0,2 2 0 0 0,0-2 0 0 0,2 3 0 0 0,1-3 0 0 0,1 2 0 0 0,-1-1 0 0 0,3-1 0 0 0,2 0 0 0 0,2-1 0 0 0,1 2 0 0 0,1-1 0 0 0,2 1 0 0 0,0 0 0 0 0,5 1 0 0 0,-2-1 0 0 0,4 2 0 0 0,-1 0 0 0 0,0 1 0 0 0,2 1 0 0 0,-1 1 64 0 0,-1 0-64 0 0,0 0 0 0 0,-1 1 0 0 0,0 1 0 0 0,-1-1 0 0 0,-1 0 0 0 0,0 1 0 0 0,0-2 0 0 0,-3 1 0 0 0,0-2 0 0 0,0 0 0 0 0,-2 0 0 0 0,-1-1 0 0 0,-2 0 0 0 0,-1 0 0 0 0,0 0 0 0 0,-3-1 0 0 0,0 2 0 0 0,-3-1 0 0 0,0 0 0 0 0,-1 1 0 0 0,-1 0 0 0 0,-1 1 0 0 0,-1 0 0 0 0,-1 0 0 0 0,0 1 0 0 0,-4 3 0 0 0,0 0 0 0 0,-2 0 0 0 0,0 1 0 0 0,0 2 0 0 0,-2 0 0 0 0,-1 0 0 0 0,0 1 64 0 0,-2 2-64 0 0,0 0 64 0 0,-2 2-64 0 0,1-3 0 0 0,-1 2 64 0 0,0 1-64 0 0,2-1 0 0 0,2-1 96 0 0,0-1-8 0 0,1 0-8 0 0,1-2 0 0 0,2 2-16 0 0,1-3 0 0 0,1-1 0 0 0,2-1 0 0 0,-1 0 0 0 0,2-3 0 0 0,0 1 0 0 0,1-1 0 0 0,2 0-64 0 0,-2-1 0 0 0,3 0 0 0 0,0-1 0 0 0,0 0 0 0 0,0-1 0 0 0,0 0 0 0 0,0 0 0 0 0,0 0-192 0 0,0-1-48 0 0,0 0-16 0 0,0 1-6336 0 0,0 0-1280 0 0</inkml:trace>
  <inkml:trace contextRef="#ctx0" brushRef="#br0" timeOffset="18">3031 5096 2303 2533 3183,'1'2'200'0'0,"-1"-2"-200"0"0,1 1 0 0 0,-1-1 0 0 0,1 1 448 0 0,-1 0 56 0 0,0 0 8 0 0,3 0 0 0 0,-2 2 192 0 0,1 0 48 0 0,1-1 8 0 0,-2 0 0 0 0,1 0 48 0 0,-1 0 16 0 0,0-2 0 0 0,0 0 0 0 0,-1 1-56 0 0,0 0 0 0 0,0-1-8 0 0,0 0 0 0 0,0-1-152 0 0,0 1-24 0 0,0 0-8 0 0,0 0 0 0 0,0 0 0 0 0,0 0-8 0 0,0 0 0 0 0,0 0 0 0 0,-8-14-216 0 0,6 12-32 0 0,0 0-16 0 0,-1-2 0 0 0,-2-1-136 0 0,0 0-24 0 0,0-3-8 0 0,-2 1 0 0 0,0-2-48 0 0,0 1-16 0 0,-1-3 0 0 0,-1 1 0 0 0,2-2 8 0 0,-2 1 0 0 0,0-1 0 0 0,2 1 0 0 0,-1 1 8 0 0,1 1 0 0 0,2 1 0 0 0,0 1 0 0 0,1 1 72 0 0,-1 1 8 0 0,2 0 8 0 0,0 2 0 0 0,0-1-80 0 0,2 0-8 0 0,-1 2-8 0 0,0-1 0 0 0,1 2-80 0 0,0-1 96 0 0,1 0-96 0 0,0 0 96 0 0,0 0-96 0 0,0 1 0 0 0,0 1 72 0 0,-2-2-72 0 0,2 0 0 0 0,0 2 72 0 0,0-2-72 0 0,0 2 0 0 0,2 0 80 0 0,-2 0-80 0 0,0-2 64 0 0,1 2-64 0 0,1 0 64 0 0,2 2-64 0 0,-4-2 64 0 0,0 0-64 0 0,19 2 0 0 0,-11-1 0 0 0,4 0 64 0 0,2 1-64 0 0,1-2 0 0 0,2 1 96 0 0,1-1-96 0 0,2 0 96 0 0,0 2-96 0 0,2-1 96 0 0,-1-1-96 0 0,0 1 96 0 0,1-1-32 0 0,1 0-64 0 0,0 2 96 0 0,-2 0-32 0 0,-2-1 16 0 0,-1 0 0 0 0,0 1 0 0 0,-3 0 0 0 0,-2 0-80 0 0,-2 1 64 0 0,-1 0-64 0 0,-2-1 64 0 0,-3 0 0 0 0,-1 1 0 0 0,-1 1 0 0 0,-3 0 0 0 0,0 0-64 0 0,-1 1 0 0 0,-3 1 0 0 0,-2 0 0 0 0,1 0 64 0 0,-2 1 0 0 0,-1 3 0 0 0,-3-1 0 0 0,0 2 0 0 0,-2 2 0 0 0,-1 0 0 0 0,-2 1 0 0 0,2-2-64 0 0,-1 3 0 0 0,-2 0 0 0 0,2-1 0 0 0,-2 0 0 0 0,2-1 80 0 0,1-2-80 0 0,2 0 80 0 0,0-2-80 0 0,1 0 64 0 0,2-1-64 0 0,-1-1 64 0 0,4 0-64 0 0,-1-3 0 0 0,3 2 0 0 0,0-3 0 0 0,1 0 0 0 0,1-2 0 0 0,1 1 0 0 0,0-2 0 0 0,1 0 0 0 0,1-1 0 0 0,0 0 0 0 0,1-1 0 0 0,4 0-384 0 0,1-3-8 0 0,2-1-8 0 0,3-1-9200 0 0</inkml:trace>
  <inkml:trace contextRef="#ctx0" brushRef="#br0" timeOffset="19">1997 5636 4631 2652 2994,'-3'-2'416'0'0,"3"2"-336"0"0,-2 0-8 0 0,1 0 0 0 0,0 0 0 0 0,1 0 24 0 0,0 0-160 0 0,-2 0-32 0 0,0 0-8 0 0,0 0 16 0 0,-1 0 88 0 0,0 2 0 0 0,0-1 0 0 0,0 0 0 0 0,-1 0 0 0 0,1-1 0 0 0,0 1 0 0 0,-2-2 0 0 0,1-1 0 0 0,0-1 0 0 0</inkml:trace>
  <inkml:trace contextRef="#ctx0" brushRef="#br0" timeOffset="20">1811 5726 2759 2773 3070,'0'1'248'0'0,"0"0"-248"0"0,2-1 0 0 0,-2 0 0 0 0,0 0 592 0 0,1 1 72 0 0,-1-1 8 0 0,2 1 8 0 0,-2 1 152 0 0,2-1 24 0 0,0 0 8 0 0,-2-1 0 0 0,0 0-16 0 0,0 0 0 0 0,0 0 0 0 0,0 0 0 0 0,0 0-16 0 0,0 0 0 0 0,0 0 0 0 0,0 0 0 0 0,0 0-128 0 0,0 0-24 0 0,0 0-8 0 0,10-11 0 0 0,-11 8-192 0 0,0 0-32 0 0,0 0-16 0 0,-1-1 0 0 0,1-1-160 0 0,0 0-32 0 0,-2 1-8 0 0,0-3 0 0 0,0 0-72 0 0,-1-1-8 0 0,0-1-8 0 0,-1-2 0 0 0,1 2-16 0 0,-1 0-8 0 0,1-1 0 0 0,0 0 0 0 0,-3-2-40 0 0,1-1-8 0 0,-2 1 0 0 0,3 0 0 0 0,-1 1-72 0 0,0 0 80 0 0,0 0-80 0 0,0 3 80 0 0,1 1-80 0 0,1 1 0 0 0,1 1 72 0 0,2 2-72 0 0,-1 1 0 0 0,1-1 64 0 0,1 2-64 0 0,1 1 0 0 0,-2 0 0 0 0,3 0 0 0 0,0 0 0 0 0,3 1 0 0 0,0 0 0 0 0,2 1 0 0 0,3-2 0 0 0,1 2 0 0 0,0-1 0 0 0,4 0 0 0 0,1 0 0 0 0,1 1 0 0 0,2-2 0 0 0,0 2 0 0 0,2 0 0 0 0,0 0 64 0 0,-2-1-64 0 0,0 1 64 0 0,1-1-64 0 0,-2 1 64 0 0,-1-1-64 0 0,-2 1 64 0 0,0 0-64 0 0,-2-1 64 0 0,-1 0-64 0 0,-3 0 0 0 0,-1 1 0 0 0,-1 1 64 0 0,-1 0-64 0 0,-2 0 0 0 0,0-1 64 0 0,-2 2-64 0 0,1-2 64 0 0,-1 0-64 0 0,0 1 80 0 0,-1 0-80 0 0,0 1 88 0 0,1-3-88 0 0,0 1 96 0 0,0 0-96 0 0,-1 0 80 0 0,-1 0-80 0 0,2-1 64 0 0,-2 2-64 0 0,0-1 0 0 0,0-1 0 0 0,0 1 0 0 0,-2 0 0 0 0,1 1 64 0 0,-1 0-64 0 0,-2 0 64 0 0,0 2-64 0 0,-1-1 96 0 0,-2 2-32 0 0,-1 1 0 0 0,-2 0 0 0 0,0 4-64 0 0,-4-2 0 0 0,1 2 0 0 0,-3 2 0 0 0,1-1 0 0 0,1 0 0 0 0,-3 2 0 0 0,3-1 64 0 0,-1-3-64 0 0,4 0 0 0 0,0 0 0 0 0,1-2 0 0 0,2-1 0 0 0,-1 1 0 0 0,2-3 64 0 0,0 1-64 0 0,1-1 0 0 0,0-1 0 0 0,0 0 0 0 0,2-2 0 0 0,1 1 0 0 0,-1-1 0 0 0,2 0 0 0 0,1 0 0 0 0,-1-1 0 0 0,2-1 0 0 0,0 2 0 0 0,2-4 0 0 0,-1 2-280 0 0,3-3-16 0 0,1 1-8 0 0,2-2-9136 0 0</inkml:trace>
  <inkml:trace contextRef="#ctx0" brushRef="#br0" timeOffset="21">1002 5402 919 2522 2644,'2'-2'80'0'0,"-1"0"-80"0"0,0 2 0 0 0,-1 0 0 0 0,0 0 144 0 0,1 0 16 0 0,1-2 0 0 0,1 0 0 0 0,-1 0-64 0 0,0 0 0 0 0,0 1-8 0 0,-1 0 0 0 0,0 0-88 0 0,-1 0 64 0 0,2 0-64 0 0,-2 1 64 0 0,2 0-64 0 0,-1-2 0 0 0,1 2 0 0 0,-2-1 0 0 0</inkml:trace>
  <inkml:trace contextRef="#ctx0" brushRef="#br0" timeOffset="22">1068 5392 5983 2830 3441,'0'-4'264'0'0,"0"2"56"0"0,0 1-256 0 0,-1 1-64 0 0,1-2 0 0 0,-1 2 0 0 0,1-1 752 0 0,-1 1 136 0 0,0-1 24 0 0,0 1 8 0 0,-2 0 136 0 0,-1 2 32 0 0,2 3 8 0 0,-2-1 0 0 0,-1 3-264 0 0,1-1-48 0 0,1 4-16 0 0,-1-1 0 0 0,0 3-200 0 0,-2 1-48 0 0,2 2-8 0 0,-1-2 0 0 0,2-3-176 0 0,-1 3-40 0 0,0 3-8 0 0,-1 6 0 0 0,0-2-48 0 0,1 4-16 0 0,-2 0 0 0 0,0 2 0 0 0,1 0-32 0 0,-1-2 0 0 0,1 2-8 0 0,-2-4 0 0 0,1 1-56 0 0,1-2-16 0 0,-1-3 0 0 0,0 1 0 0 0,0 1-16 0 0,0-3 0 0 0,2-2 0 0 0,0 1 0 0 0,0 0 8 0 0,0 0 0 0 0,2 2 0 0 0,-2-3 0 0 0,2 0-104 0 0,1-1-96 0 0,0 0 24 0 0,-1-2 0 0 0,0 1 208 0 0,0-3 48 0 0,1 2 8 0 0,0-2 0 0 0,-1-1-112 0 0,0 0-16 0 0,0-1-64 0 0,0-2 96 0 0,2-2-24 0 0,0-1-8 0 0,0 0 0 0 0,-1-1 0 0 0,0-2 0 0 0,1 0-64 0 0,1 0 96 0 0,-1-3-32 0 0,0 0 0 0 0,0-1-64 0 0,0 1 96 0 0,0-3-32 0 0,-1 0 0 26-19,1-4-64-26 19,-2 4 96 0 0,0-1-32 0 0,0-3-64 0 0,0 5 0 0 0,-1-1 0 0 0,0 0 0 27-20,-1 2 0-27 20,1 0 0 0 0,-2 0 0 0 0,0 0 0 25-19,0 0 0-25 19,1 1 0 0 0,-3 0 0 0 0,0 0 0 0 0,1-1 0 0 0,-2 1 0 0 0,2-1 0 0 0,-3 0 0 0 0,1-1 0 26-20,-1 0 0-26 20,0 0 0 25-19,0-2 0-25 19,2 2 0 0 0,-1-4 0 0 0,0 1-72 0 0,-1-1 72 0 0,3 0-72 0 0,-2 0 72 0 0,2 1-104 0 0,-2 0 40 0 0,0-1 64 0 0,0 0-104 0 0,0 2 40 0 0,1 1 64 0 0,0 2-64 0 0,0-1 64 0 0,0 2 0 0 0,-1-1 0 0 0,3 2 0 0 0,0-2 0 0 0,0 1 0 0 0,2 1 0 0 0,-1 0 0 0 0,0-1 0 0 0,3-1 0 0 0,-1 1 0 0 0,1 0 0 0 0,0-1 0 0 0,1 0 0 0 0,1 0 0 0 0,1 1 0 0 0,0 0 0 0 0,1 1 0 0 0,0 0 0 0 0,3 2-64 0 0,1 0 64 0 0,2 0 0 0 0,1 0 0 0 0,2 2 0 0 0,1-1 0 0 0,2 1 0 0 0,3 0 0 0 0,3 0 0 0 0,1 0 0 0 0,3 1 0 0 0,1-1 0 0 0,0 0 0 0 0,0-1 0 0 0,1 0 0 0 0,-3-2 0 0 0,-5 0 0 0 0,1 1 0 0 0,2-2 0 0 0,2 0 0 0 0,-3 1 0 0 0,-2 0 0 0 0,-3 1 0 0 0,0-1 0 0 0,-4 1 0 0 0,0 0 0 0 0,-3 1 0 0 0,0 0 0 0 0,-1-1 0 0 0,-2 1 0 0 0,-1 1 64 0 0,-2-2-64 0 0,0 2 0 0 0,-2 0 64 0 0,0 2-64 0 0,-1-3 64 0 0,-1 3-64 0 0,-2-1 64 0 0,-1-2-64 0 0,0 4 64 0 0,-1 2 24 0 0,-1 1 0 0 0,-2 1 0 0 0,0-1 0 0 0,2-2-24 0 0,-3 3 0 0 0,-1 1 0 0 0,-2 0 0 0 0,-1 3 8 0 0,-2 0 0 0 0,-2 2 0 0 0,0 0 0 0 0,-1-1 0 0 0,0 2 0 0 0,0-1 0 0 0,0 0 0 0 0,1 0 0 0 0,2-2 0 0 0,2 2 0 0 0,1-3 0 0 0,2-1-72 0 0,2-2 0 0 0,2-1 0 0 0,0-2 0 0 0,3-2 0 0 0,1-1 0 0 0,1 0 0 0 0,1-2 0 0 0,1 1-176 0 0,1-1 24 0 0,1 0 8 0 0,1-1 0 0 0,2-1-408 0 0,2-2-88 0 0,2 0-8 0 0,2-2-9104 0 0</inkml:trace>
  <inkml:trace contextRef="#ctx0" brushRef="#br0" timeOffset="23">534 4408 4607 2976 3209,'0'-2'408'0'0,"-1"0"-328"0"0,1 0-80 0 0,-1 1 0 0 0,1 0 648 0 0,-1 0 120 0 0,0-1 16 0 0,-1-3 8 0 0,-2-1 448 0 0,1 1 88 0 0,0-1 16 0 0,-1 5 8 0 0,0 1-192 0 0,1 3-40 0 0,-1 3 0 0 0,1 4-8 0 0,1 3-440 0 0,-1 4-96 0 0,2 2-8 0 0,-1 5-8 0 0,0 4-200 0 0,2 2-40 0 0,0 4 0 0 0,0-1-8 0 0,0-2-88 0 0,0 1-24 0 0,2-1 0 0 0,-2-7 0 0 0,1-4-72 0 0,-1 3-8 0 0,0 3-8 0 0,-1 3 0 0 0,1 3-24 0 0,-2 1-8 0 0,2-2 0 0 0,-1-3 0 0 0,0-9 0 0 0,-1 4 0 0 0,0 7 0 0 0,0-4 0 0 0,1-4-16 0 0,-1-4-64 0 0,0-1 96 0 0,1-3-32 0 0,0-2 16 0 0,0-1 0 0 0,0 0 0 0 0,-1 0 0 0 0,1 0 8 0 0,-1-2 0 0 0,2-1 0 0 0,0-2 0 0 0,0 1 8 0 0,-2-4 0 0 0,2 1 0 0 0,0-2 0 0 0,0-2-32 0 0,2 1-64 0 0,-2 1 96 0 0,0-2-32 0 0,0 0-64 0 0,0-2 80 0 0,0 2-80 0 0,0 0 80 0 0,0 0-80 0 0,0 0 64 0 0,0 0-64 0 0,0 0 64 0 0,0 0-64 0 0,0 0 0 0 0,0 0 72 0 0,0 0-72 0 0,0 0 64 0 0,0 0-64 0 0,0 0 80 0 0,0 0-80 0 0,0 0 88 0 0,0 0-88 0 0,0 0 96 0 0,-5-14-96 0 0,3 10 64 0 0,-1-2-64 0 0,0-1 0 0 0,-2-3 0 0 0,-1 0 0 0 0,-1-1 0 0 0,-1-2 0 0 0,-1-2 0 0 0,-1 1 0 0 0,0 0 0 0 0,-2 3 0 0 0,-1 0 0 0 0,2 3 0 0 0,0 0 0 0 0,0 4 0 0 0,1 0 0 0 0,-2 2 0 0 0,2 1 0 0 0,1-1-64 0 0,0 1 64 0 0,1 0 0 0 0,0-1 0 0 0,2 2 0 0 0,-1-2 0 0 0,1 1 0 0 0,1 0 0 0 0,1-1-64 0 0,0 1 64 0 0,-1-3 0 0 0,0 2 0 0 0,1-3 0 0 0,0 1 0 0 0,2 0 0 0 0,0 0 0 0 0,1 0 0 0 0,0 1 0 0 0,2 0 0 0 0,1 1 0 0 0,1 0 0 0 0,2-1 0 0 0,2 0 0 0 0,2 1 0 0 0,1-1 0 0 0,3 1 0 0 0,2-1 0 0 0,2 0 0 0 0,4 1 0 0 0,3 0 0 0 0,1 1 0 0 0,1-7 0 0 0,1-4 0 0 0,-1 8 0 0 0,1 10 0 0 0,-2-6 0 0 0,0-10 0 0 0,-5 9 0 0 0,-1 11 0 0 0,-3-1 0 0 0,0-5 0 0 0,-4-2 0 0 0,-2 0 0 0 0,-1 0 0 0 0,-3 1-64 0 0,-1-1 64 0 0,-2 1 0 0 0,-1 0 0 0 0,-2 0 0 0 0,0 1 0 0 0,-2 0 0 0 0,-1 0 0 0 0,0 3 0 0 0,-3 2 0 0 0,0 0 0 0 0,-2 1 0 0 0,2 0 0 0 0,-4 0 0 0 0,0 1 0 0 0,-2 2 0 0 0,0 1 0 0 0,-1 0 0 0 0,1 0 0 0 0,-2-1 64 0 0,1-2-64 0 0,0 1 0 0 0,3 0 128 0 0,-1-3-24 0 0,1 1-8 0 0,0-3 0 0 0,1 1-32 0 0,0 0 0 0 0,3-2-64 0 0,0 0 96 0 0,1-1-96 0 0,0 1 0 0 0,3-2 0 0 0,-1-1 0 0 0,2-1 0 0 0,0 0 0 0 0,1 0 0 0 0,0-2 0 0 0,2-2-296 0 0,3 2-56 0 0,2-2-16 0 0,4-2-9776 0 0</inkml:trace>
  <inkml:trace contextRef="#ctx0" brushRef="#br0" timeOffset="24">1900 2409 6911 2447 3229,'0'0'608'0'0,"-1"0"-480"0"0,1 0-128 0 0,0 0 0 0 0,0 0 0 0 0,0-1-96 0 0,0 1 24 0 0,0 0 0 0 0,0-1 976 0 0,1 1 200 0 0,1 0 40 0 0,-2 0 8 0 0,0 0-312 0 0,0 0-56 0 0,0 0-16 0 0,0 0 0 0 0,15-2 56 0 0,-9 2 8 0 0,1 0 0 0 0,0 0 0 0 0,3 0-160 0 0,0 0-24 0 0,1 0-8 0 0,-2-1 0 0 0,-1 1-256 0 0,1-1-48 0 0,4 0-16 0 0,3-1 0 0 0,1 0-96 0 0,-2 0-32 0 0,1 1 0 0 0,-5-2 0 0 0,-2 3-48 0 0,0-2-16 0 0,-1 1 0 0 0,-2-1 0 0 0,1 2-128 0 0,-3-1 0 0 0,0 0 0 0 0,-3 1 0 0 0,0 0 0 0 0,-1 0 0 0 0,0 0 0 0 0,0 0-72 0 0,0-2 72 0 0,0 2-104 0 0,0-1 40 0 0,-1 1 64 0 0,1-1-552 0 0,0 1-56 0 0,0 0 0 0 0,0 0-8 0 0,0 0-944 0 0,0 0-184 0 0,-18 2-40 0 0,12-2-4704 0 0</inkml:trace>
  <inkml:trace contextRef="#ctx0" brushRef="#br0" timeOffset="25">1945 2400 4607 2450 3252,'-1'0'96'0'0,"1"0"32"0"0,0 0 0 0 0,0 0 0 0 0,0 0-128 0 0,-1 0 0 0 0,0 1 0 0 0,0-1 0 0 0,-1 1 1016 0 0,1 0 176 0 0,0 1 40 0 0,1-2 16 0 0,0 0-48 0 0,0 0-8 0 0,-7 13 0 0 0,5-8 8 0 0,0 1-312 0 0,1 0-64 0 0,-1 3-16 0 0,-1-2 8 0 0,1 1-144 0 0,0 1-24 0 0,1 0-8 0 0,-1 0 8 0 0,1-1-328 0 0,1-1-72 0 0,0 1-16 0 0,0-1 8 0 0,0-2-112 0 0,0 1-16 0 0,1-1-8 0 0,-1-2 8 0 0,1 2-24 0 0,0-2-8 0 0,0-1 0 0 0,-1 0 0 0 0,1 0 16 0 0,-1-2 8 0 0,0 2 0 0 0,0-2 8 0 0,0 0-16 0 0,0 0-8 0 0,0-2 0 0 0,1 2 8 0 0,-1 0-32 0 0,0 0 0 0 0,0 0 0 0 0,0 0 8 0 0,0 0-72 0 0,0 0 80 0 0,12-15-80 0 0,-8 11 88 0 0,0 0-88 0 0,2-1 0 0 0,-1 2 0 0 0,0-1 0 0 0,1 0 80 0 0,1 2-80 0 0,-1 0 80 0 0,1 1-80 0 0,-2 1 80 0 0,1 0-80 0 0,0 0 64 0 0,0 1-64 0 0,2 1 0 0 0,-2 2 64 0 0,1 0-64 0 0,-1 0 0 0 0,-1 1 0 0 0,0 1 0 0 0,-1-1 0 0 0,-1 2 0 0 0,-1-1 0 0 0,2 0 0 0 0,-3 3 0 0 0,-1-3 0 0 0,0 1 0 0 0,-1 1 0 0 0,-1-2 0 0 0,-1 2 0 0 0,-1 1 0 0 0,-2 0 0 0 0,1-1 0 0 0,-1-1 0 0 0,-1 0 0 0 0,-1 0 0 0 0,1 1 0 0 0,-1-2 0 0 0,1 2 0 0 0,-2-3 0 0 0,0-1 0 0 0,0 0 0 0 0,0-1 0 0 0,-1-2 0 0 0,0 1 0 0 0,1-1 0 0 0,0-1 0 0 0,-1 1 0 0 0,1-1 0 0 0,0-1 0 0 0,0 1 96 0 0,1-1-32 0 0,2 1 0 0 0,0-2 0 0 0,2 2-64 0 0,1 0 80 0 0,0-1-80 0 0,1 0 80 0 0,2 0-80 0 0,-1 0 0 0 0,2 0 0 0 0,1-1 0 0 0,-1 1 0 0 0,2-2 0 0 0,1 2 0 0 0,3-3 0 0 0,0 2-376 0 0,2-2-8 0 0,0-1-8 0 0,4 0-8936 0 0</inkml:trace>
  <inkml:trace contextRef="#ctx0" brushRef="#br0" timeOffset="26">2213 2414 12927 2237 3187,'0'-3'288'0'0,"-1"3"56"0"0,0-1 8 0 0,1 1 8 0 0,1 0-288 0 0,-2 0-72 0 0,0-2 0 0 0,-1-1 0 0 0,2 1 1288 0 0,-3 1 248 0 0,3 0 40 0 0,-2 2 16 0 0,2 1-920 0 0,0 2-176 0 0,0 0-40 0 0,0 3-8 0 0,2 3-232 0 0,0-1-56 0 0,0 5 0 0 0,0 1-8 0 0,0-2-56 0 0,0 2-16 0 0,-2 0 0 0 0,2 3 0 0 0,0-1 16 0 0,-1-1 8 0 0,0 0 0 0 0,0-2 0 0 0,0 1-40 0 0,-1-2-64 0 0,2 0 88 0 0,-1-2-88 0 0,-1 0 112 0 0,1-2-32 0 0,0 1-8 0 0,-1-2 0 0 0,0-1-72 0 0,1 0 64 0 0,-1 0-64 0 0,1-3 64 0 0,-1 1-64 0 0,0 0 0 0 0,0 0 0 0 0,0-1 64 0 0,0-1-64 0 0,0-1 0 0 0,-1 0 0 0 0,1-2 0 0 0,1 1 0 0 0,-1 1 0 0 0,0-2 0 0 0,0 0 0 0 0,-1-2-96 0 0,1 1-32 0 0,0-1 0 0 0,1-1-9560 0 0</inkml:trace>
  <inkml:trace contextRef="#ctx0" brushRef="#br0" timeOffset="27">618 3340 5983 2751 2994,'0'0'536'0'0,"0"0"-432"0"0,0 0-104 0 0,0 0 0 0 0,2 0 856 0 0,-1 0 144 0 0,1 0 32 0 0,1 0 8 0 0,4 0 320 0 0,1-1 64 0 0,2 1 16 0 0,1 0 0 0 0,0 0-576 0 0,1-1-104 0 0,2 1-24 0 0,1-1-8 0 0,-1 0-184 0 0,-1 0-32 0 0,-1 1 0 0 0,-1 0-8 0 0,-3 0-408 0 0,-1-1-96 0 0,-1 0 0 0 0,-1-1 0 0 0,-1 1 0 0 0,-2 0 0 0 0,-1 0 0 0 0,-2 1 0 0 0,1 0 0 0 0,-3-1 0 0 0,0 0 0 0 0,0-1 0 0 0,-3 2-424 0 0,1 0-112 0 0,0 0-16 0 0,-2 0-8 0 0,1 3-728 0 0,-2-2-152 0 0,0 0-24 0 0,-1 0-8 0 0,1 0-176 0 0,0 1-40 0 0,0-1-8 0 0,1 0 0 0 0,-1 1 248 0 0,0 0 40 0 0,2-1 16 0 0,-2 1 0 0 0,2-1 960 0 0,-1 2 192 0 0,1-3 40 0 0,-1 2 8 0 0,1-2 536 0 0,1 0 104 0 0,0 1 32 0 0,0 0 0 0 0,0 1 464 0 0,0-2 96 0 0,2 1 16 0 0,-1-1 8 0 0,1 4 152 0 0,0-2 24 0 0,0 2 8 0 0,0 1 0 0 0,-1 1-200 0 0,1-1-40 0 0,-1 3-8 0 0,3 0 0 0 0,0 2-104 0 0,-1-1-32 0 0,2 2 0 0 0,-1-1 0 0 0,2 1-288 0 0,-1-3-56 0 0,2 0-8 0 0,-1 0-8 0 0,1-2-216 0 0,0-1-32 0 0,2 0-16 0 0,0-2 0 0 0,-1 1-64 0 0,1-3-16 0 0,-1-1 0 0 0,1-1 0 0 0,0-1-16 0 0,0 0-8 0 0,2-1 0 0 0,0 0 0 0 0,-1 1-8 0 0,1 0-8 0 0,1 0 0 0 0,-2 1 0 0 0,0 2-24 0 0,0-1 0 0 0,3 3 0 0 0,-2-2 0 0 0,1 2-96 0 0,-1 1 0 0 0,0 1 0 0 0,-1-1 0 0 0,0 1 0 0 0,-1 1 0 0 0,0 1 0 0 0,-1 0 0 0 0,0 0 0 0 0,-1 0 0 0 0,-2 0 0 0 0,0-1 0 0 0,-1-1 0 0 0,-2 3 0 0 0,-1-3 0 0 0,1 1 0 0 0,-2 1 0 0 0,-1-1 0 0 0,-1 0 0 0 0,0 0 0 0 0,2-3 0 0 0,-1 2 0 0 0,-1-1 0 0 0,-1 1 0 0 0,-1 0 64 0 0,0-2-64 0 0,0 2 0 0 0,-1-3 0 0 0,2 2 64 0 0,0-2-64 0 0,1-2 0 0 0,0 1 0 0 0,2 0 0 0 0,-1-1 0 0 0,2 0 0 0 0,0 0 0 0 0,1-1 0 0 0,-1 0 0 0 0,1-1 0 0 0,1 1 0 0 0,0 0 0 0 0,0-1 0 0 0,2 1 0 0 0,-1-1 0 0 0,1 0-176 0 0,1 0-32 0 0,1-1-8 0 0,1-2-9168 0 0</inkml:trace>
  <inkml:trace contextRef="#ctx0" brushRef="#br0" timeOffset="28">753 3416 13359 2601 2947,'3'-7'592'0'0,"-3"3"120"0"0,2 0-568 0 0,1 2-144 0 0,-1 0 0 0 0,1 1 0 0 0,0-1 1048 0 0,4-1 176 0 0,2 0 40 0 0,5 1 8 0 0,4-1-480 0 0,-3 2-96 0 0,2 4-24 0 0,-4 0 0 0 0,-1 4-472 0 0,-2 1-96 0 0,-3-1-16 0 0,-2 2-8 0 0,-2 2-80 0 0,-2 0 0 0 0,-1 1 0 0 0,-1-1 0 0 0,-3 0 0 0 0,0 1 0 0 0,0 0 0 0 0,0 1 0 0 0,-1-3 0 0 0,0 0 0 0 0,0-1 0 0 0,-2-1 0 0 0,2 1 0 0 0,-2-1 0 0 0,3-1 0 0 0,-1 0 0 0 0,2-1 88 0 0,0-2-24 0 0,0-1-64 0 0,3 0 96 0 0,0 0 32 0 0,0-1 8 0 0,0-2 0 0 0,1 3 0 0 0,1-3 24 0 0,1 0 8 0 0,0 2 0 0 0,2-2 0 0 0,0-2 48 0 0,1 2 8 0 0,0 0 0 0 0,2-2 0 0 0,-2 1-40 0 0,2 1-8 0 0,-1-2 0 0 0,1 0 0 0 0,-1 1-72 0 0,1-1-8 0 0,0 0-8 0 0,1 1 0 0 0,1 0-88 0 0,-2-1 64 0 0,-1 0-64 0 0,0 1 64 0 0,0 1-64 0 0,-2 0 0 0 0,0-1 0 0 0,-2 2 0 0 0,0-1-64 0 0,-1 1-32 0 0,0-1-8 0 0,0 2 0 0 0,0 0-440 0 0,0-1-96 0 0</inkml:trace>
  <inkml:trace contextRef="#ctx0" brushRef="#br0" timeOffset="29">4338 4051 5063 1988 2894,'0'-2'448'0'0,"0"2"-352"0"0,2-2-96 0 0,-2 1 0 0 0,0 0 832 0 0,1 1 160 0 0,1-2 24 0 0,1-2 8 0 0,-1 1 320 0 0,2-2 64 0 0,-1 2 8 0 0,0-1 8 0 0,0 2-336 0 0,-2-2-64 0 0,1 3-8 0 0,0 1-8 0 0,-2-1-352 0 0,0 1-72 0 0,0 0-8 0 0,0 0-8 0 0,0 1-288 0 0,0 0-56 0 0,0 2-16 0 0,0-3 0 0 0,0 0-80 0 0,-2 21-24 0 0,0-12 0 0 0,1 2 0 0 0,-1 1-24 0 0,-1 2-8 0 0,2 1 0 0 0,-1-1 0 0 0,0 2 8 0 0,0-2 0 0 0,1 0 0 0 0,-1-1 0 0 0,0-1-16 0 0,1-1 0 0 0,-1-1 0 0 0,1 1 0 0 0,-1-3 0 0 0,0 0-64 0 0,0 0 96 0 0,1-2-32 0 0,-2 0-64 0 0,2 1 80 0 0,-1-2-80 0 0,0-1 80 0 0,0-1-80 0 0,1-1 0 0 0,1 1 72 0 0,0-1-72 0 0,-2 0 0 0 0,2-1 0 0 0,0 0 0 0 0,0-1 0 0 0,-1 0 0 0 0,1-1 0 0 0,0 0 0 0 0,1 0-96 0 0,-1-2-408 0 0,0 3-80 0 0</inkml:trace>
  <inkml:trace contextRef="#ctx0" brushRef="#br0" timeOffset="30">4515 4094 455 1915 2791,'-2'-1'0'0'0,"0"-1"0"0"0,2 2 0 0 0,-1 0 0 0 0,-1 0 2008 0 0,1 0 360 0 0,-1 0 64 0 0,-1 2 24 0 0,-3 2-472 0 0,0-1-96 0 0,-2 3-24 0 0,1 0 0 0 0,0 3-704 0 0,2-2-136 0 0,0 2-32 0 0,3 0-8 0 0,0 1-576 0 0,1-1-120 0 0,2 2-16 0 0,0-2-8 0 0,2 1-160 0 0,1-1-32 0 0,2-2-8 0 0,0 0 0 0 0,2-3-64 0 0,0 2 0 0 0,2-2 0 0 0,0-2 0 0 0,-1 1 0 0 0,1-2 0 0 0,1-2 0 0 0,-1 0 0 0 0,0-1 0 0 0,0 0 0 0 0,-1-2 0 0 0,0 0 0 0 0,-1 0 128 0 0,-2-1 0 0 0,2 1 8 0 0,-3-3 0 0 0,0 1-136 0 0,-2 0 80 0 0,0-1-80 0 0,-1-1 64 0 0,-2 1 8 0 0,-2-2 0 0 0,1 0 0 0 0,-3-1 0 0 0,1 2-72 0 0,-3 0 96 0 0,1-1-96 0 0,-2 2 96 0 0,1 1-208 0 0,1 0-40 0 0,-3 1-8 0 0,2 1 0 0 0,-1 0 288 0 0,1 1 48 0 0,1 1 16 0 0,-1 0 0 0 0,1 2-192 0 0,1-1 0 0 0,-1-1 0 0 0,2 2 0 0 0,0 0-120 0 0,1 0-56 0 0,1 2-16 0 0,-1-1 0 0 0,2 0-48 0 0,2 0-16 0 0,-1 3 0 0 0,2-3-8904 0 0</inkml:trace>
  <inkml:trace contextRef="#ctx0" brushRef="#br0" timeOffset="31">4772 4082 10799 1765 3116,'0'-3'232'0'0,"-1"2"56"0"0,0 0 0 0 0,0-1 24 0 0,0 2-248 0 0,0 0-64 0 0,1 0 0 0 0,-3 2 0 0 0,-1 0 1344 0 0,-2 1 256 0 0,0 3 48 0 0,-2 0 16 0 0,3 3-672 0 0,-1 0-136 0 0,1 2-24 0 0,2-1-8 0 0,-1 2-448 0 0,3-1-88 0 0,1 0-24 0 0,1 1 0 0 0,1-2-168 0 0,3-1-96 0 0,1 1 96 0 0,0-1-96 0 0,2-2 88 0 0,1 0-88 0 0,2-2 80 0 0,1 1-80 0 0,-1-2 88 0 0,0-2-88 0 0,2 1 96 0 0,0-3-96 0 0,0 0 64 0 0,0-2-64 0 0,0 0 0 0 0,0-2 0 0 0,-2 0 0 0 0,0-2 0 0 0,-1 1 0 0 0,-1-2 0 0 0,-1 1 280 0 0,-3-3 48 0 0,1 1 16 0 0,-3-1 0 0 0,0-1-120 0 0,-3 0-16 0 0,0-3-8 0 0,-2 0 0 0 0,0 1-32 0 0,-3 0-8 0 0,-2 0 0 0 0,-2 2 0 0 0,0 2-16 0 0,1 0-8 0 0,-3 4 0 0 0,1-1 0 0 0,-1 2-136 0 0,1 1 64 0 0,2 1-64 0 0,-2 0 0 0 0,2 2 0 0 0,1-1 0 0 0,-1 0 0 0 0,-1 1-96 0 0,2 0-224 0 0,0 0-32 0 0,1 0-16 0 0,0 0-6560 0 0,4 1-1312 0 0</inkml:trace>
  <inkml:trace contextRef="#ctx0" brushRef="#br0" timeOffset="32">4386 4902 5063 2518 2723,'0'1'448'0'0,"-1"-1"-352"0"0,1-1-96 0 0,0 0 0 0 0,0 1 744 0 0,-1 0 136 0 0,0-2 24 0 0,0 0 8 0 0,-1 0 336 0 0,0 0 64 0 0,-1 1 8 0 0,2-2 8 0 0,0 2-280 0 0,-2 0-56 0 0,3 1-16 0 0,-1 0 0 0 0,1 1-312 0 0,0 0-64 0 0,0 2-16 0 0,0 0 0 0 0,1 1-264 0 0,-1 2-64 0 0,0 1 0 0 0,2 2-8 0 0,-1 0-16 0 0,0 1 0 0 0,0 1 0 0 0,0 2 0 0 0,0 0-80 0 0,-1 1-24 0 0,1 3 0 0 0,-1 1 0 0 0,0-1-8 0 0,0 2-8 0 0,0 0 0 0 0,0-1 0 0 0,0-4 0 0 0,1 3 0 0 0,-1 0 0 0 0,0 1 0 0 0,1-1-16 0 0,-1-1 0 0 0,0-1 0 0 0,2-2 0 0 0,-2 0-32 0 0,0 0-64 0 0,0-3 88 0 0,0-1-88 0 0,0-1 64 0 0,-2 0-64 0 0,2-1 0 0 0,0-1 0 0 0,-1-1 0 0 0,0-1 0 0 0,0 0 0 0 0,0-1 0 0 0,0-1-160 0 0,1-2-32 0 0,-1 0 0 0 0,1 0-8 0 0,0 0-656 0 0,0-3-128 0 0</inkml:trace>
  <inkml:trace contextRef="#ctx0" brushRef="#br0" timeOffset="33">4346 4987 3679 2562 2856,'1'-6'160'0'0,"-1"3"40"0"0,0-2-200 0 0,0 2 0 0 0,0 1 0 0 0,1-2 0 0 0,-1 0 1048 0 0,2-3 168 0 0,2-4 32 0 0,1-5 0 0 0,2-1 256 0 0,1 0 40 0 0,1 2 16 0 0,-1 2 0 0 0,2 1-464 0 0,0 0-88 0 0,0 3-16 0 0,-1 2-8 0 0,3 0-304 0 0,-3 1-56 0 0,-2 2-16 0 0,1 3 0 0 0,2 0-320 0 0,-1 2-64 0 0,-1 0-8 0 0,-1 3-8 0 0,-1 2-136 0 0,-1 2-72 0 0,-2 1 80 0 0,-1 2-80 0 0,0 3 0 0 0,-2 0 0 0 0,-3 3 0 0 0,-1 1 0 0 0,0 1 0 0 0,-1 0 0 0 0,-2-1 0 0 0,1 0 0 0 0,-2-2 0 0 0,1-2 0 0 0,-1-1 0 0 0,0-2 0 0 0,1-2 0 0 0,-1 0 0 0 0,0-1 0 0 0,-1-1 0 0 0,0 0 0 0 0,0-1 0 0 0,1 0 0 0 0,-2-2 0 0 0,3 0 0 0 0,-1 0 0 0 0,0-2 0 0 0,3 1 0 0 0,-1-2 64 0 0,3 0-64 0 0,0-1 0 0 0,1 0 0 0 0,2-1 0 0 0,-1-1 0 0 0,1 0 0 0 0,1-1-6048 0 0,0-1-1224 0 0</inkml:trace>
  <inkml:trace contextRef="#ctx0" brushRef="#br0" timeOffset="34">4543 5213 5063 2498 2658,'0'-2'448'0'0,"0"2"-352"0"0,1-2-96 0 0,-1 1 0 0 0,0 1 736 0 0,1-1 136 0 0,1-1 24 0 0,0-2 8 0 0,1-1 768 0 0,0 2 152 0 0,0-1 32 0 0,1 1 8 0 0,-1 1-672 0 0,0 0-136 0 0,-1 2-24 0 0,-1 2-8 0 0,0 1-472 0 0,0 2-96 0 0,-1 2-16 0 0,0 1-8 0 0,-1 2-288 0 0,0 1-56 0 0,-2 3-16 0 0,1 0 0 0 0,-1 4-8 0 0,1-3-64 0 0,-1 1 96 0 0,1-1-32 0 0,0-2-64 0 0,0 0 0 0 0,0 1 0 0 0,0-3 0 0 0,0 0 0 0 0,1-1 0 0 0,0-2 0 0 0,1-1 0 0 0,0-3 96 0 0,0 1-32 0 0,0 0 0 0 0,0-3 0 0 0,1 2 40 0 0,0-3 8 0 0,2 2 0 0 0,0-1 0 0 0,0-1 16 0 0,2 1 0 0 0,0-2 0 0 0,1-2 0 0 0,-1 2 16 0 0,3 0 8 0 0,-1-1 0 0 0,1 0 0 0 0,0 0 16 0 0,0-1 8 0 0,0 0 0 0 0,-1 0 0 0 0,1 1-80 0 0,-3 0-8 0 0,1-1-8 0 0,-1-1 0 0 0,2 3 32 0 0,-1 0 8 0 0,-2-1 0 0 0,1 0 0 0 0,-1 1-120 0 0,-2-1 88 0 0,0 1-88 0 0,-1-1 80 0 0,0 0-80 0 0,-1 1 0 0 0,0-1 0 0 0,0 0 0 0 0,0 0 0 0 0,0 0-112 0 0,-1 1 24 0 0,1-1 8 0 0,-1 0-376 0 0,1-1-80 0 0,0 2-8 0 0,1 0-9408 0 0</inkml:trace>
  <inkml:trace contextRef="#ctx0" brushRef="#br0" timeOffset="35">4844 5352 4607 2284 2608,'0'-2'408'0'0,"0"2"-328"0"0,0-2-80 0 0,-2 1 0 0 0,2 1 1184 0 0,0 0 216 0 0,0 0 40 0 0,0 0 16 0 0,0 0 200 0 0,-2 3 40 0 0,2-1 0 0 0,0-2 8 0 0,0 0-848 0 0,0 15-176 0 0,0-7-32 0 0,0-1-8 0 0,0 1-184 0 0,0 2-40 0 0,0-1 0 0 0,0 0-8 0 0,2 0-152 0 0,-2 0-32 0 0,0-2-8 0 0,0 1 0 0 0,2 0-88 0 0,-2-1-24 0 0,1 0 0 0 0,0 1 0 0 0,-1-3-104 0 0,1 0 88 0 0,-1-1-88 0 0,0-2 80 0 0,1 1-80 0 0,-1 0-128 0 0,1-1 32 0 0,0-2-6088 0 0,1 0-1224 0 0</inkml:trace>
  <inkml:trace contextRef="#ctx0" brushRef="#br0" timeOffset="36">4903 5424 7831 2197 2488,'-1'1'696'0'0,"-1"1"-560"0"0,2 0-136 0 0,0-1 0 0 0,0 0 1144 0 0,0 1 200 0 0,2 2 32 0 0,-1 2 16 0 0,1 2-88 0 0,1 0-24 0 0,3-1 0 0 0,0-1 0 0 0,0-1-624 0 0,3-1-128 0 0,-2-1-24 0 0,2-3-8 0 0,0 0-232 0 0,-1-2-40 0 0,2 0-16 0 0,-3-2 0 0 0,0-1-96 0 0,-1 0-16 0 0,-1 0-8 0 0,-2 1 0 0 0,-1-2 8 0 0,-2 2 8 0 0,0 0 0 0 0,-1-1 0 0 0,-2 1 24 0 0,-1-2 0 0 0,-1 1 0 0 0,0 0 0 0 0,-1 1-16 0 0,0 0 0 0 0,0 1 0 0 0,0 0 0 0 0,0 0-112 0 0,1 1 88 0 0,0 1-88 0 0,0 1 80 0 0,1 0-80 0 0,1 0 0 0 0,-1 1 0 0 0,1 1 0 0 0,0-1-72 0 0,3 0-32 0 0,-2 1-8 0 0,2 0 0 0 0,0 0-472 0 0,2 0-96 0 0</inkml:trace>
  <inkml:trace contextRef="#ctx0" brushRef="#br0" timeOffset="37">5051 5415 10591 2366 2848,'-2'5'472'0'0,"1"-3"96"0"0,1 0-456 0 0,0 1-112 0 0,1-1 0 0 0,0 0 0 0 0,0 1 880 0 0,1 0 152 0 0,1 4 32 0 0,2 2 8 0 0,2 0-136 0 0,1 0-24 0 0,-1-2-8 0 0,1-1 0 0 0,1 0-384 0 0,-1-3-72 0 0,0-1-24 0 0,0 0 0 0 0,0-2-104 0 0,0 0-16 0 0,-1 0-8 0 0,-1-3 0 0 0,0 1-104 0 0,-3-2-16 0 0,0 0-8 0 0,-2 1 0 0 0,-1-2 16 0 0,0 0 0 0 0,-3-1 0 0 0,2-1 0 0 0,-2 0-48 0 0,-1 1-8 0 0,-1-2 0 0 0,0 0 0 0 0,0 2-40 0 0,-1-2-16 0 0,-1 2 0 0 0,1 0 0 0 0,-1 1-72 0 0,2 1 0 0 0,-2 2 72 0 0,1 0-72 0 0,1 1 0 0 0,1 1 0 0 0,-1 0 0 0 0,2 1 0 0 0,0-1-104 0 0,0 2-32 0 0,1 0-8 0 0,-1 0 0 0 0,1 1-128 0 0,0 0-24 0 0,1 0-8 0 0,0 1-9096 0 0</inkml:trace>
  <inkml:trace contextRef="#ctx0" brushRef="#br0" timeOffset="38">3305 3996 2303 2305 3291,'0'-2'200'0'0,"0"1"-200"0"0,0 0 0 0 0,0 0 0 0 0,1 0 480 0 0,-1 0 48 0 0,1 1 16 0 0,-1-1 0 0 0,1-1 320 0 0,0-1 72 0 0,0 2 16 0 0,0-1 0 0 0,0 1 64 0 0,-1 0 8 0 0,0 0 8 0 0,-1 0 0 0 0,0 1-240 0 0,-2 1-56 0 0,-1-1 0 0 0,-1 2-8 0 0,0-1-328 0 0,-2 2-64 0 0,1 0-16 0 0,-1-1 0 0 0,2 3-184 0 0,-2 0-40 0 0,1 0 0 0 0,-1-2-8 0 0,3 2-88 0 0,-1 0 80 0 0,3-1-80 0 0,-1 0 80 0 0,2 1 8 0 0,1-3 0 0 0,0 3 0 0 0,0-2 0 0 0,1 1 80 0 0,2-1 24 0 0,-1 2 0 0 0,2-3 0 0 0,0 2 72 0 0,-1-1 24 0 0,2 1 0 0 0,0-1 0 0 0,0 0-32 0 0,0 1-8 0 0,0 0 0 0 0,1 0 0 0 0,1 0-72 0 0,-2 0-16 0 0,1-1 0 0 0,1 2 0 0 0,-1 0-64 0 0,-1-1-24 0 0,1-1 0 0 0,-2 1 0 0 0,0 1-72 0 0,0-2 64 0 0,-2 1-64 0 0,0-1 64 0 0,-1 1-64 0 0,-1-1 0 0 0,0 2 0 0 0,0-2 0 0 0,0 1 0 0 0,-3 0 0 0 0,1 0 0 0 0,-2 0 0 0 0,1 1 0 0 0,0-1 0 0 0,-1 0 0 0 0,0-1 0 0 0,2 0 0 0 0,-2-2 0 0 0,2 2 0 0 0,0-2 0 0 0,-2-1 0 0 0,0 0 0 0 0,1 0 0 0 0,-2-2 0 0 0,2-1 0 0 0,-2 0 0 0 0,1 0 0 0 0,-2-1 0 0 0,2-1 0 0 0,-2 1 0 0 0,2 0 0 0 0,0-1 0 0 0,1-1 0 0 0,0 2 0 0 0,2-1 0 0 0,0 0 0 0 0,0 1 0 0 0,2 0 0 0 0,0-2 64 0 0,2 1-64 0 0,1-1 0 0 0,1 0 0 0 0,2-1 0 0 0,-1 2 0 0 0,2-2 0 0 0,0 1 0 0 0,1-1 0 0 0,0 1 64 0 0,-1 0-64 0 0,-1 1 64 0 0,1-1-64 0 0,-1-1 64 0 0,-1 1-64 0 0,-1 1 0 0 0,0 0 0 0 0,-1 0 0 0 0,0 2 0 0 0,-3-2 0 0 0,1 1 0 0 0,-1 2 0 0 0,-1-2 0 0 0,0 1 0 0 0,-1 0 0 0 0,-1-1 0 0 0,-1 1 0 0 0,1 0 0 0 0,-2 1 0 0 0,0 0 0 0 0,0 0 0 0 0,-1 1 0 0 0,1 1 0 0 0,-1 0 0 0 0,3 1-160 0 0,-1 0-56 0 0,-1 1-8 0 0,1 1-5496 0 0,1 0-1096 0 0</inkml:trace>
  <inkml:trace contextRef="#ctx0" brushRef="#br0" timeOffset="39">3409 4029 6447 2251 3211,'-1'1'288'0'0,"0"0"56"0"0,0 1-280 0 0,0-1-64 0 0,1 1 0 0 0,0-2 0 0 0,0 2 1096 0 0,0 2 208 0 0,0 0 40 0 0,2 4 0 0 0,-1 0 24 0 0,4 1 0 0 0,-1-2 0 0 0,2 1 0 0 0,0-1-448 0 0,0-2-88 0 0,1 0-24 0 0,1-2 0 0 0,0-1-384 0 0,-1 0-72 0 0,0-2-24 0 0,0-2 0 0 0,-2 2-200 0 0,0-4-32 0 0,0 0-16 0 0,-2-1 0 0 0,0 1-80 0 0,-1-1 64 0 0,-1-1-64 0 0,-1-1 64 0 0,-1 0-64 0 0,-1 0 80 0 0,-1 0-80 0 0,0 0 80 0 0,-2-1-80 0 0,-1 1 64 0 0,-1-1-64 0 0,0 1 64 0 0,1 0-64 0 0,-1 2 0 0 0,0 0 72 0 0,0-1-72 0 0,-1 2 0 0 0,1 0 0 0 0,3 2 0 0 0,-1 1 0 0 0,0 0 0 0 0,-2 2 0 0 0,-1 1 0 0 0,1 1 0 0 0,-1 2 0 0 0,2 0-104 0 0,1 2 24 0 0,0-1 8 0 0,2 2-296 0 0,0 0-56 0 0</inkml:trace>
  <inkml:trace contextRef="#ctx0" brushRef="#br0" timeOffset="40">2935 5303 7367 2493 2926,'0'-1'656'0'0,"0"-1"-528"0"0,0 2-128 0 0,0 0 0 0 0,0 0 816 0 0,0 0 136 0 0,1 0 24 0 0,-1 0 8 0 0,1 0 104 0 0,-1 0 16 0 0,1 3 8 0 0,-1-3 0 0 0,0 0-344 0 0,0 0-72 0 0,0 21-16 0 0,0-13 0 0 0,-1-1-184 0 0,0 2-40 0 0,-1 2-8 0 0,-1-1 0 0 0,1 0-160 0 0,0 1-32 0 0,0 3 0 0 0,-2-2-8 0 0,2 1-88 0 0,0 0-8 0 0,1 2-8 0 0,0-1 0 0 0,1 1-48 0 0,-2-1 0 0 0,2-2-8 0 0,0-1 0 0 0,0 0-88 0 0,0 0 96 0 0,0-1-96 0 0,0-1 96 0 0,0-2-96 0 0,0 1 64 0 0,0-1-64 0 0,0-1 64 0 0,0-1-64 0 0,-1-1 0 0 0,0-1 0 0 0,0-1 0 0 0,1 0 0 0 0,-1-2 0 0 0,1 2 0 0 0,-1-4 0 0 0,0 0-528 0 0,1 0-96 0 0,-1-1-16 0 0,1-1-8032 0 0</inkml:trace>
  <inkml:trace contextRef="#ctx0" brushRef="#br0" timeOffset="41">2895 5390 4607 2433 2976,'1'-13'200'0'0,"0"6"48"0"0,1 0-248 0 0,-2 0 0 0 0,1 4 0 0 0,0 0 0 0 0,1-2 1144 0 0,1-5 176 0 0,4-3 40 0 0,0-4 8 0 0,3 1 264 0 0,-1 1 64 0 0,1 2 0 0 0,0 3 8 0 0,-1 2-648 0 0,0 2-128 0 0,-2 4-24 0 0,0 0-8 0 0,0 2-432 0 0,-2 2-88 0 0,-2 2-24 0 0,0 1 0 0 0,0 1-280 0 0,-3 1-72 0 0,0 3 0 0 0,-1 0 0 0 0,1 0 0 0 0,-4 1 64 0 0,3 2-64 0 0,-2-2 64 0 0,1-1-64 0 0,-1 0 0 0 0,-1-1-96 0 0,1-1 96 0 0,-2 0-256 0 0,0 0 16 0 0,1-3 0 0 0,-2 0 0 0 0,1-1 32 0 0,1-1 8 0 0,-2 0 0 0 0,2 1 0 0 0,-1-1 136 0 0,1-1 64 0 0,-1 1-64 0 0,1-1 64 0 0,0-1-144 0 0,1 1 16 0 0,1 1 0 0 0,-2-1 0 0 0,4-1-512 0 0,-1 3-96 0 0</inkml:trace>
  <inkml:trace contextRef="#ctx0" brushRef="#br0" timeOffset="42">3054 5468 10591 2512 3023,'1'-4'472'0'0,"-1"2"96"0"0,0 0-456 0 0,0 1-112 0 0,0 0 0 0 0,0 1 0 0 0,0 0 1072 0 0,1 0 192 0 0,1 1 40 0 0,-1 1 8 0 0,1 2-304 0 0,-2-4-56 0 0,0 0-16 0 0,0 21 0 0 0,-2-10-504 0 0,-1 1-104 0 0,0 0-16 0 0,1 0-8 0 0,-1 2-208 0 0,-1 1-96 0 0,2 0 80 0 0,0-2-80 0 0,0 1 0 0 0,1-3 0 0 0,-1 0 0 0 0,1-3 0 0 0,1 1 0 0 0,0-4 0 0 0,0 1 0 0 0,0-2 0 0 0,0 0 80 0 0,1-1-80 0 0,1-1 80 0 0,0-2-80 0 0,1 0 208 0 0,0 0-8 0 0,3-2 0 0 0,-1 0 0 0 0,1-1-40 0 0,1-1 0 0 0,1 0-8 0 0,0 0 0 0 0,0 1-24 0 0,0 1 0 0 0,-1-1 0 0 0,0 2 0 0 0,0 0 0 0 0,0 1 0 0 0,-2-1 0 0 0,2 1 0 0 0,-1 0 0 0 0,-1 1-8 0 0,-1-1 0 0 0,0 0 0 0 0,-1 0-48 0 0,0 0-8 0 0,-1 0 0 0 0,0 0 0 0 0,-1 1-64 0 0,1-1 0 0 0,-1 0 0 0 0,-1 1 0 0 0,1-1 0 0 0,-2 0 0 0 0,1 0-80 0 0,-1 0 80 0 0,1 0-328 0 0,-1 0-24 0 0,0 0 0 0 0,1-1-6184 0 0,0 1-1240 0 0</inkml:trace>
  <inkml:trace contextRef="#ctx0" brushRef="#br0" timeOffset="43">3310 5547 5527 2356 2931,'0'-2'488'0'0,"0"2"-392"0"0,-1 0-96 0 0,1 0 0 0 0,-1 0 1256 0 0,0 0 232 0 0,0 2 48 0 0,-2-2 0 0 0,-2 2-448 0 0,1 0-96 0 0,1 2-24 0 0,-1-1 0 0 0,0 1-384 0 0,1 0-72 0 0,1 1-24 0 0,-1-1 0 0 0,3 0-48 0 0,-2 1-16 0 0,1 1 0 0 0,1-1 0 0 0,0-1-88 0 0,1 1-16 0 0,-1-1-8 0 0,2 1 0 0 0,0 0-56 0 0,1 0 0 0 0,-2-1-8 0 0,3 0 0 0 0,-1 1-56 0 0,0-2 0 0 0,1 2-8 0 0,0-1 0 0 0,0 0-88 0 0,0 2-8 0 0,2-1-8 0 0,-1-1 0 0 0,0 1-16 0 0,0-1 0 0 0,2 2 0 0 0,-2-1 0 0 0,1 1 0 0 0,-1-1-64 0 0,1 0 96 0 0,-2 0-32 0 0,0 1-64 0 0,-2-1 0 0 0,1-2 0 0 0,-1 2 64 0 0,0-2-64 0 0,-2 1 0 0 0,-1 1 0 0 0,1 0 0 0 0,-2-1 0 0 0,-2-2 0 0 0,2 0 0 0 0,-2 1 0 0 0,1-1-64 0 0,-1-2 64 0 0,-1 2-80 0 0,1-2 80 0 0,-1 2-80 0 0,0-4 80 0 0,0 2-80 0 0,1-1 80 0 0,-1 0 0 0 0,1-1 0 0 0,-1 0 0 0 0,0-1 0 0 0,1 1 0 0 0,0-2 0 0 0,2 0 0 0 0,-1 0 0 0 0,2 0 0 0 0,1-1 0 0 0,-2-1 0 0 0,2 0 0 0 0,2 0 0 0 0,0-1 96 0 0,0 1-32 0 0,2-1-64 0 0,-1 0 88 0 0,2 0-88 0 0,1-1 80 0 0,-1 2-80 0 0,1 1 0 0 0,-2-1 0 0 0,3 2 0 0 0,-1-1 0 0 0,-1 1 0 0 0,-2 1-64 0 0,1 1 64 0 0,-2-1 0 0 0,0 1 0 0 0,0 0 0 0 0,-2 0 0 0 0,0 0 0 0 0,0-1 0 0 0,-2 0 0 0 0,0 0 96 0 0,1 1-24 0 0,-1-2-72 0 0,-1 2 0 0 0,0 0 0 0 0,-1 1 0 0 0,1 0 0 0 0,1 0 0 0 0,-1 2 0 0 0,0-1 0 0 0,0 1 0 0 0,2 0-112 0 0,0-1 40 0 0,1 1 8 0 0,0 0-408 0 0,1 0-72 0 0,1 2-24 0 0,2-3-8272 0 0</inkml:trace>
  <inkml:trace contextRef="#ctx0" brushRef="#br0" timeOffset="44">3421 5618 4143 2387 2855,'-2'1'184'0'0,"1"1"40"0"0,0-2-224 0 0,1 2 0 0 0,0-1 0 0 0,0-1 0 0 0,0 2 1376 0 0,0 2 224 0 0,0 2 56 0 0,2 2 8 0 0,0 1 248 0 0,2 0 48 0 0,0 0 16 0 0,1-4 0 0 0,0 4-984 0 0,1-4-192 0 0,2 1-32 0 0,-1-2-16 0 0,1-1-392 0 0,0-1-72 0 0,1-1-24 0 0,0-2 0 0 0,0-1-80 0 0,1 0-24 0 0,-2-1 0 0 0,0-1 0 0 0,-1-1 0 0 0,-1 1-8 0 0,-1-3 0 0 0,-1 1 0 0 0,-1-1-8 0 0,-3 0 0 0 0,1 1 0 0 0,-2 0 0 0 0,0-1-24 0 0,-2 0-8 0 0,-1-1 0 0 0,-1 1 0 0 0,0 0-112 0 0,0 1 72 0 0,-2 2-72 0 0,1 0 64 0 0,-1 3-64 0 0,-1-2 0 0 0,1 2 0 0 0,1 1 64 0 0,-2 0-64 0 0,1 0 0 0 0,0 1 0 0 0,0 0 0 0 0,1 1-96 0 0,1-2-32 0 0,1 1 0 0 0,2-1-8 0 0,1 1-184 0 0,2 0-32 0 0,1-1 0 0 0,2-1-6144 0 0,0-1-1216 0 0</inkml:trace>
  <inkml:trace contextRef="#ctx0" brushRef="#br0" timeOffset="45">2700 5861 5983 2612 3055,'1'-1'536'0'0,"-1"0"-432"0"0,2 0-104 0 0,-2 0 0 0 0,1 1 864 0 0,1-1 160 0 0,2-2 24 0 0,1 0 8 0 0,2-1 176 0 0,2-1 40 0 0,0 1 8 0 0,-1 1 0 0 0,0 1-496 0 0,0-1-96 0 0,-1 1-16 0 0,0 1-8 0 0,-1 1-272 0 0,-1 0-48 0 0,1 0-16 0 0,-3 0 0 0 0,0 1-112 0 0,-2 0-24 0 0,0 0-8 0 0,-2 1 0 0 0,0 0 8 0 0,0 0 0 0 0,-1 2 0 0 0,1 1 0 0 0,-3 1-56 0 0,2 0-8 0 0,0 1 0 0 0,0 2 0 0 0,-1 1-40 0 0,0-1-16 0 0,1 3 0 0 0,-2-1 0 0 0,0 2 24 0 0,1-1 0 0 0,0 0 0 0 0,1-1 0 0 0,-1 0-24 0 0,2 0 0 0 0,0-1 0 0 0,0-1 0 0 0,1 0-72 0 0,-1-2 80 0 0,1 0-80 0 0,0-1 80 0 0,0 0-80 0 0,-1-1 0 0 0,-1 0 0 0 0,2-2 0 0 0,-2 0 0 0 0,1 0-112 0 0,0 1 24 0 0,0-3-9072 0 0</inkml:trace>
  <inkml:trace contextRef="#ctx0" brushRef="#br0" timeOffset="46">2709 5961 5983 2580 3018,'0'-3'264'0'0,"0"3"56"0"0,1-1-256 0 0,-1 0-64 0 0,1 0 0 0 0,0 0 0 0 0,1 0 1072 0 0,2 0 200 0 0,1-1 40 0 0,2 0 0 0 0,1-1 64 0 0,1 2 16 0 0,1 0 0 0 0,-1 0 0 0 0,0 1-600 0 0,-1 0-120 0 0,-1 0-32 0 0,1 0 0 0 0,-1 1-392 0 0,-2 0-88 0 0,1-1-8 0 0,-1 0-8 0 0,-1 0-600 0 0,0 0-120 0 0</inkml:trace>
  <inkml:trace contextRef="#ctx0" brushRef="#br0" timeOffset="47">2907 5881 9215 2625 3087,'-4'4'408'0'0,"2"-3"80"0"0,0 2-392 0 0,0-1-96 0 0,2-1 0 0 0,-1 2 0 0 0,0 0 864 0 0,-1 2 144 0 0,1 3 32 0 0,0 3 8 0 0,1 1 40 0 0,1 0 16 0 0,3 0 0 0 0,0-4 0 0 0,2-1-448 0 0,3-1-88 0 0,0-1-24 0 0,0-2 0 0 0,1-3-192 0 0,0 0-32 0 0,1-1-16 0 0,0-3 0 0 0,-1 0-136 0 0,1-1-24 0 0,-2 0-8 0 0,-1-1 0 0 0,-2 2-40 0 0,0-3-16 0 0,-3 1 0 0 0,-1 0 0 0 0,-1-1-80 0 0,-2 0 80 0 0,-1-1-80 0 0,-1 1 80 0 0,0-2-80 0 0,-2 2 80 0 0,1 0-80 0 0,-3-1 80 0 0,2 1-80 0 0,-3 1-136 0 0,1 1 32 0 0,0 2 8 0 0,0 0 96 0 0,-1 3 0 0 0,1 1 0 0 0,1 0 0 0 0,0 1-352 0 0,0 1-128 0 0,1 1-32 0 0,1 2-8224 0 0</inkml:trace>
  <inkml:trace contextRef="#ctx0" brushRef="#br0" timeOffset="48">2587 6604 1375 2730 2677,'-2'-5'128'0'0,"0"4"-128"0"0,1-1 0 0 0,1 0 0 0 0,-1 1 1928 0 0,1 1 368 0 0,-2 0 72 0 0,2 0 8 0 0,-1 0-528 0 0,-1 1-112 0 0,1 0-16 0 0,1 1-8 0 0,-2 1-696 0 0,2 2-144 0 0,0 2-24 0 0,0-2-8 0 0,0-3-376 0 0,0 2-80 0 0,0 1-8 0 0,0 4-8 0 0,0 3-240 0 0,-1 1-40 0 0,0 3-16 0 0,0-1 0 0 0,0 1 48 0 0,-1-1 8 0 0,0 2 0 0 0,1 0 0 0 0,-1-2-128 0 0,0 0 0 0 0,0 0 0 0 0,1-2 0 0 0,-1 0 144 0 0,0-2 8 0 0,0-2 0 0 0,1 0 0 0 0,0-2-152 0 0,-1 0 0 0 0,0-1 0 0 0,0 1 0 0 0,0-1 0 0 0,0-1 0 0 0,0-1 0 0 0,1-1 0 0 0,0-1-320 0 0,0 0-48 0 0,1-2-8 0 0,0 0-8888 0 0</inkml:trace>
  <inkml:trace contextRef="#ctx0" brushRef="#br0" timeOffset="49">2554 6675 7831 2769 2694,'-1'-15'168'0'0,"1"6"40"0"0,0 1 8 0 0,0 1 8 0 0,1 3-224 0 0,0 0 0 0 0,-1-1 0 0 0,3-5 0 0 0,1 1 1712 0 0,2-7 304 0 0,2 0 56 0 0,1 1 8 0 0,1 4-864 0 0,0 3-184 0 0,2 0-32 0 0,-1 3-8 0 0,-1 5-488 0 0,0 0-104 0 0,-1 3-16 0 0,1 0-8 0 0,-4 1-216 0 0,1 2-48 0 0,-2 0-8 0 0,-3 1 0 0 0,0 1-104 0 0,-2-1 0 0 0,-2 2 0 0 0,0 1 0 0 0,-3 2 0 0 0,-2 0 0 0 0,1-1 0 0 0,0-1 0 0 0,1-3 0 0 0,-1 1 0 0 0,-2 1 0 0 0,-1-1-80 0 0,1 1 80 0 0,-2-2 0 0 0,2 0 0 0 0,1-2-64 0 0,1-1 64 0 0,1 0 0 0 0,-2-1 0 0 0,1-1 0 0 0,1 1-256 0 0,-1-1-40 0 0,3 1-8 0 0,1-1 0 0 0,-1 1-624 0 0,3 0-128 0 0</inkml:trace>
  <inkml:trace contextRef="#ctx0" brushRef="#br0" timeOffset="50">2670 6792 11519 2631 2448,'-1'-1'1024'0'0,"1"1"-824"0"0,0-2-200 0 0,0 2 0 0 0,0 0 1024 0 0,1 0 168 0 0,-1 0 32 0 0,1 0 8 0 0,1 2-208 0 0,0 3-48 0 0,1 1-8 0 0,-1 3 0 0 0,0 0-536 0 0,-2 0-112 0 0,-1 2-16 0 0,-1 2-8 0 0,0 0-136 0 0,-2-1-32 0 0,0 1-8 0 0,0-3 0 0 0,0 0-56 0 0,2-1 0 0 0,-1-1-64 0 0,1 0 96 0 0,1 0-96 0 0,0-3 64 0 0,0 0-64 0 0,1 0 0 0 0,1 0 0 0 0,-1-2 0 0 0,1-1 0 0 0,0 0 0 0 0,1 0 136 0 0,1-1 8 0 0,-1-1 0 0 0,2 1 0 0 0,0-1-32 0 0,2 0-8 0 0,0-1 0 0 0,0 0 0 0 0,2-1 16 0 0,0 0 0 0 0,-1 1 0 0 0,1 0 0 0 0,-1 0 0 0 0,0-1 0 0 0,1 1 0 0 0,-2 0 0 0 0,1 0-32 0 0,0 0-8 0 0,-2 0 0 0 0,-1 0 0 0 0,1 1 16 0 0,-1 0 0 0 0,-2 0 0 0 0,1-1 0 0 0,-1-1-96 0 0,0 1 0 0 0,-1 1 0 0 0,-1 0 0 0 0,0 0 0 0 0,0 0-112 0 0,-1-1 16 0 0,1-1 0 0 0,1 0-480 0 0,0 1-96 0 0</inkml:trace>
  <inkml:trace contextRef="#ctx0" brushRef="#br0" timeOffset="51">2866 6862 11975 2633 2402,'-1'-4'528'0'0,"1"2"112"0"0,0 1-512 0 0,1 0-128 0 0,0 0 0 0 0,0 0 0 0 0,1 0 832 0 0,1-1 128 0 0,3-1 32 0 0,2-1 8 0 0,2 0-200 0 0,2-1-48 0 0,0 2-8 0 0,0 0 0 0 0,-1-1-352 0 0,-1 1-72 0 0,0 3-8 0 0,-2-2-8 0 0,-1-2-80 0 0,-1 4-24 0 0,-1 0 0 0 0,-2 0 0 0 0,0-1-8 0 0,-2 1-8 0 0,0 1 0 0 0,-2-1 0 0 0,2 1-48 0 0,-2 1-8 0 0,-1 2 0 0 0,0 1 0 0 0,0-1-32 0 0,-1 2-16 0 0,-1 0 0 0 0,1 0 0 0 0,0-1-80 0 0,0 1 80 0 0,0 1-80 0 0,-1 1 80 0 0,1-1-80 0 0,0 0 0 0 0,0 1 0 0 0,0 0 64 0 0,0-1-64 0 0,1 1 80 0 0,-2 0-80 0 0,3 1 80 0 0,-1-1-8 0 0,1 1 0 0 0,-1 0 0 0 0,0 0 0 0 0,1 1-72 0 0,1-3 80 0 0,0 1-80 0 0,-1-1 80 0 0,-1 2-80 0 0,0-1 0 0 0,0 1 0 0 0,1-2 0 0 0,-1 1 0 0 0,-1 1 0 0 0,2-2 0 0 0,-2 0 0 0 0,2-1-144 0 0,0-1-48 0 0,0-3 0 0 0,1 0-9496 0 0</inkml:trace>
  <inkml:trace contextRef="#ctx0" brushRef="#br0" timeOffset="52">2889 6960 919 2780 3047,'-2'-1'80'0'0,"0"0"-80"0"0,1 0 0 0 0,0 1 0 0 0,1-2 2112 0 0,0 1 416 0 0,0 1 72 0 0,1-1 24 0 0,2-1-480 0 0,-1 0-88 0 0,4 0-16 0 0,-1 0-8 0 0,2 1-1016 0 0,2-1-208 0 0,0 0-40 0 0,-1 1 0 0 0,2 0-480 0 0,-2 1-88 0 0,-2 0-16 0 0,2 0-8 0 0,-2 1-112 0 0,0-1-64 0 0,-2 1 64 0 0,-1-1-64 0 0,1 1-128 0 0,1 0-64 0 0,-2 1-16 0 0,3 0-8992 0 0</inkml:trace>
  <inkml:trace contextRef="#ctx0" brushRef="#br0" timeOffset="53">3075 6922 14279 2493 2390,'-1'1'1272'0'0,"-1"1"-1016"0"0,1-1-256 0 0,1 0 0 0 0,-2 0 640 0 0,2 2 88 0 0,-2 2 8 0 0,-1 1 8 0 0,0 3 120 0 0,3 1 16 0 0,1-2 8 0 0,2 0 0 0 0,3-1-568 0 0,0-1-120 0 0,1-1-16 0 0,0-3-8 0 0,2 0-48 0 0,0 0 0 0 0,1-4-8 0 0,0 2 0 0 0,0-3-40 0 0,0-2-8 0 0,1 0 0 0 0,-2-1 0 0 0,0-1-72 0 0,-3 1-88 0 0,1-1 24 0 0,-3 0 0 0 0,0 1 304 0 0,-2-1 64 0 0,-1 1 16 0 0,-2-1 0 0 0,-2 0-192 0 0,0 0-32 0 0,-1-1 0 0 0,-1 1-8 0 0,-1 0-24 0 0,0 2 0 0 0,1 2 0 0 0,-3 1 0 0 0,2 2-64 0 0,-2 0 80 0 0,0 1-80 0 0,1 1 80 0 0,1-1-80 0 0,-1 2 0 0 0,2 0 0 0 0,0 0 64 0 0,2-1-224 0 0,0 0-56 0 0,2-1-8 0 0,0 0-6496 0 0,1-2-1312 0 0</inkml:trace>
  <inkml:trace contextRef="#ctx0" brushRef="#br0" timeOffset="54">1825 2748 3223 2368 38,'0'0'288'0'0,"0"0"-288"0"0,0 0 0 0 0,0 0 0 0 0,0 0 496 0 0,0 0 48 0 0,1 0 0 0 0,0-2 8 0 0,-1 1 104 0 0,1 0 16 0 0,1 0 8 0 0,-2 1 0 0 0,0 0-312 0 0,0 0-64 0 0,0 0-16 0 0,3-15 0 0 0,-3 11-288 0 0,0 1-128 0 0,-1-1 0 0 0,1 0 8 0 0,-1 2-48 0 0,0-1-16 0 0,0 1 0 0 0,0-1 0 0 0,-1 0 112 0 0,1-2 72 0 0,-1 1-96 0 0,-1-2 96 0 0,0 1 0 0 0,-1-2 160 0 0,2 1-16 0 0,-3-3-8 0 0,2 0 224 0 0,-2-1 48 0 0,0-2 8 0 0,-1 0 0 0 0,0-2 136 0 0,-3-1 32 0 0,2-3 8 0 0,-3-1 0 0 0,0-2-96 0 0,-2 0-16 0 0,-1-3-8 0 0,0 1 0 0 0,-1 0-120 0 0,1 0-32 0 0,0 0 0 0 0,-2 0 0 0 0,2-2-104 0 0,-1 1-24 0 0,1 0-8 0 0,1 1 0 0 0,0 1-40 0 0,2 2-8 0 0,0 3 0 0 0,0-3 0 0 0,-1-2 56 0 0,1-4 16 0 0,-3 0 0 0 0,2-1 0 0 0,1 1-112 0 0,1 0-32 0 0,1 1 0 0 0,-1 0 0 0 0,1-1-64 0 0,-1 0 96 0 0,2 2-96 0 0,-1 0 96 0 0,1 3-16 0 0,1 1 0 0 0,0 2 0 0 0,1 2 0 0 0,0 2-8 0 0,3 3 0 0 0,-1 2 0 0 0,0 1 0 0 0,0 2-72 0 0,0 2 80 0 0,1-1-80 0 0,-1 2 80 0 0,1 0 0 0 0,0 1 0 0 0,0-1 0 0 0,1 0 0 0 0,-1 0-80 0 0,1-1 96 0 0,1 1-96 0 0,0-2 96 0 23,0 0-96-2-1,0 1 0 2 1,0-1 0 0-23,0-1 0 0 0,1 1 0 0 25,0 0 0-3-1,0 1 0 3-24,0 0 0-1 22,0 0 0 1-22,-1 0 0 0 0,0 1 0 0 24,0 1 0-3 1,0-1 0 2-1,-1 1 0 1-24,0 0 0-3 23,1 0 0 2 1,-1 1 0 1-24,0-1 0 0 0,0 1 0-3 25,1 1 0 0 1,-2-2 0-1-4,2 2 0 4-22,-1-2 0 0 0,0 1 0-3 23,1 0 0 3-23,0 0 0 0 0,0-1 0 0 0,0 1 0 0 0,0 0-152-3 23,0-1 8 3-23,0 1 0 0 0,0 0 0 0 0,0 0-24 0 0,0 0-8 0 0,-1 0 0 0 0,1 0 0-2 21,0 0 176 2-21,0 1-72 0 0,0 0 72 0 0,0 0 0 0 0,0 0 0 0 0,0 0 0 0 0,0 0 0 0 0,0 0 0 0 0,0 0 0 0 0,0 0 0 0 0,0 0 0 0 0,0 0 0 0 0,0 0-80 0 0,0 0 80 0 0,0 0-64-3 22,0 0 64 3-22,0 0-96 0 0,0 0 32 0 0,0 0 0 0 0,0 0 0 0 0,0 0-8 0 0,0 0 0 0 0,0 0 0 0 0,0 0 0 0 0,0 0-72-4 21,0 0-16 4-21,0 0 0 0 0,0 0 0 0 0,0 0 64 0 0,0-13 0 0 0,1 12 8 0 0,-1 0 0 0 0,0 1 88 0 0,0 0 0 0 0,0 0 0 0 0,0 0 0 0 0,0 0 0 0 0,0 0 0 0 0,0 0 0 0 0,0 0 0 0 0,0 0 0 0 0,0 0 0 0 0,0 0 0 0 0,0 0 0 0 0,0 0 0 0 0,0 0 0 0 0,0 0 0 0 0,0 0 0 0 0,0 0-120 0 0,0 0 24 0 0,0 0 0 0 0,0 0 0 0 0,0 0 96 0 0,0 0 0 0 0,0 0-80 0 0,0-13 80 0 0,0 13 0 0 0,0-1 0 0 0,0 0 64 0 0,0 1-64 0 0,-1 0 192 0 0,1 0 0 0 0,0 0 0 0 0,0 0 0 0 0,0 0-104 0 0,0 0-24 0 0,0 0-64 0 0,0 0 96 0 0,0 0-96 0 0,0 0 0 0 0,0 0 0 0 0,0 0 0 0 0,0 0 0 0 0,2-12 0 0 0,-1 11 0 0 0,-1-2 0 0 0,0 1 0 0 0,0 2 0 0 0,0-2 0 0 0,0 1 0 0 0,0 0 0 0 0,-1 0 0 0 0,1 1 0 0 0,-1 0 0-4 22,1 0 80 4-22,0 0-80 0 0,0 0 80 0 0,0 0-80 0 0,0 0 0 0 0,0 0 0 0 0,0 0 0 0 0,0 0 0 0 0,0 0 0 0 0,0 0 0 0 0,0 0 0 0 0,0 0 0 0 0,0 0 0 0 0,0 0 0 0 0,0 0 0 0 0,0 0 0 0 0,0 0 0 0 0,0 0 0 0 0,-10-4 0 0 0,9 4 0 0 0,0 0 0 0 0,1-1 0 0 0,-1 1 0 0 0,1-1 0 0 0,0 1 0 0 0,0-1 0 0 0,0 0-64 0 0,-1 1 64 0 0,1-2 0 0 0,0 2 0 0 0,0 0 0 0 0,0 0 0-5 23,0 0 0 5-23,0 0 0 0 0,0 0 0 0 0,0 0 0 0 0,0 0 0 0 0,-8-9 0 0 0,7 9 0 0 0,0 0 0 0 0,-1-1 0 0 0,1 1 0 0 0,1-1 0 0 0,-1 1 72 0 0,0-1-72 0 0,0 0 0 0 0,1 1-80 0 0,0 0 80 0 0,-2-1-64 0 0,2 0 64 0 0,0 0 0 0 0,0-1-72 0 0,-2 1 72 0 0,2 0 0 0 0,-1-1 0 0 0,1 1 0 0 0,-2 0 0-4 22,2 0-64 4-22,-2 1 64 0 0,1 0-64 0 0,0 0 64 0 0,0 0 0 0 0,0 0 0 0 0,-1 0 0 0 0,2 0 0 0 0,-1 1 0 0 0,0 0 0 0 0,1-1 0 0 0,-1 0 0 0 0,1 0 0 0 0,0 0 0 0 0,0 0 64 0 0,0 0-64 0 0,0 0 0 0 0,0 0 0 0 0,0 0 0 0 0,0 0 0 0 0,0 0 0 0 0,0 0 0 0 0,0 0 0 0 0,0 0 0 0 0,0 0 0 0 0,0 0 0 0 0,0 0 0 0 0,-4-12 0 0 0,2 11 0-4 21,1-1 0 4-21,1 1 0 0 0,-1 0 0 0 0,1 1 0 0 0,-1-1 0 0 0,-1 0 0 0 0,1 0 0 0 0,0 0 0 0 0,-1-1 0 0 0,0 2 0 0 0,1-2 0 0 0,-2 1 0 0 0,1-1 0 0 0,0 0 0 0 0,0 0 0 0 0,0 0 0 0 0,0 0 0 0 0,-1 0 0 0 0,-1-1 0 0 0,2 1 0 0 0,-2 0 0 0 0,1-1 0 0 0,-1 1 0 0 0,1 1 0 0 0,0-1 0 0 0,-2 1 0 0 0,2 0 0 0 0,-1 1 0 0 0,0-1 0 0 0,1 1 0-4 22,-1 1 0 4-22,1-1 0 0 0,0 1 0 0 0,0-1 0 0 0,-1 1 0 0 0,2-1 0 0 0,-1 2 0 0 0,1-1 0 0 0,0 1 0 0 0,-1 0-64 0 0,1 1 64 0 0,-1-2-64 0 0,1 3-32 0 0,0-3-8 0 0,1 2 0 0 0,-1-1 0 0 0,2 2 8 0 0,-1 0 0 0 0,-1 1 0 0 0,2-1 0 0 0,0 1 16 0 0,0 2 8 0 0,1-1 0 0 0,0 1 0 0 0,0-1 72 0 0,1 1 0 0 0,1 1 0 0 0,-1-1 0 0 0,1 1 0 0 0,1-1 0 0 0,-1 1 0 0 0,1-2 0 0 0,1-1 0 0 0,0 2 0 0 0,0-2 0 0 0,0 0 88 0 0,0-2-88 0 0,2 1 80 0 0,-2-1-80 0 0,2-1 80 0 0,0-1 32 0 0,0 0 8 0 0,1-1 0 0 0,-1 0 0 0 0,0 0 8 0 0,1-2 0 0 0,-1 1 0 0 0,1 0 0 0 0,-1-3-64 0 0,0 1 0 0 0,0 0-64 0 0,-1-1 96 0 0,0 0-16 0 0,1-1-8 0 0,-2-2 0 0 0,0 2 0 0 0,0-1 8 0 0,-1-1 0 0 0,0 0 0 0 0,0-2 0 0 0,-2 0-80 0 0,1 1 96 0 0,-2 0-96 0 0,0 1 96 0 0,-1-2-96 0 0,0 0 96 0 0,-1 1-96 0 0,0 1 96 0 0,-2-1-96 0 0,0 1 0 0 0,-1 1 0 0 0,1-1 64 0 0,-2 2-64 0 0,1-1 0 0 0,-1 1 0 0 0,-2 0 0 0 0,2 0 128 0 0,-1 1-24 0 0,-1-1 0 0 0,0 1 0 0 0,0 0-16 0 0,0-1-8 0 0,1 2 0 0 0,-1 0 0 0 0,2 0-80 0 0,-2-1 64 0 0,1 2-64 0 0,-1-1 64 0 0,1 1-64 0 0,1 2 0 0 0,-1-1 0 0 0,0 1 0 0 0,1 1 0 0 0,0 1 0 0 0,-1-2-72 0 0,-1 3 72 0 0,2-1-96 0 0,-1 1 16 0 0,1 0 0 0 0,1-1 0 0 0,-1 1-8 0 0,-1-1 0 0 0,2 4 0 0 0,-1-3 0 0 0,1 1-128 0 0,-1 0-24 0 0,2-1-8 0 0,-2 0 0 0 0,2 2 8 0 0,0-1 0 0 0,0 0 0 0 0,-1 0 0 0 0,1 1 88-4 22,0 0 24 4-22,0 2 0 0 0,-1-1 0 0 0,2-1 128-4 21,-1 3-64 4-21,0 1 64 0 0,1 0 0 0 0,0 0 0 0 0,0 1 0 0 0,2 1 0 0 0,-2-2 72 0 0,2 0-72 0 0,2 0 96 0 0,-2 0-96 0 0,3 0 96 0 0,1-1-32 0 0,0 1 0 0 0,0-1 0 0 0,1-1 0 0 0,1 0 88 0 0,-1 0 8 0 0,2-1 8 0 0,-2-1 0 0 0,2 0-40 0 0,-1 0 0 0 0,1-1-8 0 0,2 0 0 0 0,-1 0-24 0 0,1-1 0 0 0,-1-1 0 0 0,2-1 0 0 0,-1 0-96 0 0,1 0 72 0 0,0 0-72 0 0,0-2 64 0 0,1 0-64 0 0,-1 0 0 0 0,1 0 0 0 0,0-2 0 0 0,0 0 0 0 0,0 0 0 0 0,0-1 0 0 0,0 0 0 0 0,0-1 96 0 0,-1 0 0 0 0,0 0 0 0 0,-1-3 0 0 0,-2 1 40 0 0,1-2 16 0 0,-1 2 0 0 0,-2-1 0 0 0,0 0 8 0 0,0 0 0 0 0,-1 1 0 0 0,-2-2 0 0 0,1 1-72 0 0,-3 1-16 0 0,2-2 0 0 0,-2 1 0 0 0,0 0-8 0 0,-2 0-64 0 0,2-1 96 0 0,-3 0-32 0 0,1 1-64 0 0,0-2 0 0 0,-1 3 72 0 0,-1-2-72 0 0,-1 0 0 0 0,1 1 0 0 0,-2-1 0 0 0,1 0 0 0 0,-3 1 0 0 0,1 1 0 0 0,1 1 0 0 0,-2-1 0 0 0,1 2 0 0 0,-1 2 0 0 0,1-1 0 0 0,-2 1 0 0 0,3 1 0 0 0,-2-1 0 0 0,2 3 0 0 0,0-2 0 0 0,-2 1 0 0 0,0 0 0 0 0,1 1 0 0 0,-1 1 0 0 0,1 0 0 0 0,-1-1-80 0 0,0 2 80 0 0,0-2 0 0 0,0 3-96 0 0,0-1 32 0 0,1 2 64 0 0,0 0-104 0 0,0 0 104 0 0,1-1-88 0 0,-1 2 88 0 0,1-1-80 0 0,1 0-16 0 0,-1 2-8 0 0,2-1 0 0 0,-2 1 0 0 0,2-1 32 0 0,1 1 8 0 0,-1 0 0 0 0,1 0 0 0 0,0 0-16 0 0,1 2 0 0 0,1-1 0 0 0,0 2 0 0 0,1 0 80 0 0,0 1 0 0 0,0-1 0 0 0,1 1-64 0 0,2-1 64 0 0,-1 1 0 0 0,1 0 0 0 0,2-1 0 0 0,-1 0 0 0 0,2-1 0 0 0,-1 1 0 0 0,1-3 0 0 0,1 1 0 0 0,1 0 0 0 0,-1-1 0 0 0,1 1 0 0 0,0-2 0 0 0,-1 1 0 0 0,2-1 0 0 0,-1 0 64 0 0,-1-1-64 0 0,2 0 0 0 0,-1-2 0 0 0,0 2-64 0 0,0-2 64 0 0,0 0 0 0 0,-1-1 0 0 0,2-1 0 0 0,-2 0 0 0 0,0 0 0 0 0,1 0 80 0 0,-1-1-80 0 0,0 1 120 0 0,-1-3-24 0 0,1 0-8 0 0,-2 0 0 0 0,1-1 8 0 0,0 0 0 0 0,-1 0 0 0 0,0-1 0 0 0,-1-1 0 0 0,1 0 8 0 0,-2 0 0 0 0,0-1 0 0 0,-1 1-24 0 0,0-1-8 0 0,0 0 0 0 0,0-1 0 0 0,-1 1-8 0 0,0-2-64 0 0,1-1 96 0 0,-2 0-32 0 0,0 2-64 0 0,-1-2 0 0 0,0 1 72 0 0,0-1-72 0 0,0 1 0 0 0,-2 2 0 0 0,2-1 0 0 0,-2 0 0 0 0,-1 0 0 0 0,-1-1 0 0 0,0 1 0 0 0,1 1 0 0 0,-2 1 0 0 0,-1-1 0 0 0,0 2 0 0 0,0 0 0 0 0,0 0 0 0 0,-2 2 0 0 0,1 1 0 0 0,-2 0-64 0 0,2 0-16 0 0,-1 2 0 0 0,-1 0 0 0 0,0 0 0 0 0,1 2-16 0 0,-2 0 0 0 0,1 0 0 0 0,0 1 0 0 0,-1 1-48 0 0,1 0-16 0 0,0 1 0 0 0,0 2 0 0 0,0 1 24 0 0,0-1 0 0 0,1 2 0 0 0,1-1 0 0 0,0 0 64 0 0,1 0 72 0 0,0 2-104 0 0,0-1 40 0 0,2 1 64 0 0,0 2-80 0 0,0-1 80 0 0,3 0-80 0 0,-1 2 80 0 0,3 1 0 0 0,-1 1 0 0 0,2 0 0 0 0,1 2 0 0 0,1-3 64 0 0,1 1-64 0 0,0-3 0 0 0,1 0 128 0 0,1-3-16 0 0,1 1 0 0 0,1-3 0 0 0,0 1 80 0 0,1-2 8 0 0,0 0 8 0 0,2-1 0 0 0,-1 0-80 0 0,0-3-24 0 0,1 1 0 0 0,2-1 0 0 0,0-1-104 0 0,-1-1 0 0 0,2-1 0 0 0,-1-3 0 0 0,2 1 64 0 0,-2-4-64 0 0,1 1 88 0 0,-1-2-88 0 0,1-1 120 0 0,-1 0-32 0 0,-2-2-8 0 0,0 0 0 0 0,-1-2-80 0 0,-1-1 96 0 0,-2 0-96 0 0,-1 1 96 0 0,-1 1-96 0 0,-1-1 0 0 0,-1 0 0 0 0,-2 1 0 0 0,0 0 0 0 0,-2 1 0 0 0,0 1 0 0 0,-2 0 0 0 0,-1 0 0 0 0,-1-1 0 0 0,-3 0 0 0 0,1 0 0 0 0,-2 0 0 0 0,-2 0 0 0 0,0 1 0 0 0,1 1 0 0 0,0 2 0 0 0,0 2 0 0 0,0 1 0 0 0,-1 0 0 0 0,1 2 0 0 0,0 1 0 0 0,3 0 0 0 0,-2 2 0 0 0,1 0-112 0 0,0 1 40 0 0,0 1 8 0 0,1-1 0 0 0,1 2-400 0 0,0 0-80 0 0</inkml:trace>
  <inkml:trace contextRef="#ctx0" brushRef="#br0" timeOffset="55">1647 1413 6911 2533 1098,'0'-1'608'0'0,"1"1"-480"0"0,-1 0-128 0 0,0-1 0 0 0,0 1 288 0 0,1 0 32 0 0,1-2 0 0 0,-1 0 8 0 0,2 0-32 0 0,-1-2-8 0 0,3 2 0 0 0,-2-1 0 0 0,1 1-224 0 0,0-2-64 0 0,0 1 0 0 0,1 1 0 0 0,-1-1 0 0 0,1 0 0 0 0,1 1 0 0 0,-1-1 0 0 0,2 1 0 0 0,0-2 0 0 0,0 0 0 0 0,0 0 64 0 0,1 1 32 0 0,-1-1 0 0 0,1 0 8 0 0,-1-1 0 0 0,0 0 0 0 0,0 1 0 0 0,-1 0 0 0 0,1 1 0 0 0,-1-1-16 0 0,1 0-8 0 0,-2 1 0 0 0,0 0 0 0 0,-2 0-8 0 0,1 1 0 0 0,-1 0 0 0 0,-1 0 0 0 0,0 1-72 0 0,-1 1 80 0 0,1-1-80 0 0,-2 1 80 0 0,0-1-80 0 0,-1 1 0 0 0,0 1 0 0 0,-1 0-88 0 0,-1-1-184 0 0,0 0-40 0 0,3 0-8 0 0,0 0 0 0 0,-14 3-352 0 0,9 0-80 0 0,-3 0-16 0 0,2 0 0 0 0,-1 1 296 0 0,0-1 56 0 0,0 0 16 0 0,0 1 0 0 0,0 0 400 0 0,0-1 192 0 0,0 1-24 0 0,1-1 0 0 0,-1 0 368 0 0,2 1 72 0 0,0-2 8 0 0,1 1 8 0 0,0 0 0 0 0,1-1 0 0 0,0 1 0 0 0,1-1 0 0 0,-1 0-232 0 0,0 1-40 0 0,1-2-16 0 0,0 2 0 0 0,1-1-176 0 0,-1 3-40 0 0,1-2-8 0 0,-2 0 0 0 0,2 0-112 0 0,0 0 0 0 0,-1 0 0 0 0,2 0 0 0 0,0 0 0 0 0,0 0 0 0 0,-2 1-64 0 0,2-2 64 0 0,2 1-64 0 0,-2 0 64 0 0,0-1-96 0 0,0 0 96 0 0,2 1 0 0 0,-1-3 0 0 0,0 2 80 0 0,0 0-16 0 0,2-2 80 0 0,-2 2 16 0 0,0-1 8 0 0,2 0 0 0 0,-2-1-16 0 0,1 0-8 0 0,0 0 0 0 0,0 2 0 0 0,0-2-16 0 0,0 0-8 0 0,0 0 0 0 0,-1 0 0 0 0,1 1-120 0 0,1 0 72 0 0,-1 0-72 0 0,0-1 64 0 0,1 1-64 0 0,1 0 0 0 0,-2-1 0 0 0,3 0 0 0 0,0 1 0 0 0,0 0 0 0 0,2-1 0 0 0,-1 0 0 0 0,1 0 64 0 0,0-1-64 0 0,1 0 64 0 0,0 1-64 0 0,-1 0 72 0 0,1 0-72 0 0,-1 0 80 0 0,-1 1-80 0 0,-1 1 0 0 0,-1-1 0 0 0,1 2 0 0 0,-2-1 0 0 0,0 2 0 0 0,-1 2 0 0 0,0-2 0 0 0,-2 1 0 0 0,0 2 0 0 0,-1 1 0 0 0,-1 0 0 0 0,0 0 0 0 0,-1 1 0 0 0,-1 1 72 0 0,0 1 8 0 0,0-1 0 0 0,-1 0 16 0 0,0 0 8 0 0,-1 0 0 0 0,1 0 0 0 0,0-1-32 0 0,-1-2-8 0 0,0 2 0 0 0,0-2 0 0 0,-1 0 0 0 0,1 1-64 0 0,-2-1 96 0 0,1 0-32 0 0,0-2 56 0 0,0 1 8 0 0,0 1 0 0 0,1-3 0 0 0,-1 0 0 0 0,2 0 0 0 0,1 0 0 0 0,-1-2 0 0 0,2 0-128 0 0,0-2-144 0 0,1 1 32 0 0,0-1 8 0 0,1 0-536 0 0,1-1-96 0 0,0 1-32 0 0,1-4-5248 0 0</inkml:trace>
  <inkml:trace contextRef="#ctx0" brushRef="#br0" timeOffset="56">1994 1382 5063 2293 987,'-5'8'448'0'0,"1"-2"-352"0"0,1 0-96 0 0,1-1 0 0 0,2-2 1120 0 0,0-1 216 0 0,-1 1 40 0 0,0 4 0 0 0,0 2-256 0 0,0 4-48 0 0,0 2-16 0 0,2-2 0 0 0,1-1-560 0 0,1 0-112 0 0,1-3-32 0 0,1-2 0 0 0,1-1-224 0 0,1-3-40 0 0,2 0-16 0 0,0-2 0 0 0,0-2-72 0 0,1-1-136 0 0,-1-1 32 0 0,1-3 8 0 0,0-1 96 0 0,0-1 0 0 0,-1 0 0 0 0,-1-2 0 0 0,4-2 232 0 0,-2-3-8 0 0,-1 2 0 0 0,0 0 0 0 0,-1 0 128 0 0,-1 1 32 0 0,-2 1 0 0 0,0 0 0 0 0,-3 2-192 0 0,-2 1-32 0 0,0 0 0 0 0,-4 1-8 0 0,0 3 0 0 0,-2-1 0 0 0,-2 0 0 0 0,-1 1 0 0 0,-1 0-24 0 0,-2 2 0 0 0,0-2 0 0 0,1 0 0 0 0,0 1-128 0 0,1-2 80 0 0,-1 0-80 0 0,1 0 64 0 0,1 0-64 0 0,0 1 0 0 0,2-2 0 0 0,-1 3 0 0 0,2 0-112 0 0,1 1 16 0 0,0-1 0 0 0,1 2 0 0 0,2 0-424 0 0,-1 1-88 0 0,1-1-8 0 0,1-1-7016 0 0</inkml:trace>
  <inkml:trace contextRef="#ctx0" brushRef="#br0" timeOffset="57">1250 267 2303 2448 1516,'-3'0'200'0'0,"2"-1"-200"0"0,-1 0 0 0 0,0 0 0 0 0,1 0 728 0 0,1 1 104 0 0,0 0 16 0 0,0-1 8 0 0,-2 0 296 0 0,0-1 64 0 0,2 1 16 0 0,-2 0 0 0 0,2 0-528 0 0,-1-1-96 0 0,1 1-32 0 0,-1 0 0 0 0,1 0-408 0 0,-1-1-80 0 0,0 1-24 0 0,0 1 0 0 0,0-1 0 0 0,0 0 0 0 0,1 0 0 0 0,0 0 0 0 0,0 1 80 0 0,0 0 16 0 0,0 0 0 0 0,0 0 0 0 0,0 0-48 0 0,0 0-8 0 0,0 0 0 0 0,0 0 0 0 0,0 0-104 0 0,0 0 0 0 0,0 0 64 0 0,0 0-64 0 0,0 0 72 0 0,0 0-8 0 0,8 13 0 0 0,-7-7 0 0 0,1 0 168 0 0,-1 2 32 0 0,0 2 8 0 0,2 2 0 0 0,-2 2-104 0 0,1 1-16 0 0,1 4-8 0 0,-1 0 0 0 0,1 1-48 0 0,-1-1-16 0 0,0 0 0 0 0,0 1 0 0 0,0-2-16 0 0,0-1 0 0 0,0 1 0 0 0,0-3 0 0 0,-1 1-64 0 0,0 0 0 0 0,0 0 0 0 0,-1 3-88 0 0,1 1 88 0 0,-1 3 0 0 0,0 1 0 0 0,1-1-64 0 0,0 3 64 0 0,0-2 0 0 0,1 0 0 0 0,-2 0 0 0 0,0-2 0 0 0,1 1 64 0 0,0-4-64 0 0,0 0 64 0 0,-1-1 80 0 0,0 1 16 0 0,0-1 8 0 0,-1 0 0 0 0,1 1-80 0 0,0-2-24 0 0,0-1 0 0 0,-1 1 0 0 0,1 0 0 0 0,-1-1-64 0 0,1 1 96 0 0,0-4-32 0 0,0 1 40 0 0,0-1 8 0 0,0-2 0 0 0,-2 0 0 0 0,2-1 16 0 0,0-1 8 0 0,0 1 0 0 0,-1-2 0 0 0,0 0-72 0 0,0-1-64 0 0,1 0 72 0 0,-1-1-72 0 0,0 1 64 0 0,-1-2-64 0 0,2-1 0 0 0,-2-2 0 0 0,2 2 72 0 0,-1-2-72 0 0,0 0 64 0 0,1-1-64 0 0,-1 0 168 0 0,1-1-8 0 0,0 0 0 0 0,0 0 0 0 0,0 0-48 10-22,0 0-16 1 1,-1 1 0 0-2,1-1 0 2-1,0 0-96-4 3,0 0 72-9 21,0 0-72 0 0,0 0 64 0 0,0 0 8 0 0,0 0 0 0 0,0 0 0 10-24,0 0 0-10 24,0 0-72 0 0,0 0 80 0 0,-8-12-80 11-23,7 8 80-1-1,1 0-80-10 24,-2 0 0 11-22,1 0 0-11 22,0-1 0 0 0,0 1 0 0 0,-2-3 0 0 0,1 2 0 0 0,-1-1 0 0 0,-1-1-88 10-24,1-1 24-10 24,-2-1 0 0 0,1 0 0 0 0,-3-2-56 0 0,2-1-8 0 0,0 0 0 0 0,0-2 0 0 0,0 0 0 0 0,1 1 0 0 0,0 2 0 0 0,1 0 0 0 0,0 2 128 0 0,1 0 0 0 0,-1 0 0 0 0,2 1-72 0 0,-2 1 72 0 0,2-1 0 0 0,-1 1 0 0 0,-1 0 0 0 0,2 0 0 0 0,-2 1 0 0 0,2 0 0 0 0,0 0 0 0 0,-1-1 0 0 0,1 2 0 0 0,-1-1 0 0 0,2 1 64 0 0,0 0-64 0 0,-1 2 0 0 0,1 0 0 0 0,0-1 0 0 0,0 2 0 0 0,1-2 0 0 0,-1 3 0 0 0,2 0 0 0 0,-2-1 0 0 0,2 2 0 0 0,-1 0 0 0 0,1 0 64 0 0,0 0-64 0 0,0 1 0 0 0,1 1 64 0 0,0 2-64 0 0,1 1 64 0 0,0 0-64 0 0,0 1 80 0 0,0 1-80 0 0,1 1 64 0 0,-1 0-64 0 0,1-2 0 0 0,-1 3 72 0 0,1-1-72 0 0,1 1 0 0 0,-1-1 0 0 0,0 1 0 0 0,2 0 0 0 0,-2 0 0 0 0,2 0 64 0 0,-1 1-64 0 0,1 0 0 0 0,-1 0 0 0 0,1 0 72 0 0,-1 0-72 0 0,1-1 0 0 0,0 0 0 0 0,-1-1 0 0 0,0-1-96 0 0,-1-1 96 0 0,0 0 0 0 0,0 0 0 0 0,0-1 0 0 0,-1 0 0 0 0,0-2 0 0 0,-1 1 64 0 0,1-2-64 0 0,-2 0 112 0 0,2 0-16 0 0,-1 0 0 0 0,-1-2 0 0 0,1 0 72 0 0,0-2 16 0 0,-1 0 0 0 0,2-2 0 0 0,0 1-24 0 0,0-3-8 0 0,1 0 0 0 0,0-2 0 0 0,1-2-24 0 0,0 0-8 0 0,0-2 0 0 0,2 1 0 0 0,-1 0-56 0 0,1 0 0 0 0,-1 0-64 0 0,0 0 96 0 0,1 2-96 0 0,-1-1 72 0 0,0 1-72 0 0,-2 1 64 0 0,2 0-64 0 0,-2 0 0 0 0,0 1 0 0 0,0-1 0 0 0,-1 3 0 0 0,0-1 0 0 0,-1 2 0 0 0,0-1 0 0 0,-1 1 0 0 0,0 1 0 0 0,0 1 0 0 0,-1-1 0 0 0,0 2 0 0 0,0-1 0 0 0,-1 2 0 0 0,0 0 0 0 0,0 0-128 0 0,0 0 0 0 0,0 1 8 0 0,-2 0 0 0 0,1 2-296 0 0,0 0-56 0 0,-1 2-8 0 0,0-1-8 0 0,1 1-768 0 0,-1-1-152 0 0,1 2-32 0 0,0 0-5400 0 0</inkml:trace>
  <inkml:trace contextRef="#ctx0" brushRef="#br0" timeOffset="58">1160 938 1375 2497 1144,'-4'-1'128'0'0,"3"0"-128"0"0,-2-1 0 0 0,1 1 0 0 0,2 1 576 0 0,0-1 96 0 0,0 0 24 0 0,-2 1 0 0 0,2-2 208 0 0,-3 0 48 0 0,3-1 8 0 0,-2 1 0 0 0,0-2-416 0 0,1 2-72 0 0,0-1-24 0 0,0 1 0 0 0,0 0-128 0 0,1 0-32 0 0,0-1-8 0 0,2 1 0 0 0,-1 0-64 0 0,0 0-16 0 0,1-1 0 0 0,0 1 0 0 0,3-1 16 0 0,-2 2 0 0 0,0 0 0 0 0,1 0 0 0 0,1 2 88 0 0,-1 0 16 0 0,1 0 8 0 0,0 3 0 0 0,0-1-152 0 0,0 1-32 0 0,0 2-8 0 0,1 1 0 0 0,-1 1 24 0 0,0 1 8 0 0,1 1 0 0 0,0 2 0 0 0,-1-1-8 0 0,0 0 0 0 0,-1 0 0 0 0,0 0 0 0 0,1 0 64 0 0,-1 1 16 0 0,1-2 0 0 0,0-2 0 0 0,0 1-80 0 0,0-4-8 0 0,-1-1-8 0 0,1 0 0 0 0,0-2-80 0 0,0-1-64 0 0,0 0 72 0 0,0-3-72 0 0,1 1 96 0 0,0-2-24 0 0,0 0-8 0 0,0-2 0 0 0,-1 0 24 0 0,1 0 0 0 0,-1-1 0 0 0,1-1 0 0 0,1-1 0 0 0,1 0 0 0 0,0-1 0 0 0,2 1 0 0 0,-2-3 80 0 0,2 1 24 0 0,-1-1 0 0 0,0 2 0 0 0,-1 0 96 0 0,0 0 32 0 0,0 0 0 0 0,0 1 0 0 0,-2 0-96 0 0,1 1-8 0 0,-2 1-8 0 0,-2-1 0 0 0,0 4-208 0 0,1-1 64 0 0,-1 1-64 0 0,-2 0 0 0 0,1 0 0 0 0,-2-1 0 0 0,2 3 0 0 0,-1-2 0 0 0,-1 2-184 0 0,0 0-24 0 0,1 0-8 0 0,-1 0 0 0 0,0 1-144 0 0,0 0-32 0 0,-1 1-8 0 0,1 0 0 0 0,-1 0-216 0 0,-1 3-48 0 0</inkml:trace>
  <inkml:trace contextRef="#ctx0" brushRef="#br0" timeOffset="59">1133 964 6447 2779 2801,'1'-2'576'0'0,"0"0"-464"0"0,0 1-112 0 0,0 1 0 0 0,-1-1 184 0 0,0 0 8 0 0,2 0 8 0 0,0-2 0 0 0,1-1-200 0 0,0 1 0 0 0,-1-1 0 0 0,1 0 0 0 0,-1 2-96 0 0,-1-1 24 0 0,0 1 0 0 0,0 0 0 0 0,0 0 248 0 0,0 2 48 0 0,0-1 16 0 0,-1 0 0 0 0,0 1 504 0 0,0 0 104 0 0,0 0 16 0 0,1 0 8 0 0,0 1-288 0 0,0 0-56 0 0,0-1-16 0 0,1 2 0 0 0,0 0-224 0 0,0 0-56 0 0,1 0-8 0 0,0 1 0 0 0,-1 0-128 0 0,1 0-24 0 0,1 1-8 0 0,0 1 0 0 0,0 1-64 0 0,0-1 64 0 0,-1 2-64 0 0,1-1 64 0 0,-1 0 0 0 0,0 1-64 0 0,1 0 96 0 0,0 1-32 0 0,1 1 40 0 0,-2 0 8 0 0,2 1 0 0 0,-2 0 0 0 0,1-1-16 0 0,0 1 0 0 0,0 0 0 0 0,0 0 0 0 0,-1 1 40 0 0,1-3 8 0 0,0 0 0 0 0,0 0 0 0 0,-1-2-48 0 0,1-1 0 0 0,-1 1-8 0 0,0-2 0 0 0,0-1 40 0 0,1 0 16 0 0,-1 0 0 0 0,0-2 0 0 0,2 1 48 0 0,-3-2 0 0 0,2 0 8 0 0,0 0 0 0 0,0-1-40 0 0,1-1-16 0 0,-1-1 0 0 0,2 0 0 0 0,0-1-72 0 0,-1-1-8 0 0,1 0-64 0 0,0-2 96 0 0,0 0-96 0 0,1-2 72 0 0,0 0-72 0 0,-1-1 64 0 0,0 1-64 0 0,0-1 0 0 0,0 0 0 0 0,-2-1 64 0 0,3 2-64 0 0,-2-2 0 0 0,0 1 0 0 0,0 0 64 0 0,1 0-64 0 0,-1 0 0 0 0,1 0 72 0 0,-1 3-72 0 0,-1-1 0 0 0,1 1 0 0 0,-1 1 0 0 0,0 0 64 0 0,0 0-64 0 0,0 1 72 0 0,-1 0-72 0 0,0 2 80 0 0,-1-1-80 0 0,0 0 0 0 0,-1 2 0 0 0,1-1 0 0 0,-1 0 0 0 0,0 0 0 0 0,0 2 0 0 0,-2-1 0 0 0,1 2 0 0 0,-1-1 0 0 0,-1 1-64 0 0,1 0 64 0 0,-2 1 0 0 0,-1 0 0 0 0,1 1 0 0 0,-1 2 0 0 0,-2 0 0 0 0,1 1 0 0 0,1 0 0 0 0,-3 1 0 0 0,1 3 0 0 0,1 1 0 0 0,-3-1 64 0 0,2 2-64 0 0,0 0 0 0 0,-2 1 0 0 0,1 0 0 0 0,0 1 0 0 0,-1 0 0 0 0,-1 1 0 0 0,2 0 0 0 0,0-2 0 0 0,0 2 0 0 0,0-1 0 0 0,1-1 0 0 0,1-1 0 0 0,-1-1 0 0 0,1-2 0 0 0,-1 0 0 0 0,2 0 0 0 0,0-1 0 0 0,-1 0 0 0 0,0-1 0 0 0,0-1 0 0 0,2 0 0 0 0,-1 0 0 0 0,0-2 72 0 0,1-1-72 0 0,-1 1 0 0 0,1-2 72 0 0,-1-1-72 0 0,0 0 0 0 0,1-2 64 0 0,-1-2-64 0 0,1 1 0 0 0,0-2 0 0 0,0 0 112 0 0,1-3-8 0 0,0 2 0 0 0,1-3 0 0 0,1 1-104 0 0,0-1 64 0 0,0 1-64 0 0,0 2 0 0 0,2 0 0 0 0,-1 0 0 0 0,1 1-104 0 0,-2 0 32 0 0,0 0-120 0 0,1 0-16 0 0,-1 1-8 0 0,0-2 0 0 0,0 3-112 0 0,-1-1-24 0 0,1 0-8 0 0,0 1 0 0 0,-1-1-120 0 0,0 1-32 0 0,0 0 0 0 0,0 0-4040 0 0,1 0-816 0 0</inkml:trace>
  <inkml:trace contextRef="#ctx0" brushRef="#br0" timeOffset="60">1558 92 4607 2648 2508,'-1'-1'408'0'0,"1"1"-328"0"0,0 0-80 0 0,-1 0 0 0 0,1 0 472 0 0,0 0 72 0 0,-1 0 24 0 0,-2 0 0 0 0,1 1-48 0 0,-1 0-8 0 0,-1 0 0 0 0,0 0 0 0 0,2-1-104 0 0,-2 1-24 0 0,2 0-8 0 0,0 1 0 0 0,2-2 144 0 0,-2 2 32 0 0,1-1 8 0 0,0 1 0 0 0,1 2-216 0 0,-1 1-48 0 0,1-1-8 0 0,0 3 0 0 0,1 1-72 0 0,0 1-24 0 0,1 2 0 0 0,-1 0 0 0 0,1 2 64 0 0,0 0 16 0 0,-1 1 0 0 0,1 1 0 0 0,0 1-16 0 0,-1 3-8 0 0,0 1 0 0 0,1 1 0 0 0,-2-1-120 0 0,1 1-32 0 0,-1-2 0 0 0,-1 3 0 0 0,1-2-32 0 0,0 0 0 0 0,-1-2-64 0 0,0-1 96 0 0,0-1 80 0 0,0 0 16 0 0,0-1 0 0 0,1 0 0 0 0,-1-2 0 0 0,1 0 0 0 0,0-1 0 0 0,0-1 0 0 0,0 0-96 0 0,1-2-24 0 0,0 1 0 0 0,0-2 0 0 0,0 0-72 0 0,0-3 0 0 0,0 1 0 0 0,-1-4 0 0 0,0 2-320 0 0,0-2 0 0 0,0-2 0 0 0,0 0 0 0 0,0 0-768 0 0,-1-3-160 0 0</inkml:trace>
  <inkml:trace contextRef="#ctx0" brushRef="#br0" timeOffset="61">1532 175 1823 2633 2508,'1'-6'160'0'0,"-1"2"-160"0"0,0 0 0 0 0,0 1 0 0 0,0 2 0 0 0,0 0 0 0 0,0-1 0 0 0,-1 0 0 0 0,0-1 256 0 0,-1-3 32 0 0,2 2 0 0 0,-1-1 16 0 0,-1 1 176 0 0,1 0 32 0 0,0 0 0 0 0,1-1 8 0 0,0 2 160 0 0,2-1 32 0 0,1-2 8 0 0,-1 2 0 0 0,2-1-80 0 0,1 0-8 0 0,2-1-8 0 0,0 1 0 0 0,1-1-304 0 0,1 1-64 0 0,1-1-16 0 0,1 1 0 0 0,-1 1-72 0 0,2 0-8 0 0,0-1-8 0 0,2 2 0 0 0,-2-1 112 0 0,1 0 24 0 0,-1 2 8 0 0,-1 0 0 0 0,-1 1-168 0 0,0 0-32 0 0,-1 0 0 0 0,-1 1-8 0 0,0 0-88 0 0,-1 2 0 0 0,0-1 0 0 0,-1 2 0 0 0,-1 0-80 0 0,0 1 80 0 0,-1 0 0 0 0,0 0-72 0 0,0 2 136 0 0,0-1 24 0 0,-1 1 8 0 0,0 1 0 0 0,1 1-8 0 0,-1-1 0 0 0,0 1 0 0 0,-1-1 0 0 0,1 2-88 0 0,-1-2 80 0 0,-1 2-80 0 0,1-1 80 0 0,-2 0-80 0 0,-2 1 0 0 0,2-1 0 0 0,-2 0 0 0 0,-1 0 0 0 0,0 0 0 0 0,-2 0-88 0 0,-1 1 88 0 0,0-1 0 0 0,0-1 0 0 0,0-1 0 0 0,-1 2-64 0 0,-2 0 64 0 0,-1 0 0 0 0,0 1 0 0 0,-1 0 64 0 0,1 0 32 0 0,0-1 16 0 0,2-1 0 0 0,0 2 0 0 0,0 1 96 0 0,-2-1 16 0 0,1 1 8 0 0,-3 0 0 0 0,2 0-160 0 0,-1-1-72 0 0,0 1 64 0 0,0-2-64 0 0,0 0 0 0 0,0-1 0 0 0,1-1 0 0 0,1-1-88 0 0,1-1 88 0 0,0-1 0 0 0,2-1 0 0 0,1 0 0 0 0,1-2 64 0 0,3 0-64 0 0,-1 0 64 0 0,1 0-64 0 0,1-2 120 0 0,1 2-16 0 0,0-1 0 0 0,1 0 0 0 0,0-1-200 0 0,1 0-32 0 0,0 1-16 0 0,2-2-4120 0 0,0 0-824 0 0</inkml:trace>
  <inkml:trace contextRef="#ctx0" brushRef="#br0" timeOffset="62">1809 418 5983 2530 2286,'0'-1'536'0'0,"0"1"-432"0"0,1 0-104 0 0,-1-1 0 0 0,1 1 408 0 0,-1 0 56 0 0,2 0 16 0 0,1 0 0 0 0,0-1-296 0 0,2-1-56 0 0,0 2-16 0 0,1 0 0 0 0,0-2-48 0 0,-1 2-64 0 0,1 0 88 0 0,-1 0-88 0 0,-1-1 256 0 0,1 1-8 0 0,0-1 0 0 0,0 1 0 0 0,0 0 296 0 0,0 0 56 0 0,1 0 8 0 0,0 0 8 0 0,0-2-168 0 0,0 2-32 0 0,1 0 0 0 0,-2 0-8 0 0,1-1-216 0 0,-1 1-32 0 0,0 0-16 0 0,-1 0 0 0 0,-2 0-144 0 0,1 0 0 0 0,-2-1 64 0 0,0 1-64 0 0,-1 0 0 0 0,0 1 0 0 0,0-1 0 0 0,-1 0 0 0 0,0-1 0 0 0,-2 1 0 0 0,2 0 0 0 0,-3 0 0 0 0,-1 0 0 0 0,1 0 0 0 0,-2 0-96 0 0,1 0 24 0 0,-1 0-24 0 0,1 1-8 0 0,0-1 0 0 0,0 0 0 0 0,-1 0 104 0 0,1 1 0 0 0,1-1-80 0 0,0 0 80 0 0,-1 0 0 0 0,0 2 0 0 0,1-2 0 0 0,0 2 0 0 0,0-2-144 0 0,-1 2-48 0 0,1 1 0 0 0,0-1-8 0 0,-1 0-160 0 0,1-2-32 0 0,1 2-8 0 0,0 0 0 0 0,0-1 232 0 0,0 0 40 0 0,1 0 16 0 0,-1 1 0 0 0,1-1 112 0 0,0 0 0 0 0,0-1 0 0 0,1 2-72 0 0,0-1 72 0 0,0 0 0 0 0,0 1 0 0 0,0 1 0 0 0,0-3 0 0 0,0 3 0 0 0,1-2 0 0 0,0 2 64 0 0,-2-1-64 0 0,2 0 0 0 0,0 0 0 0 0,0-1 0 0 0,0 0 0 0 0,0-1-64 0 0,2 1 64 0 0,-2 0 0 0 0,0 1 0 0 0,0-2 0 0 0,1 0 0 0 0,0 1 0 0 0,-1-1 120 0 0,0 2-16 0 0,1-1 0 0 0,0 0 0 0 0,0 1 56 0 0,-1 0 0 0 0,0 0 8 0 0,0 1 0 0 0,0-1-88 0 0,0 1-16 0 0,0 1-64 0 0,-1-2 96 0 0,2 2-96 0 0,-1-1 0 0 0,0 0 0 0 0,1-1 0 0 0,1 0 0 0 0,-1 0 0 0 0,1 0 0 0 0,2-1 0 0 0,-1 0-72 0 0,0 0 72 0 0,0 0 0 0 0,2 0-72 0 0,0-1 152 0 0,-1 0 32 0 0,1 1 8 0 0,0-1 0 0 0,0 1 8 0 0,0 1 0 0 0,0-1 0 0 0,0 2 0 0 0,-1-1-128 0 0,0 1 0 0 0,-1 0 0 0 0,0 1 0 0 0,-1 0 0 0 0,1-1 0 0 0,-1 2 0 0 0,0 0 0 0 0,0-2 128 0 0,0 1 0 0 0,0 2 0 0 0,-1-1 0 0 0,1 0-16 0 0,-2 0 0 0 0,2 1 0 0 0,-2-1 0 0 0,0 0-48 0 0,0 1 0 0 0,-2 0-64 0 0,2 0 96 0 0,-2-1-8 0 0,0 1-8 0 0,0 0 0 0 0,-1-1 0 0 0,-1 1-80 0 0,0-1 80 0 0,0 1-80 0 0,-1-1 80 0 0,-1 0-16 0 0,0 0 0 0 0,1-1 0 0 0,-1 0 0 0 0,0-1 0 0 0,0 0 0 0 0,1 0 0 0 0,0-1 0 0 0,0 1 40 0 0,0-1 8 0 0,1 0 0 0 0,-2 0 0 0 0,2 1-16 0 0,-1-1 0 0 0,1 0 0 0 0,-2 0 0 0 0,3 2-8 0 0,0-2-8 0 0,-2 0 0 0 0,3-1 0 0 0,-1 1-80 0 0,0-2 0 0 0,1 2 0 0 0,0-2 64 0 0,0 0-64 0 0,1 0 0 0 0,0 0 0 0 0,1 0 64 0 0,-1 0 48 0 0,1 0 8 0 0,1-2 0 0 0,1 2 0 0 0,0-2-184 0 0,0-1-40 0 0,2 0-8 0 0,0-1 0 0 0,0-1-688 0 0,1 0-128 0 0</inkml:trace>
  <inkml:trace contextRef="#ctx0" brushRef="#br0" timeOffset="63">2088 427 4607 2375 2201,'-3'4'408'0'0,"0"-2"-328"0"0,2 0-80 0 0,0 1 0 0 0,1-1 264 0 0,0 0 40 0 0,-3 4 8 0 0,-1 3 0 0 0,-2 2-248 0 0,1 3-64 0 0,1-1 0 0 0,1-1 0 0 0,1 0 0 0 0,0-2-120 0 0,1 1 32 0 0,1-3 8 0 0,0-1 336 0 0,2 0 64 0 0,-1 0 8 0 0,2-2 8 0 0,0 0 544 0 0,0-2 112 0 0,2 1 16 0 0,2 0 8 0 0,1-2-160 0 0,0-1-32 0 0,0-1-8 0 0,2-1 0 0 0,0-1-224 0 0,3-2-48 0 0,-2-2 0 0 0,0 0-8 0 0,0 0-280 0 0,-2-1-64 0 0,2-1 0 0 0,-1 0-8 0 0,-2-2-184 0 0,-2 2 0 0 0,0 0 0 0 0,-3 0 64 0 0,-1 1-64 0 0,-2 0 0 0 0,-2 1 0 0 0,0-1 0 0 0,-4 3 0 0 0,0-1 64 0 0,-3 1-64 0 0,-2 1 64 0 0,-2 1-256 0 0,-2 2-56 0 0,-1 2-8 0 0,-1 0 0 0 0,0 1-384 0 0,-2 1-72 0 0,0 0-24 0 0,3-1 0 0 0,0 0-248 0 0,2-1-48 0 0</inkml:trace>
  <inkml:trace contextRef="#ctx0" brushRef="#br0" timeOffset="64">33 1205 7367 2894 2294,'-3'-3'656'0'0,"1"1"-528"0"0,1 0-128 0 0,0 1 0 0 0,1 0 648 0 0,0 1 104 0 0,1-1 16 0 0,0 1 8 0 0,-1-2-240 0 0,2 1-56 0 0,-1-1 0 0 0,1 1-8 0 0,2 0-408 0 0,-3 0-64 0 0,2 0 0 0 0,-1 1 0 0 0,1 0-120 0 0,-1 0 40 0 0,0 0 8 0 0,1 0 0 0 0,-1-2 72 0 0,0 2 0 0 0,-1 2 80 0 0,1-2-80 0 0,0 2 328 0 0,0 1 24 0 0,0-1 0 0 0,1 2 0 0 0,0 2 40 0 0,1 1 16 0 0,0 2 0 0 0,2 1 0 0 0,0 2-112 0 0,0 1-16 0 0,1 1-8 0 0,-1 1 0 0 0,2 2-184 0 0,-1 1-88 0 0,1 1 80 0 0,0-3-80 0 0,-2 1 0 0 0,1 0 0 0 0,-1-1 0 0 0,-1 0 0 0 0,1 0 0 0 0,0-2 0 0 0,-1 1 0 0 0,0-2 0 0 0,-1-2 0 0 0,1 0 0 0 0,0-2 0 0 0,-1 0 0 0 0,0-1 0 0 0,0-2 0 0 0,0-1 72 0 0,-1-1-72 0 0,1-2 184 0 0,-2-1-8 0 0,2-1 0 0 0,-1-1 0 0 0,1 1 120 0 0,-1-2 24 0 0,2-2 8 0 0,-1 0 0 0 0,0-1-72 0 0,0 1-24 0 0,0-1 0 0 0,1-3 0 0 0,-1 0-112 0 0,0-1-24 0 0,0-1-8 0 0,1-2 0 0 0,-1-2-24 0 0,1 0 0 0 0,1 0 0 0 0,-1-1 0 0 0,1 1-64 0 0,-1-1 96 0 0,1 2-96 0 0,-1 1 96 0 0,1 1 48 0 0,-2 1 16 0 0,0 0 0 0 0,-1 1 0 0 0,0 0-64 0 0,0 2 0 0 0,-1-1-8 0 0,0 2 0 0 0,-2-3-88 0 0,1 3 0 0 0,0 1 0 0 0,-1-2 0 0 0,-1 0 0 0 0,0 1 0 0 0,1 0 0 0 0,-1 1 0 0 0,1-1 0 0 0,0-1 64 0 0,1 2-64 0 0,-1 1 0 0 0,2 0 64 0 0,-1 0-64 0 0,0 0 64 0 0,2 1-64 0 0,0 0 0 0 0,-2 1 0 0 0,1 0 0 0 0,0 1 0 0 0,-1 0 0 0 0,0 0-136 0 0,-1 0 32 0 0,0 1 8 0 0,0 0-368 0 0,0-1-72 0 0,-1 1-8 0 0,-1 0-8 0 0,1-1-784 0 0,-1 1-152 0 0</inkml:trace>
  <inkml:trace contextRef="#ctx0" brushRef="#br0" timeOffset="65">478 1463 6447 2809 2041,'-2'0'576'0'0,"1"0"-464"0"0,1 0-112 0 0,1 0 0 0 0,-1 0 544 0 0,1 0 96 0 0,0 1 8 0 0,0-1 8 0 0,1 0-376 0 0,1 0-80 0 0,1 0-8 0 0,1 0-8 0 0,0 0-440 0 0,2-1-80 0 0,-1 0-16 0 0,0-1-8 0 0,0 1 232 0 0,0-1 40 0 0,-1-1 16 0 0,0 1 0 0 0,0 1 536 0 0,0-1 112 0 0,-2 0 16 0 0,1-1 8 0 0,0 2 112 0 0,-1-1 24 0 0,2 1 8 0 0,-2 1 0 0 0,1-1-312 0 0,0 0-64 0 0,0 1-16 0 0,1 0 0 0 0,-3 0-232 0 0,2 1-56 0 0,-2-1 0 0 0,1 1-64 0 0,-1-1 0 0 0,-1 0 0 0 0,0-1 0 0 0,0 1 0 0 0,-1 1 0 0 0,0-1 0 0 0,0 0 0 0 0,0 0 0 0 0,0 0 0 0 0,0 0 0 0 0,0 0 0 0 0,0 0 0 0 0,0 0 0 0 0,0 0 0 0 0,0 0 0 0 0,0 0 0 0 0,0 0-88 0 0,0 0 88 0 0,-12-1-96 0 0,9 1 96 0 0,0-1-96 0 0,1 1 32 0 0,-1 0 64 0 0,0-2-104 0 0,0 2 104 0 0,0 0 0 0 0,0-1 0 0 0,1 1 0 0 0,-2 0-72 0 0,1 0 8 0 0,0 0 0 0 0,0 0 0 0 0,1 0-208 0 0,-1 0-40 0 0,-1 1-8 0 0,0-1 0 0 0,0 0-88 0 0,0 2-16 0 0,1-2-8 0 0,-2 2 0 0 0,1-1 272 0 0,1 0 48 0 0,-2 1 16 0 0,1 0 0 0 0,0 0 96 0 0,0-1 0 0 0,0 2 0 0 0,0-2 80 0 0,1 2-80 0 0,0 0 0 0 0,0-2 0 0 0,1 1 0 0 0,1 0 64 0 0,0-1 0 0 0,-1 1 0 0 0,1-1 0 0 0,0 0-64 0 0,1 0-88 0 0,0 0 24 0 0,0 0 0 0 0,0 0 64 0 0,0-1 0 0 0,0 2 0 0 0,1 0 0 0 0,0-1 0 0 0,0 1 0 0 0,0 1 64 0 0,-1-2-64 0 0,0 2 232 0 0,2 1 16 0 0,-2-1 0 0 0,2 1 0 0 0,-2 1 88 0 0,0-1 16 0 0,2 0 8 0 0,-1 1 0 0 0,0 0-168 0 0,0 0-40 0 0,-1 0-8 0 0,1-1 0 0 0,-1 1-144 0 0,0 0 0 0 0,0 1 0 0 0,0-2 0 0 0,0 0 0 0 0,-1 0 0 0 0,1-1 0 0 0,-1-1 0 0 0,0 1 88 0 0,0-1-16 0 0,1 0 0 0 0,-1-2 0 0 0,1 0 152 0 0,0 0 32 0 0,0 0 8 0 0,1 0 0 0 0,0 0-48 0 0,0-2-16 0 0,1 2 0 0 0,1 0 0 0 0,-3 0-8 0 0,0 0 0 0 0,12-2 0 0 0,-6 1 0 0 0,1 0-80 0 0,0 0-16 0 0,1 1-8 0 0,1 0 0 0 0,-1 0-88 0 0,0 0 0 0 0,2 2 0 0 0,-2-1 0 0 0,0 1 0 0 0,-2-2 0 0 0,1 3-80 0 0,-1-1 80 0 0,-1 0-104 0 0,0 0 24 0 0,-1 0 8 0 0,-1 0 0 0 0,-1 0 72 0 0,-1 1-96 0 0,-1 1 96 0 0,-1-1-96 0 0,0 3 96 0 0,-1-2 0 0 0,-2 3 0 0 0,-1-1 0 0 0,-1 1 96 0 0,0 1-24 0 0,-3-1 0 0 0,1 0 0 0 0,-1 2-72 0 0,-1-2 0 0 0,2 0-80 0 0,-1-2 80 0 0,0 1 0 0 0,0-1 0 0 0,0 1-64 0 0,1-3 64 0 0,0 1 0 0 0,0 0 0 0 0,1 0 0 0 0,0 0 0 0 0,1-1 0 0 0,1 0 0 0 0,0 0 0 0 0,2 0 0 0 0,0-3 0 0 0,2 2 0 0 0,-1 0 0 0 0,2-2 0 0 0,0 0-80 0 0,0 0-16 0 0,2-2-8 0 0,0 0 0 0 0,0 0-568 0 0,3-2-104 0 0,-1 1-24 0 0,2-3-8 0 0,0-1-224 0 0,2 0-48 0 0</inkml:trace>
  <inkml:trace contextRef="#ctx0" brushRef="#br0" timeOffset="66">792 1435 14279 2712 2044,'-8'3'632'0'0,"2"-1"136"0"0,4 1-616 0 0,-1 0-152 0 0,2 0 0 0 0,1 0 0 0 0,-1 1-504 0 0,1 2-128 0 0,-3 4-24 0 0,1 3-8 0 0,-1 3 128 0 0,0 2 24 0 0,-1 1 8 0 0,1-2 0 0 0,0-1-256 0 0,-1-3-48 0 0,0-1-16 0 0,1-2 0 0 0,-1-2 1024 0 0,2-1 208 0 0,-1-2 40 0 0,3-1 0 0 0,0-1 800 0 0,0 0 160 0 0,3-2 32 0 0,1 0 8 0 0,1 0-560 0 0,1-1-120 0 0,2-1-16 0 0,2-1-8 0 0,0-2-272 0 0,-1 0-56 0 0,3 0-16 0 0,-1-2 0 0 0,0 0-256 0 0,0 0-48 0 0,-1 0-16 0 0,-1-1 0 0 0,0 0-160 0 0,-3-1-32 0 0,0 1-8 0 0,-2 0 0 0 0,-2 0-24 0 0,-2 1-8 0 0,0-1 0 0 0,-2 1 0 0 0,0 0 152 0 0,-3 0 0 0 0,0 0 0 0 0,-2 0 0 0 0,0-1 0 0 0,-2 1 0 0 0,0-1 0 0 0,-1 1 72 0 0,2 1-72 0 0,-1-1 80 0 0,1 1-80 0 0,1 1 80 0 0,1 0-272 0 0,1 3-64 0 0,0 0 0 0 0,1 1-8 0 0,0 0-584 0 0,1 0-112 0 0,0 1-32 0 0,1 0-5440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Tx" type="integer" min="-90" max="90" units="deg"/>
          <inkml:channel name="OTy" type="integer" min="-90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Tx" name="resolution" value="100" units="1/deg"/>
          <inkml:channelProperty channel="OTy" name="resolution" value="100" units="1/deg"/>
        </inkml:channelProperties>
      </inkml:inkSource>
      <inkml:timestamp xml:id="ts0" timeString="2025-11-03T19:23:48.859"/>
    </inkml:context>
    <inkml:brush xml:id="br0">
      <inkml:brushProperty name="width" value="0.05292" units="cm"/>
      <inkml:brushProperty name="height" value="0.05292" units="cm"/>
      <inkml:brushProperty name="color" value="#0030AB"/>
      <inkml:brushProperty name="ignorePressure" value="1"/>
    </inkml:brush>
  </inkml:definitions>
  <inkml:trace contextRef="#ctx0" brushRef="#br0">1718 943 2759 2934 2930,'0'-1'248'0'0,"0"0"-248"0"0,0 1 0 0 0,0-1 0 0 0,0 1 448 0 0,0-1 48 0 0,0 0 8 0 0,-1-2 0 0 0,1 1 304 0 0,0-1 64 0 0,0-1 16 0 0,0 1 0 0 0,0 2-96 0 0,0-1-24 0 0,0 0 0 0 0,-1 0 0 0 0,-1 0-128 0 0,2 2-32 0 0,-2 0-8 0 0,0 0 0 0 0,-2 0-88 0 0,0 2-24 0 0,-2 0 0 0 0,0 1 0 0 0,-2 1-240 0 0,0 2-56 0 0,0 0 0 0 0,-1 3-8 0 0,1-2-88 0 0,1 1-24 0 0,0 0 0 0 0,0 1 0 0 0,1-1 24 0 0,-1 1 0 0 0,2-1 0 0 0,0 1 0 0 0,2-1 56 0 0,0-1 8 0 0,-1 2 8 0 0,2-2 0 0 0,0 1 56 0 0,0-1 16 0 0,1 0 0 0 0,0 0 0 0 0,1 1 8 0 0,0 0 0 0 0,0-3 0 0 0,1 1 0 0 0,0 1-16 0 0,1 1 0 0 0,0 1 0 0 0,1 0 0 0 0,2 0-32 0 0,-2-2-8 0 0,0-1 0 0 0,0-2 0 0 0,2 3-16 0 0,0-3-8 0 0,1 2 0 0 0,2-1 0 0 0,0 0-40 0 0,1 0-16 0 0,2-2 0 0 0,-1-1 0 0 0,1-1-16 0 0,1-1-8 0 0,0-1 0 0 0,-1-1 0 0 0,0-1 0 0 0,0-1 0 0 0,-1 0 0 0 0,1-2 0 0 0,0-1-88 0 0,1 0 96 0 0,-1-1-96 0 0,0-2 96 0 0,-1 0-96 0 0,0 0 0 0 0,-1-1 0 0 0,-2 0 64 0 0,0 0-64 0 0,-3 0 0 0 0,0 0 0 0 0,-1 0 0 0 0,-3 1 0 0 0,1-1 0 0 0,-1 1 0 0 0,-1 0 0 0 0,-1 1 0 0 0,-1 0 0 0 0,-2 0 0 0 0,0 2 0 0 0,2 0 0 0 0,-3 1 0 0 0,1 0 0 0 0,-1 0 0 0 0,0 1 0 0 0,-1 1 0 0 0,-1-1 0 0 0,0 2 0 0 0,0-1 0 0 0,0 1 0 0 0,-2 0 0 0 0,1 0 0 0 0,-1 0 0 0 0,0 1 0 0 0,0 0 0 0 0,1 1 0 0 0,1 0 0 0 0,-1 0 0 0 0,2 2 0 0 0,-1-1 0 0 0,1 0 0 0 0,0 2 0 0 0,2-1 0 0 0,-1 1 0 0 0,2-1 0 0 0,-1 2 0 0 0,1-1 0 0 0,0 0 0 0 0,2 0-112 0 0,-1-1 40 0 0,1-1 8 0 0,2 1 0 0 0,0 0-160 0 0,0-1-32 0 0,3 1-8 0 0,1-1-5848 0 0,-1 0-1176 0 0</inkml:trace>
  <inkml:trace contextRef="#ctx0" brushRef="#br0" timeOffset="1">1746 1225 3703 2944 2841,'0'-2'328'0'0,"0"1"-264"0"0,0 1-64 0 0,0 0 0 0 0,2 1 0 0 0,-2-1 0 0 0,0 1 0 0 0,0-1 0 0 0,1 1 0 0 0,-1-1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0,6-14 0 0 0,-6 16 0 0 0,1-2 0 0 0,-1 0 0 0 0,1 0 0 0 0,-1 0 0 0 0,1 0 0 0 0,-1 0 0 0 0,0-2 0 0 0,1 2 0 0 0,-1-1 0 0 0,0 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64 0 0,0 0-64 0 0,0 0 0 0 0,0 0 0 0 0,0 0 0 0 0,0 0 0 0 0,0 0 0 0 0,0 0-72 0 0,0 0 72 0 0,0 0 200 0 0,0 0 64 0 0,0 0 16 0 0,0 0 8 0 0,0 0 96 0 0,0 0 24 0 0,-1-14 0 0 0,1 13 8 0 0,1-1 136 0 0,-1 0 24 0 0,0 1 8 0 0,2-2 24 0 0,-2 1 96 0 0,0 1 16 0 0,0-3 8 0 0,0 2 8 0 0,0 0 104 0 0,0-1 24 0 0,0 2 0 0 0,0-2 8 0 0,-2 3-112 0 0,2-2-24 0 0,-1 1-8 0 0,0 0 8 0 0,1 1-288 0 0,-1-2-56 0 0,0 2-8 0 0,1 0 0 0 0,0 0-248 0 0,-2 2-48 0 0,2-1-16 0 0,0 1 16 0 0,-1 1-88 0 0,1 0 0 0 0,0 3-96 0 0,-1-1 96 0 0,1 3-88 0 0,1-1 88 0 0,-1 2-96 0 0,0 0 96 0 0,0 4 0 0 0,1 1 0 0 0,-1 2 0 0 0,0 2 0 0 0,0 3 72 0 0,0-1 16 0 0,0 2 0 0 0,0-1 8 0 0,-1-1 56 0 0,1-2 8 0 0,-1 5 0 0 0,1-5 8 0 0,-1-1 8 0 0,1 1 0 0 0,-1 4 0 0 0,1 0 0 0 0,0-3-48 0 0,0 2 0 0 0,1 8-8 0 0,0 3 0 0 0,0 0-24 0 0,0-2-8 0 0,-1-1 0 0 0,2-4 0 0 0,-2-2 0 0 0,0-1 0 0 0,1-2 0 0 0,-1 0 0 0 0,0 1-24 0 0,-1-3-64 0 0,2-2 96 0 0,-1-1-32 0 0,0-1 0 0 0,0 0-64 0 0,1-1 96 0 0,-1 0-32 0 0,1 0-64 0 0,-1-1 96 0 0,1-2-96 0 0,-1 0 96 0 0,0-2-96 0 0,2-1 80 0 0,-2-1-80 0 0,0-1 80 0 0,2 1-80 0 0,-2-2 64 0 0,1-1-64 0 0,-1-2 64 0 0,1 1-64 0 0,-1-1 0 0 0,1 0 72 0 0,-1-1-72 0 0,0 0 64 0 0,0 0-64 0 0,0 0 64 0 0,0 0-64 0 0,0 2 64 0 0,0 0-64 0 0,0-4 64 0 0,1 0-64 0 0,-1 2 64 0 0,0 0-64 0 0,0 0 64 0 0,0 0-64 0 0,0 0 0 0 0,0 0 64 0 0,0 0-64 0 0,0 0 0 0 0,0 0 0 0 0,4-17 0 0 0,-4 15 0 0 0,0-1 0 0 0,0 0 0 0 0,-1-1 0 0 0,1 1 0 0 0,-1-1 0 0 0,0 1 0 0 0,0-1 0 0 0,0 1 0 0 0,-1 0 0 0 0,-1-1 0 0 0,1 2 0 0 0,0-1 0 0 0,0 1-64 0 0,-1 1-16 0 0,0 0 0 0 0,0 0 0 0 0,-1 1 0 0 0,0 1-8 0 0,0 1 0 0 0,-1 1 0 0 0,1 0 0 0 0,-1-1 88 0 0,1 2-96 0 0,-1 0 96 0 0,2-1-96 0 0,-2 1 96 0 0,2 0 0 0 0,1 0 0 0 0,-2-1 0 0 0,3 2 0 0 0,-2-2 0 0 0,2 3 0 0 0,0-1 0 0 0,2 1 0 0 0,0-1 0 0 0,2 1 0 0 0,0-1 0 0 0,1 0 0 0 0,1-1 0 0 0,0 1 0 0 0,2-1 0 0 0,1-1 0 0 0,1 0 0 0 0,-1-1 0 0 0,0 0 0 0 0,1 0 0 0 0,-1-2 72 0 0,1-1-72 0 0,-1 0 80 0 0,1-3-80 0 0,0-1 64 0 0,0 1-64 0 0,-1-1 64 0 0,0-1-64 0 0,-1-2 0 0 0,-1 1 72 0 0,-2-2-72 0 0,1 2 0 0 0,-4-1 0 0 0,1-1 0 0 0,-3 1 0 0 0,1-1 0 0 0,-2 1 0 0 0,-2-2 0 0 0,1 1 0 0 0,-2 1 0 0 0,-1 1 0 0 0,2 3-64 0 0,0 0 64 0 0,-1 1-72 0 0,0 1 72 0 0,0 1-80 0 0,-3 1 80 0 0,1 1-72 0 0,-1 1 72 0 0,0 1-64 0 0,0-1 64 0 0,0 3 0 0 0,0 0 0 0 0,1-1 0 0 0,-1 2 0 0 0,2-1 0 0 0,0 0 0 0 0,0 0 0 0 0,2 1 0 0 0,-1 0 0 0 0,3-1 0 0 0,-1 1 0 0 0,2-2 0 0 0,0 2 0 0 0,2-1 0 0 0,1 0 0 0 0,1 2 64 0 0,-1-3-64 0 0,2 1 0 0 0,-1 0 0 0 0,2 0 0 0 0,-2 0 0 0 0,3 0 0 0 0,-2 1 0 0 0,1-2 0 0 0,-1 1 0 0 0,1-1 0 0 0,0-2 0 0 0,2 0 0 0 0,-1-2 64 0 0,1 0-64 0 0,0 0 80 0 0,2-3-80 0 0,-1-1 80 0 0,1-1-80 0 0,0 1 80 0 0,-2-3-80 0 0,1-1 64 0 0,-2 0-64 0 0,0 0 0 0 0,-1 0 72 0 0,-2 1-72 0 0,-1-2 0 0 0,-2 4 0 0 0,0-3 0 0 0,0 2 0 0 0,-3-2 0 0 0,-1 0 0 0 0,-2 1 0 0 0,0 1 0 0 0,-1 1 0 0 0,1-1 0 0 0,-3 4 0 0 0,2 1 0 0 0,-3 1 0 0 0,1 2-80 0 0,1-1 80 0 0,0 2-80 0 0,1 0 80 0 0,-3 2-80 0 0,0 0 80 0 0,0 2 0 0 0,-1 0 0 0 0,1 0-64 0 0,0 0 64 0 0,2 0 0 0 0,0 0 0 0 0,2 1 0 0 0,1 0 0 0 0,0 0 0 0 0,2-1 0 0 0,0 1 0 0 0,2-1 0 0 0,1 1 0 0 0,0-2 0 0 0,1-1 0 0 0,2 0 0 0 0,-2-1 0 0 0,1 1 0 0 0,3 0 0 0 0,-2-1 0 0 0,3 1 0 0 0,-2-1 0 0 0,2 0 64 0 0,-1-1-64 0 0,1 0 88 0 0,1-2-16 0 0,1 1 0 0 0,-1-2 0 0 0,1-2-72 0 0,-2 1 64 0 0,2-2-64 0 0,0-2 64 0 0,-1 1-64 0 0,0-1 64 0 0,0-1-64 0 0,0-1 64 0 0,-2 2-64 0 0,0-4 0 0 0,1 0 0 0 0,-3 0 0 0 0,0 2 0 0 0,-1-2 0 0 0,-2 0 64 0 0,-1 0-64 0 0,-1 1 0 0 0,-1 1 0 0 0,0 0 0 0 0,-2 3 0 0 0,2 0 0 0 0,-2 1 0 0 0,-1 1 0 0 0,-1 1 0 0 0,0 1 0 0 0,1 0 0 0 0,-2 1-80 0 0,1 1 80 0 0,1 1-72 0 0,-1-1 72 0 0,1 2-64 0 0,-1 1 64 0 0,1-1 0 0 0,0-1 0 0 0,-1 1 0 0 0,2 2-64 0 0,0-2 64 0 0,1 1 0 0 0,1 1 0 0 0,0 1 0 0 0,1 0 0 0 0,1 0 0 0 0,2 1 0 0 0,1-2 0 0 0,1 1 0 0 0,0 0 0 0 0,1-1 0 0 0,1-1 0 0 0,1 1 0 0 0,2-2 0 0 0,0-1 0 0 0,-1-1 0 0 0,1-1 0 0 0,0-1 0 0 0,0-1 0 0 0,0-1 0 0 0,-1-1 0 0 0,1-1 0 0 0,-2 1 64 0 0,1-3-64 0 0,-1 0 0 0 0,-1 0 72 0 0,1-1-72 0 0,-3-2 0 0 0,0 2 0 0 0,-2-3 0 0 0,1 2 0 0 0,-1-2 0 0 0,-2 0 0 0 0,0 2 0 0 0,0 1 0 0 0,-1 0 0 0 0,-2 2 0 0 0,1 0 0 0 0,-2 2 0 0 0,0 1 0 0 0,1 1 0 0 0,-1 2-72 0 0,-1 1 72 0 0,1 0-64 0 0,-1 2 64 0 0,1 2-80 0 0,-1-1 80 0 0,-1 5-80 0 0,2 1 80 0 0,0-2 0 0 0,0-2 0 0 0,1 0 0 0 0,0 1 0 0 0,1-1 0 0 0,1 0 0 0 0,2-1 0 0 0,-1 0 0 0 0,1-2 0 0 0,1-1 0 0 0,-1-1 0 0 0,2 0 0 0 0,1 0 0 0 0,-1-2 0 0 0,1 0 0 0 0,1-2 0 0 0,0 0 0 0 0,1 1 0 0 0,0-2 64 0 0,2 0-64 0 0,-1-1 0 0 0,-1 2-88 0 0,1-2 88 0 0,1 0-280 0 0,-1 0-8 0 0,1 1 0 0 0,1 1-5888 0 0,-2-1-1184 0 0</inkml:trace>
  <inkml:trace contextRef="#ctx0" brushRef="#br0" timeOffset="2">1730 2072 1375 2906 2723,'1'0'128'0'0,"-1"-1"-128"0"0,0 1 0 0 0,0 0 0 0 0,0 1 520 0 0,-1-1 88 0 0,1 0 8 0 0,-1 1 8 0 0,1-1 208 0 0,-2 0 32 0 0,2 0 16 0 0,0 0 0 0 0,0 0 152 0 0,0 0 32 0 0,0 0 8 0 0,0 0 0 0 0,0 0-40 0 0,0 0-8 0 0,0 0 0 0 0,0 0 0 0 0,0 0-264 0 0,0 0-56 0 0,-11 10-16 0 0,9-7 0 0 0,0 0-296 0 0,0 1-56 0 0,-1 0-16 0 0,-1 1 0 0 0,2-1-112 0 0,-3 2-24 0 0,0 0-8 0 0,-1 2 0 0 0,-3 2-80 0 0,-1 0-24 0 0,2 0 0 0 0,-2 1 0 0 0,-5 2-72 0 0,0 3 96 0 0,2-4-96 0 0,-1 2 96 0 0,-5 5-96 0 0,-1 0 96 0 0,-4 4-96 0 0,-1 0 96 0 0,1-1-96 0 0,0 0 0 0 0,0 4 72 0 0,-1-3-72 0 0,1-6 80 0 0,1 2-16 0 0,5-1-64 0 0,-2-1 96 0 0,0-4-8 0 0,0-1-8 0 0,4 0 0 0 0,-1-3 0 0 0,2 1 16 0 0,4-2 8 0 0,2 0 0 0 0,-1-2 0 0 0,1 0 16 0 0,0 1 0 0 0,2-1 0 0 0,-2 0 0 0 0,1 0-24 0 0,1 0-8 0 0,0 0 0 0 0,0 0 0 0 0,1-2-88 0 0,1 1 64 0 0,2-2-64 0 0,-1 0 64 0 0,2-1-64 0 0,0 0 0 0 0,0-1 72 0 0,1 1-72 0 0,0-1 0 0 0,0 0 64 0 0,0 1-64 0 0,1-1 0 0 0,0-1 0 0 0,-1 1 0 0 0,-1-1 0 0 0,2 0 0 0 0,-1 1 0 0 0,1-1 0 0 0,0 0 0 0 0,0 0 64 0 0,0 0-64 0 0,0 0 0 0 0,0 0 0 0 0,0 0 0 0 0,0 0 0 0 0,0 0 0 0 0,0 0 0 0 0,0 0 0 0 0,0 0 0 0 0,0 0 0 0 0,0 0 0 0 0,0 0 64 0 0,6-17-64 0 0,-5 14 0 0 0,0-1 0 0 0,1 1 0 0 0,-1 1 0 0 0,-1-1 0 0 0,1 0 0 0 0,0 0 0 0 0,0-1 0 0 0,-1-1 0 0 0,0 2 0 0 0,-1-1 0 0 0,1 1 0 0 0,-2-1 0 0 0,2 3 0 0 0,-3-2 0 0 0,2 0 0 0 0,-2-1 0 0 0,0 1 0 0 0,1 2 0 0 0,0 0-96 0 0,-3 0 32 0 0,1 1 0 0 0,0 0 0 0 0,0 2-8 0 0,0-1 0 0 0,1 2 0 0 0,-1-1 0 0 0,-1 2 72 0 0,0 0 0 0 0,-1 1-72 0 0,-1 2 72 0 0,1 0 0 0 0,-1 0 0 0 0,2 2 0 0 0,-2 0 0 0 0,3 0 0 0 0,-1 0 0 0 0,2 0 0 0 0,1-1 0 0 0,2-1 0 0 0,0-1 0 0 0,2-1 0 0 0,1 1 0 0 0,2-2 0 0 0,0-1 0 0 0,2-1 72 0 0,0 0-72 0 0,2-2 104 0 0,0-3-8 0 0,2 1-8 0 0,-3 0 0 0 0,-1-2-24 0 0,1 0 0 0 0,0 1 0 0 0,-1-5 0 0 0,1 3-64 0 0,-1-3 0 0 0,-2 2 0 0 0,-1-1 64 0 0,0 0-64 0 0,-3 0 0 0 0,1-1 0 0 0,-4 1 0 0 0,1 0 0 0 0,-1 0 0 0 0,-1 3 0 0 0,-1-1 0 0 0,-2 0 0 0 0,1 2 0 0 0,-2 1 0 0 0,-1 2 0 0 0,0 1 0 0 0,0 1 0 0 0,0 0 0 0 0,-1 4 0 0 0,0 1 0 0 0,0 1 0 0 0,0 1 0 0 0,0 0 0 0 0,2 2 0 0 0,1-2 0 0 0,-1 2 0 0 0,3 0 0 0 0,-1-1 0 0 0,2 1 0 0 0,2-3 0 0 0,1 1 0 0 0,0-4 0 0 0,1 0 0 0 0,1 0 0 0 0,2-2 0 0 0,0-2 0 0 0,2 0 0 0 0,0-1 0 0 0,1-2 0 0 0,2-2 0 0 0,1-2 64 0 0,0-1 0 0 0,0 1 0 0 0,-4 1-64 0 0,2-2 80 0 0,2-1-80 0 0,-2 1 80 0 0,1-4-80 0 0,-2 2 0 0 0,1-1 0 0 0,-3 1 0 0 0,0 1 0 0 0,-2 0 0 0 0,0 0 0 0 0,-2-1-88 0 0,-1 1 88 0 0,-1-1-104 0 0,0 0 40 0 0,-2 2 64 0 0,0 1-80 0 0,-2 2 80 0 0,1 0 0 0 0,-2 0-72 0 0,0 3 72 0 0,-2 1 0 0 0,1 2 0 0 0,-2 1-64 0 0,2 1 64 0 0,-2 0 0 0 0,1 2 0 0 0,1 1 0 0 0,-1 0 0 0 0,1 1 0 0 0,2 1 0 0 0,2-2 0 0 0,1-1 0 0 0,1 0 0 0 0,2-1 0 0 0,2-1 0 0 0,2-1-256 0 0,0-1 0 0 0,3-1-8 0 0,1-2-8896 0 0</inkml:trace>
  <inkml:trace contextRef="#ctx0" brushRef="#br0" timeOffset="3">1041 2671 2759 3213 2662,'0'-2'120'0'0,"-1"1"32"0"0,0 0-152 0 0,0 1 0 0 0,1 0 0 0 0,-1 0 0 0 0,1 0 704 0 0,0-2 120 0 0,-2 2 16 0 0,0 0 8 0 0,1-2 240 0 0,-2 1 40 0 0,1 1 16 0 0,0-1 0 0 0,2 2-224 0 0,-3-2-48 0 0,3 0-8 0 0,-2 1 0 0 0,1 0-160 0 0,-1 1-32 0 0,-1 0 0 0 0,0 0-8 0 0,0 3-248 0 0,-1-2-40 0 0,-1 3-16 0 0,-1 0 0 0 0,0 1-104 0 0,-1 1-16 0 0,-1 0-8 0 0,-1 2 0 0 0,1-1 0 0 0,-1 2 0 0 0,-2 2 0 0 0,-1 0 0 0 0,-3 1-48 0 0,1 1-16 0 0,1-1 0 0 0,-2-1 0 0 0,1-1-40 0 0,-2 3 0 0 0,0 0-8 0 0,-2 0 0 0 0,1-2-48 0 0,-2 2-8 0 0,-1 1 0 0 0,-1 0 0 0 0,-1 3-64 0 0,0-3 96 0 0,5-3-96 0 0,-1 1 96 0 0,0 1 8 0 0,-2-2 8 0 0,1 1 0 0 0,1-1 0 0 0,0-1-112 0 0,2-1 0 0 0,0 0 0 0 0,1-2 0 0 0,3-1 72 0 0,1-2-72 0 0,2 1 64 0 0,1-1-64 0 0,0-1 88 0 0,1 0-24 0 0,1-1-64 0 0,0 1 96 0 0,1 0-96 0 0,0-1 72 0 0,0-1-72 0 0,0 2 64 0 0,2-2-64 0 0,-1 1 0 0 0,0-1 0 0 0,0 0 0 0 0,1 1 0 0 0,0 0 0 0 0,0-2 64 0 0,-1 1-64 0 0,1 0 0 0 0,1-2 0 0 0,-1 3 72 0 0,0-2-72 0 0,2 0 64 0 0,-1 0-64 0 0,1 0 80 0 0,1-1-80 0 0,-1 0 72 0 0,1 0-72 0 0,0 0 64 0 0,1-1-64 0 0,0 0 0 0 0,1 0 0 0 0,-2 1 64 0 0,0 0-64 0 0,0 0 0 0 0,9-17 0 0 0,-6 11 0 0 0,1 0 0 0 0,-3 2 0 20-26,1 0 0-2-2,-1 0 0 0 3,0 1-88-18 25,-2 0 88 0 0,-1 2-80 0 0,0 1 80 17-28,-1 0-80-17 28,-1 2 80 0 0,0 1-104 0 0,-1 1 40 0 0,-1 2 64 0 0,-2 0-104 0 0,1 2 40 0 0,0 2 64 0 0,0-1-104 0 0,1 2 32 16-25,0-2 8-16 25,2 0 0 0 0,-1 1 0 0 0,1-2 64 0 0,0 2 0 0 0,2-3 0 0 0,-1 1 0 0 0,3-3 0 0 0,0 0 0 0 0,0 0 0 0 0,2-2 0 0 0,0-1 0 0 0,3 0 0 0 0,-2-1 0 0 0,2-1 64 0 0,0-1-64 0 0,1-1 64 0 0,2-3-64 17-28,0-1 64-17 28,3-1 0 0 0,-1-3 0 0 0,-2 1 0 0 0,-1 1 0 0 0,-1 1-64 0 0,-2-1 0 0 0,-1 1 0 0 0,-3 0 0 0 0,0 3 0 0 0,-2-1 0 0 0,0 3 0 0 0,-2-1 0 0 0,0 2 0 0 0,0 1 0 0 0,-3 1 0 0 0,2 2 0 0 0,-1 1 0 0 0,-1-1 0 0 0,1 1 0 0 0,1 2 64 0 0,1-1-64 0 0,1 1 0 0 0,-1-1 0 17-26,1-1 0-17 26,2 2 0 0 0,-1-1 0 0 0,1 1 0 0 0,1-2 0 0 0,1 1 0 0 0,0-1 0 0 0,1-1 0 0 0,1-1 0 0 0,-1-2 0 0 0,1 2 0 0 0,0-2 0 0 0,0-2 0 0 0,2 1 0 0 0,-1-2 88 0 0,0 0-88 0 0,0 0 96 0 0,0-2-96 0 0,1 0 0 0 0,0-1 72 15-28,-1 0-72-15 28,0-2 0 0 0,1 2 72 0 0,-2-1-72 0 0,-1 0 0 0 0,1 2 64 0 0,-3 0-64 0 0,1 0 0 0 0,-1 1 0 0 0,-1 2 0 0 0,1 0 0 0 0,0 2 0 0 0,0-1 0 0 0,-2 1 0 0 0,1 0 0 0 0,0 1 0 0 0,0 2 0 0 0,-1-1 0 0 0,1 2-88 0 0,-1 0 88 0 0,0 0-104 0 0,0 2 104 0 0,0 0-72 0 0,-1 0 72 0 0,-1 0-64 0 0,1 0 64 0 0,0 1 0 0 0,-1-3 64 0 0,2 3-64 0 0,-2-1 0 0 0,1-1 0 0 0,0 2 0 0 0,1-3 64 0 0,0 0-64 0 0,2-1 0 0 0,0-1 64 0 0,0 0-64 0 0,2 0 0 0 0,1-2 72 0 0,2-1-72 0 0,0 0 0 0 0,1-3 72 0 0,1-1-72 0 0,1-1 0 0 0,1-1 72 0 0,-2 1-72 0 0,-1 0 0 0 0,1 0 0 0 0,0-1 0 0 0,-2 1-288 0 0,-1 2-16 0 0,-1-2-8 0 0,-2 2 0 0 0,2 2-976 0 0,-3-1-200 0 0,0 1-40 0 0,0 0-5816 0 0</inkml:trace>
  <inkml:trace contextRef="#ctx0" brushRef="#br0" timeOffset="4">1107 2654 2759 3270 2745,'-1'0'248'0'0,"0"0"-248"0"0,1 0 0 0 0,0 0 0 0 0,0 1 512 0 0,0-1 64 0 0,0-1 0 0 0,-1 1 8 0 0,0-2 360 0 0,2 2 72 0 0,-2-1 8 0 0,1 1 8 0 0,0 0-168 0 0,0 0-40 0 0,0 0-8 0 0,0 0 0 0 0,0 0-8 0 0,0 0 0 0 0,0 0 0 0 0,0 0 0 0 0,0 0-72 0 0,0 0-24 0 0,-5 17 0 0 0,5-9 0 0 0,-1 3-280 0 0,0 2-56 0 0,0 2-16 0 0,1 2 0 0 0,-2 2-48 0 0,1 2-16 0 0,1-2 0 0 0,0 1 0 0 0,3 0-40 0 0,-3-2-16 0 0,1 1 0 0 0,0 1 0 0 0,-1 2-80 0 0,1-1-24 0 0,-1 1 0 0 0,0 1 0 0 0,0 0-32 0 0,2-2-8 0 0,-2 2 0 0 0,0-2 0 0 0,0-1-8 0 0,0 0-8 0 0,0-1 0 0 0,0 1 0 0 0,-2 0 0 0 0,2-2 0 0 0,0-1 0 0 0,-1 1 0 0 0,-1-2 0 0 0,2-1 0 0 0,-2 0 0 0 0,1-2 0 0 0,0-1-80 0 0,0-1 96 0 0,0 1-96 0 0,0-2 96 0 0,1 0-32 0 0,0-2-64 0 0,0-2 96 0 0,0-2-32 0 0,0 0-64 0 0,0-2 64 0 0,0 0-64 0 0,0-2 64 0 0,1 0-64 0 0,0-1 64 0 0,0-1-64 0 0,0 0 64 0 0,0-1-64 0 0,1-1 96 0 0,0 0-96 0 0,-1-2 96 0 0,1 1-96 0 0,-1-1 0 0 0,0-1 72 0 0,0 1-72 0 0,0 0 0 0 0,-1-2 0 0 0,0 3 0 0 0,0-1 0 0 0,-1-1 0 0 0,0 1 0 21-26,0 1 0-4 0,0-1 0-17 26,-1 3 0 19-28,-1-1 0-1 0,0 2 0-1 2,0 0-64-17 26,-1 2-16 18-28,-1 0 0-18 28,0 2 0 0 0,1 3 0 0 0,-3 0 0 0 0,1 2 0 0 0,-1 1 0 0 0,0 2 0 0 0,1-2 80 0 0,1 1 0 0 0,0-1-72 0 0,1 0 72 0 0,-1 3 0 0 0,1 1 0 0 0,1 1 0 0 0,2-1 0 0 0,1-3 0 0 0,1-1 0 0 0,1-1 0 0 0,1-1 0 0 0,1-2 0 0 0,1 0 0 0 0,1-1 0 0 0,-1-1 0 0 0,1-2 0 0 0,0 0 0 17-27,-1-2 0-17 27,2 0 64 0 0,0-3-64 0 0,0-1 96 0 0,1 0-96 0 0,-1-2 96 0 0,-1 1-96 0 0,-1 0 0 0 0,-1 0 72 0 0,-1 1-72 0 0,0 1 0 0 0,-2-1 0 0 0,0 2 0 0 0,-2 0 0 0 0,1 1 0 0 0,0 1 0 0 0,-3 1 0 0 0,0 1 0 0 0,2 0 0 0 0,-3 0 0 0 0,1 3 0 0 0,-2 1 0 0 0,1 1 0 0 0,0 1 0 0 0,0-1 0 0 0,2 0 0 0 0,0 0 0 0 0,0-2 0 0 0,2 1 0 0 0,2-2 0 0 0,0 0 0 0 0,0-1 0 0 0,2 0 0 0 0,0-2 0 0 0,3 0 0 0 0,0-3 0 0 0,-1 0 0 0 0,3-1 0 0 0,-1-1-96 0 0,2-1 16 0 0,-2-1 8 0 0,0-1 0 0 0,-2 2-24 0 0,-1 1 0 0 0,-1 1 0 0 0,-3-1 0 0 0,0 2 96 0 0,-2-1-104 0 0,0 1 40 0 0,-3 1 64 0 0,-1 0 0 0 0,-3 0 0 0 0,-2 1 0 0 0,0 2 0 0 0,-1 0 0 0 0,0 0 0 0 0,0 2 0 0 0,-1 0 0 0 0,2 1 0 0 0,2 1 0 0 0,1-3 0 0 0,3 2 0 0 0,1-2 0 0 0,2-1 0 0 0,2 0 0 0 0,2-1 0 0 0,2-3-416 0 0,1-1-40 0 0,3-2-16 0 0,0-3-8616 0 0</inkml:trace>
  <inkml:trace contextRef="#ctx0" brushRef="#br0" timeOffset="5">1178 2630 5063 3212 2783,'-3'-4'224'0'0,"1"4"48"0"0,0-1-272 0 0,1 0 0 0 0,0 0 0 0 0,0-1 0 0 0,1 2 952 0 0,0 0 136 0 0,-1-1 24 0 0,0 1 8 0 0,0 0 120 0 0,1 0 24 0 0,-2 3 8 0 0,2-3 0 0 0,0 3-472 0 0,0 1-96 0 0,2-1-24 0 0,-1 2 0 0 0,0 1-112 0 0,1 1-24 0 0,2 2-8 0 0,1-2 0 0 0,-1 4-192 0 0,3-2-40 0 0,1 4-8 0 0,1 1 0 0 0,1 1-40 0 0,3 2-16 0 0,-1 2 0 0 0,0-1 0 0 0,0 2-48 0 0,0-1 0 0 0,0 1-8 0 0,0-1 0 0 0,-1 0-56 0 0,0 0-16 0 0,1 1 0 0 0,-1 0 0 0 0,0 1-16 0 0,1 0 0 0 0,-1-1 0 0 0,-1 0 0 0 0,-1-2-16 0 0,0-1-8 0 0,2 4 0 0 0,1-1 0 0 0,-1 1 16 0 0,0-3 0 0 0,0 0 0 0 0,0-1 0 0 0,-1-1 8 0 0,0-2 8 0 0,-1 1 0 0 0,1-2 0 0 0,-1 1 0 0 0,0-3 0 0 0,-2-1 0 0 0,1 0 0 0 0,1 1-16 0 0,0 2-8 0 0,1-4 0 0 0,-2 1 0 0 0,0 0-80 0 0,0-1 80 0 0,0-1-80 0 0,-1 0 80 0 0,-1-2-80 0 0,-1-1 0 0 0,0 0 72 0 0,-2-3-72 0 0,-1 0 64 0 0,1 0-64 0 0,-2-1 64 0 0,1 1-64 0 0,-1-2 0 0 0,0 2 64 0 0,0-2-64 0 0,-1 0 0 0 0,2 0 64 0 0,-2 2-64 0 0,0-2 64 0 0,1 0-64 0 0,-1 0 0 0 0,0 0 64 0 0,0 0-64 0 0,0 0 0 0 0,0 0 0 0 0,0 0 0 0 0,0 0 0 0 0,0 0 64 18-25,0 0-64-18 25,0 0 0 0 0,0 0 0 0 0,0 0 0 0 0,0 0 0 0 0,0 0 0 0 0,0 0 0 0 0,0 0 0 0 0,0 0 0 18-25,0 0 0-18 25,0 0 0 0 0,0 0 0 0 0,0 0 0 0 0,0 0 0 0 0,0 0 0 0 0,0 0 0 0 0,0 0 0 0 0,0 0 0 0 0,0 0 0 0 0,-5-17 0 0 0,5 11 0 0 0,-1 0 0 0 0,1 0 0 0 0,-2 1 0 0 0,0 0-64 0 0,-1 2 0 20-25,-1-1 0-20 25,-2 1 0 0 0,0 1-32 0 0,2 1-8 0 0,0 1 0 0 0,0 0 0 0 0,0 3 8 0 0,-2-1 0 0 0,-1 3 0 0 0,2 0 0 0 0,-3 2 96 0 0,3 1-72 0 0,1 0 72 0 0,-1-1-64 0 0,1 2 64 0 0,1 1 0 0 0,2-1 0 0 0,-1 2 0 0 0,2 0 0 0 0,2 0 0 0 0,0-4 0 0 0,2 1 0 0 0,3-1 0 0 0,1-3 0 0 0,-2 0 0 0 0,2-2 0 0 0,3-1 0 0 0,1-2 0 0 0,2-2 0 0 0,-1-1 0 18-25,-1-1 0-18 25,0-2 0 0 0,-1 0 0 0 0,-2-1 0 16-27,-2 1 0-16 27,-1 0 0 0 0,-1 1 0 0 0,-2 0-64 0 0,-1 1 64 0 0,0 1-64 0 0,-2-2 64 0 0,-2 1-64 20-26,0 1 64-20 26,0 1 0 0 0,-1 1 0 0 0,-1 0 0 0 0,-1 2 0 0 0,1 0 0 0 0,-2 2 0 16-28,0 1 0-16 28,1 1 0 0 0,-2 0 0 0 0,-1 2 0 0 0,2 1 0 0 0,-1 2 0 0 0,1-1 0 0 0,1 1 0 0 0,0-2 64 0 0,2 0-64 0 0,1 1 0 0 0,2-3 0 0 0,0 0 64 0 0,3-1-64 0 0,0-1 0 0 0,2 0 0 0 0,1-2 64 0 0,1-1-64 0 0,3-3 0 0 0,1 0 0 0 0,1-3 0 0 0,-1 0 0 0 0,1-1 0 0 0,1-4 0 0 0,-1 2 0 0 0,0-2 0 0 0,-3 1-64 0 0,0 0 64 0 0,-3 2-96 0 0,-1-1-8 0 0,-1 1-8 0 0,-2 1 0 0 0,-2 0 0 0 0,-3-1 32 0 0,-2 2 8 0 0,0 1 0 0 0,-1 2 0 0 0,-1 1 72 0 0,-1 0 0 0 0,-4 4 0 0 0,-4 0 0 0 0,1 3 160 0 0,-2 0-8 0 0,1 2 0 0 0,1 0 0 0 0,2-1-8 0 0,2 0 0 0 0,0 1 0 0 0,2-1 0 0 0,3 0-32 0 0,1-1-8 0 0,2 0 0 0 0,1 0 0 0 0,2-1-104 0 0,2 0 0 0 0,0-3 0 0 0,2 1 0 0 0,2-2-264 0 0,2-2-56 0 0,3 0 0 0 0,5-3-9664 0 0</inkml:trace>
  <inkml:trace contextRef="#ctx0" brushRef="#br0" timeOffset="6">1860 2081 2303 3158 3177,'-2'1'200'0'0,"-1"0"-200"0"0,1 0 0 0 0,2-1 0 0 0,-1 0 592 0 0,0 0 80 0 0,-1 0 8 0 0,-3 2 8 0 0,1 0 224 0 0,0-2 48 0 0,-1 1 0 0 0,2 0 8 0 0,3-1-80 0 0,-1 1-24 0 0,2-1 0 0 0,2-1 0 0 0,0 1-256 0 0,1-1-48 0 0,1 1-16 0 0,2 0 0 0 0,0 0-72 0 0,0 1-24 0 0,2 0 0 0 0,-1 3 0 0 0,2-2 16 0 0,0 2 0 0 0,1 1 0 0 0,3 2 0 0 0,-1 0-136 0 0,3 0-24 0 0,2 2-8 0 0,1 0 0 0 0,1 0-40 0 0,3 1 0 0 0,1 0-8 0 0,-1-2 0 0 0,-4-1-56 0 0,4 2-16 0 0,5 1 0 0 0,-3 0 0 0 0,-3-2-16 0 0,1 3-8 0 0,4 1 0 0 0,1 2 0 0 0,0 0-32 0 0,-1 0-8 0 0,0 0 0 0 0,-1-2 0 0 0,1 1-16 0 0,-1 0 0 0 0,0 0 0 0 0,-1-1 0 0 0,2-1-8 0 0,-2 0-8 0 0,-2 1 0 0 0,1-2 0 0 0,0 0-16 0 0,-1-2 0 0 0,0 0 0 0 0,-1 1 0 0 0,-1-2-64 0 0,-2 0 0 0 0,-2-2 72 0 0,-1 1-72 0 0,2-1 64 0 0,-2-1-64 0 0,-3-1 80 0 0,1 1-80 0 0,0-1 64 0 0,-2-2-64 0 0,-1 1 0 0 0,-1-2 72 0 0,-1 1-72 0 0,-1 1 96 0 0,-1-1-96 0 0,-2 0 96 0 0,-1 0-96 0 0,0 0 0 0 0,-1 1 72 0 0,0-2-72 0 0,-1 2 0 0 0,0 0 0 0 0,0-1 0 0 0,0 1 64 0 0,-1 0-64 0 0,1 0 0 0 0,0 0 64 0 0,-1 0-64 0 0,1-1 0 0 0,0 0 0 0 0,1 0 0 0 0,-1 1 64 0 0,0 0-64 0 0,-1-2 0 0 0,2 2 0 0 0,-1 0 64 0 0,0-1-64 0 0,0 0 64 0 0,0 0-64 0 0,0 1 64 0 0,-1 0-64 0 0,0-2 64 0 0,0 1-64 0 0,0 0 64 0 0,-1 0-64 0 0,2-1 0 0 0,-2 0 0 0 0,0 0 0 0 0,0 0 0 0 0,2-1 0 0 0,-2 0 0 0 0,0 0 0 0 0,0-2 0 0 0,-2 1 0 0 0,2-2 0 0 0,-2 0 64 0 0,0 1-64 0 0,-1-1 0 0 0,-2 1 0 0 0,1-1 0 0 0,-2 0 0 0 0,-1 2 0 0 0,-1 2 0 0 0,-2 0 0 0 0,2 2 0 0 0,-3 0 0 0 0,0 3 0 0 0,-1 1 0 0 0,2-1 0 0 0,-1 1 0 0 0,1 1 0 0 0,1 1-64 0 0,2-1 64 0 0,1 0 0 0 0,3 0 0 0 0,1 0 0 0 0,-1 0 0 0 0,3-1 0 0 0,0-1 0 0 0,0-2 0 0 0,3 1 0 0 0,-1 1 0 0 0,2 0 0 0 0,1-2 0 0 0,2 1 0 0 0,1-1 0 0 0,0-1 0 0 0,0-2 0 0 0,2 0 0 0 0,-1 0 0 0 0,2-2 0 0 0,-2 0 64 0 0,2-1-64 0 0,-2-3 0 0 0,1 1 0 0 0,-2-2 0 0 0,0 0 0 0 0,-3-1 0 0 0,-1 2 0 0 0,0 0 0 0 0,-2-1 0 0 0,0 0 0 0 0,-1-1 0 0 0,-2 2 0 0 0,0-1 0 0 0,-1 1 0 0 0,-1 1 0 0 0,-1 2 0 0 0,-1-1 0 0 0,-1 2 0 0 0,1 0 0 0 0,-3 2 0 0 0,-1 0 0 0 0,0 4 0 0 0,1 0 0 0 0,-1-1-64 0 0,2 1 64 0 0,-2 2 0 0 0,0 1 0 0 0,1 0 0 0 0,0 2 0 0 0,1 1 0 0 0,1-2 0 0 0,3-1 0 0 0,1 1 0 0 0,0-2 0 0 0,2 0 0 0 0,0-1 0 0 0,2 0 0 0 0,0 0 0 0 0,1 0 0 0 0,0-3 0 0 0,2 1 0 0 0,1-1 0 0 0,1-2 0 0 0,1 0 0 0 0,1 0 0 0 0,0-3 0 0 0,0 0 0 0 0,-2 0 0 0 0,1 0 0 0 0,0-3 0 0 0,3 0 0 0 0,-1-3 64 0 0,0 0-64 0 0,-1 0 0 0 0,-2 1 0 0 0,-2-1-64 0 0,-2 2 64 0 0,-2 1-104 0 0,-1 0 40 0 0,-1 0 64 0 0,-3 2-80 0 0,-2 0 80 0 0,1 2 0 0 0,-3 2-72 0 0,2 0 72 0 0,-2 2 0 0 0,0-1 0 0 0,-1 2 0 0 0,0 1 0 0 0,0 1 88 0 0,-1 0-88 0 0,3 1 96 0 0,0-1-24 0 0,3-1 0 0 0,0 2 0 0 0,1-3 0 0 0,3 1-72 0 0,0-1 0 0 0,0 0 72 0 0,2-1-72 0 0,1 1 0 0 0,2-2 0 0 0,0 0 0 0 0,0 0 0 0 0,2-1 0 0 0,-1 0 64 0 0,1-1-64 0 0,-1-1 0 0 0,0 0 0 0 0,-1 1 64 0 0,-2-1-64 0 0,0 1 0 0 0,-1-1 0 0 0,1 1 0 0 0,-3-1 0 0 0,2 2 0 0 0,-1-2 0 0 0,0 2 0 0 0,0-1 0 0 0,-1 0 0 0 0,2 1 0 0 0,-2-1 0 0 0,0 0 0 0 0,1 0 0 0 0,0 1 0 0 0,0 0 0 0 0,0-2 0 0 0,-1 2 0 0 0,0 0 0 0 0,0 0-64 0 0,0 0 64 0 0,0 0-64 0 0,0 0 64 0 0,0 0-104 0 0,0 0 40 0 0,0 0 64 0 0,0 0-112 0 0,0 0 40 0 0,0 0 8 0 0,0 0 0 0 0,0 0-24 0 0,0 0 0 0 0,0 0 0 0 0,0 0 0 0 0,0 0-64 0 0,0 0-8 0 0,0 0-8 0 0,0 0 0 0 0,0 0-456 0 0,0 0-88 0 0,0 0-24 0 0,0 0 0 0 0,0 0-960 0 0,0 0-192 0 0</inkml:trace>
  <inkml:trace contextRef="#ctx0" brushRef="#br0" timeOffset="7">2860 2565 919 2987 3505,'0'-1'80'0'0,"0"1"-80"0"0,0-2 0 0 0,0 1 0 0 0,0 1 632 0 0,-1 0 104 0 0,1 0 32 0 0,-1 0 0 0 0,1 0 512 0 0,-1-1 96 0 0,-1 1 32 0 0,2 0 0 0 0,0 0-280 0 0,0 0-48 0 0,0 0-16 0 0,-12 13 0 0 0,9-7-496 0 0,1 0-104 0 0,0 4-16 0 0,-2 3-8 0 0,0 3-56 0 0,-1 2-16 0 0,1 3 0 0 0,-4 6 0 0 0,0 2 40 0 0,-2 2 8 0 0,0 2 0 0 0,-2-1 0 0 0,1-7 32 0 0,-1 2 0 0 0,-2 2 8 0 0,-3 2 0 0 0,2-1-120 0 0,-1 0-24 0 0,2 0-8 0 0,-1-4 0 0 0,2 0-48 0 0,2-2-16 0 0,1-2 0 0 0,1-3 0 0 0,2-3-128 0 0,2-1-24 0 0,0-3-8 0 0,2-2 0 0 0,0-2-16 0 0,1-1 0 0 0,2-3 0 0 0,-1-1 0 0 0,1 0 0 0 0,0-2-64 0 0,0 1 96 0 0,0-4-32 0 0,0 1 0 0 0,0-2-64 0 0,1 3 96 0 0,-1-3-32 0 0,0-1 24 0 0,0 4 0 0 0,0 0 0 0 0,0 0 0 0 0,0-17-88 0 0,0 13 0 0 0,0-2 0 0 0,0 1 0 0 0,-1 0 0 0 0,-1 0 0 0 0,0-2 0 0 0,-1 2 0 0 0,1 0 0 0 0,-2 2 0 0 0,1-1 0 0 0,-2 2 0 0 0,1 1 0 0 0,-1 0 0 0 0,1-1 0 0 0,-2 2 0 0 0,-1 2 0 0 0,0 0 0 0 0,1 3-64 0 0,-3-1 64 0 0,0 3-64 0 0,-1 1 64 0 0,0 0-80 0 0,1 2 80 0 0,-1-1 0 0 0,2 3 0 0 0,-1-1 0 0 0,2 0 0 0 0,-2-1 0 0 0,3 1 0 0 0,0 1 0 0 0,-1-1 0 0 0,4 1 0 0 0,1-2 0 0 0,1-1 0 0 0,1-2 0 0 0,1-2 0 0 0,1 0 0 0 0,1 0 0 0 0,3-1 0 0 0,1-1 0 0 0,-1-2 0 0 0,4-1 0 0 0,-1 0 0 0 0,-1-1 0 0 0,1-2 104 0 0,-1 1-32 0 0,2-1-8 0 0,0-1-64 0 0,-2-2 64 0 0,-1 2-64 0 0,0-1 64 0 0,-2 0-64 0 0,0-1 0 0 0,-2 1 0 0 0,1 0 0 26-21,-3-1 64-26 21,0 1-64 27-19,-1-1 0-27 19,-2 1 64 0 0,0 2-64 0 0,-1-1 0 0 0,1 2 0 0 0,-3 1 0 0 0,0 0-64 26-21,0 2 64-26 21,-1 1 0 0 0,1 0 0 0 0,-1 3 0 0 0,0 0 0 0 0,-1 0-72 0 0,0 2 72 0 0,-1 1 0 0 0,2 0 0 0 0,1-2 0 0 0,2 1 0 0 0,-1 0 0 0 0,1-1 0 0 0,1 1 0 0 0,1-1 0 0 0,1 0 0 25-21,0 0 0-25 21,3-1 0 0 0,-1-2 0 0 0,1 0 0 0 0,3-2 0 0 0,0 1 0 0 0,1-2 0 0 0,-2 0 0 0 0,2-2 0 0 0,2 0 0 0 0,1-3 0 0 0,2 1 80 0 0,-1-2-80 0 0,-1 1 80 25-19,-2-1-80-25 19,-2 2 0 0 0,1-1 0 0 0,0-1 0 0 0,-1-1 0 0 0,-1 1 0 0 0,-1-1 0 0 0,-2 0-72 0 0,-2 0 72 0 0,0 3-64 0 0,-2-2 64 0 0,-1 2 0 0 0,0-1-72 0 0,-3-2 72 0 0,-1-3 0 0 0,0 3 0 0 0,0-2 0 0 0,-2 3-72 0 0,1 3 72 0 0,2 2-80 0 0,-1 1 80 0 0,-1 0-72 0 0,2 3 72 0 0,0-2-64 0 0,0 5 64 0 0,0-1 0 0 0,1 3-64 0 0,0-3 64 0 0,1 3 0 0 0,0 1 0 0 0,3-2 0 0 0,-1-1 0 0 0,2-1-64 0 0,0 0 64 0 0,0 0-104 0 0,3-2 40 0 0,-2 0 64 0 0,2-1-328 0 0,0 0-8 0 0,1-2 0 0 0,0 2 0 0 0,0-2-816 0 0,2 0-168 0 0,-1 0-32 0 0,0-2-8 0 0,1 2-480 0 0,0 0-96 0 0</inkml:trace>
  <inkml:trace contextRef="#ctx0" brushRef="#br0" timeOffset="8">2541 3315 1375 3063 3041,'0'-2'64'0'0,"-1"2"8"0"0,1 0-72 0 0,-1-1 0 0 0,1 1 0 0 0,0 0 0 0 0,0 0 544 0 0,0 0 96 0 0,0-1 24 0 0,-2 0 0 0 0,2 0 104 0 0,0 1 16 0 0,0 0 8 0 0,0 0 0 0 0,0 0-240 0 0,0 0-40 0 0,0 0-16 0 0,0 0 0 0 0,12-11-56 0 0,-11 9-16 0 0,1 0 0 0 0,0 2 0 0 0,-1-2 136 0 0,-1 1 24 0 0,2-1 8 0 0,-1 1 0 0 0,-1 0 104 0 0,0 1 16 0 0,0 0 8 0 0,0-2 0 0 0,0 2-40 0 0,0 0-8 0 0,0-2 0 0 0,0 2 0 0 0,0 0-240 0 0,2 0-48 0 0,-2 0-16 0 0,0 0 0 0 0,0-1-176 0 0,0 1-40 0 0,0 0-8 0 0,0 0 0 0 0,0 0-8 0 0,0 0 0 0 0,0 0 0 0 0,0 0 0 0 0,0 0-8 0 0,0 0-8 0 0,0 0 0 0 0,0 0 0 0 0,0 0-32 0 0,0 0-8 0 0,0 0 0 0 0,0 0 0 0 0,0 0-16 0 0,0 0-64 0 0,0 0 96 0 0,0 0-32 0 0,0 0-64 0 0,0 0 64 0 0,0 0-64 0 0,0 0 64 0 0,0 0-64 0 0,0 0 80 0 0,0 0-80 0 0,0 0 80 0 0,0 0-80 0 0,0 0 0 0 0,0 0 0 0 0,0 0 64 0 0,0 0-64 0 0,0 0 0 0 0,0 0 0 0 0,0 0 64 0 0,0 0-64 0 0,0 0 0 0 0,0 0 72 0 0,0 0-72 0 0,0 0 0 0 0,0 0 72 0 0,0 0-72 0 0,0 0 0 0 0,0 0 64 0 0,0 0-64 0 0,-12 9 0 0 0,11-8 0 0 0,-1 1 0 0 0,1 2 0 0 0,-1-2 64 0 0,1 1-64 0 0,-3 1 0 0 0,3 1 0 0 0,-2 0 64 0 0,1 1-64 0 0,-1 0 0 0 0,-1 3 0 0 0,-1 1 64 0 0,-1 1-64 0 0,1-2 0 0 0,-1 2 0 0 0,0 0 64 0 0,-2 1-64 0 0,0 3 0 0 0,-1 1 64 0 0,-1 0-64 0 0,-1 3 0 0 0,1-1 80 0 0,-1 1-80 0 0,1-1 64 0 0,-1 1-64 0 0,1-3 96 0 0,-1 1-32 0 0,-1-2 0 0 0,1 2 0 0 0,-2-2 0 0 0,3-1 0 0 0,1 0 0 0 0,-3 1 0 0 0,0 3 0 0 0,-2 1-64 0 0,0 3 96 0 0,-1-1-32 0 0,2-1 0 0 0,-2 0-64 0 0,2 0 96 0 0,-1-1-32 0 0,1-3 0 0 0,0 0-64 0 0,2-1 96 0 0,1-2-32 0 0,1-2 16 0 0,1 0 0 0 0,1-1 0 0 0,0 0 0 0 0,1 0-80 0 0,1-2 80 0 0,-1 1-80 0 0,2-2 80 0 0,-1 0-80 0 0,1 0 0 0 0,1 0 0 0 0,-1-2 64 0 0,1 0-64 0 0,-1 0 0 0 0,1 0 0 0 0,0-2 64 0 0,1 1-64 0 0,-1-3 0 0 0,1 2 0 0 0,2-2 64 0 0,-2 0-64 0 0,2 0 0 0 0,-1-1 0 0 0,1 0 64 0 0,1-1-64 0 0,-1 0 0 0 0,0-1 0 0 0,1 0 0 0 0,-1 2 0 0 0,0 0 64 0 0,5-13-64 0 0,-2 7 64 0 0,-2 0-64 0 0,3-3 0 0 0,-2 2 0 0 0,1 0 0 24-25,0-1 0-3 3,-3 1 0 1-2,1 1-88-22 24,-1 1 88 0 0,0 1-96 21-23,-1 0 16-21 23,-1 0 8 0 0,-1 2 0 22-24,0 0-24-22 24,0 1-8 0 0,-2 1 0 0 0,1 1 0 0 0,0 0 8 0 0,-2 1 0 0 0,-1 1 0 0 0,0 2 0 0 0,1 0 32 0 0,-2 2 64 0 0,-1 1-104 0 0,1-1 40 0 0,0 2 64 0 0,-2-1 0 0 0,3 3 0 0 0,-2 0 0 0 0,4-2 0 0 0,-2 1 0 0 0,2-2 0 0 0,2 2 0 0 0,-1-3 0 0 0,2 0 0 0 0,1 0 0 0 0,1 0 0 0 0,0-1 0 0 0,1-2 0 0 0,3 0 0 20-25,-2-1 0-20 25,3 0 64 0 0,0-2-64 0 0,1 1 64 0 0,1-4-64 0 0,0 1 96 0 0,-1-2-24 0 0,2 0 0 0 0,-1-2 0 0 0,1-1-72 0 0,-1 0 96 0 0,-1 2-96 0 0,0-3 96 0 0,-1 2-96 0 0,-3-1 0 0 0,1 0 0 0 0,-3-1 0 0 0,2 3 0 0 0,-4-2 0 0 0,1 2 0 0 0,-1 1 0 0 0,0 0 0 0 0,-2 1 0 0 0,0 2-64 0 0,1 0 64 0 0,0 0-88 0 0,0 0 24 0 0,-1 3 0 0 0,0 1 0 0 0,0-1 64 0 0,-1 1-80 0 0,2 0 80 0 0,1 0-80 0 0,0-1 80 0 0,1 0 0 0 0,0-1 0 0 0,1 0 0 0 0,1 1 0 0 0,0-1 0 0 0,2 0 0 0 0,-2 0 0 0 0,2-1 0 0 0,1 1 0 0 0,-2-2 0 0 0,1 0 0 0 0,0 0-128 0 0,0 2 24 0 0,-1-2 0 0 0,1 0 0 0 0,0 0-56 0 0,0-2-16 0 0,0 2 0 0 0,-2 0 0 0 0,2 0 0 0 0,-2 0 0 0 0,1 0 0 0 0,-2-1 0 19-23,1 1 8-19 23,-1-1 0 0 0,0 0 0 0 0,0-1 0 0 0,0 1 168 0 0,-1 0 0 0 0,1-1-72 0 0,0 0 72 0 0,-2 0 0 0 0,2 2 0 0 0,0 0 0 0 0,0 0 0 0 0,0 0 0 0 0,0 0 0 0 0,0 0 64 0 0,0 0-64 0 0,0 0 64 0 0,0 0 0 0 0,0 0-64 0 0,-12 6 96 0 0,9-5 0 0 0,1 2 0 0 0,0 0 0 0 0,-1-1 0 0 0,1 2-8 0 0,-3-1-8 0 0,1 3 0 0 0,0 1 0 0 0,-2-1-16 0 0,-1 2-64 0 0,1 0 96 0 0,1 0-32 0 0,-3 2 0 0 0,0 0-64 0 0,0 3 96 0 0,-3 0-32 0 0,0 1 0 0 0,-1 2-64 0 0,-3 0 96 0 0,1 0-32 0 0,0 2 16 0 0,-2-1 0 0 0,0 2 0 0 0,-1-2 0 0 0,3-1-8 0 0,-2 1 0 0 0,1 0 0 0 0,1-3 0 0 0,0 3-8 0 0,0-2 0 0 0,1-1 0 0 0,0-2 0 0 0,0 2-64 0 0,1-3 64 0 0,2-2-64 0 0,1-1 64 0 0,0-1 16 0 0,1 1 0 0 0,1-3 0 0 0,-1 1 0 0 0,1-1 0 0 0,0-1 0 0 0,0 2 0 0 0,1-1 0 0 0,1-1-8 0 0,-1 0 0 0 0,2-1 0 0 0,-1 0 0 0 0,2 0-72 0 0,0-1 64 0 0,2-1-64 0 0,-1 0 64 0 0,2-1-64 19-24,0 0 0-19 24,0-1 0 0 0,1 0 0 0 0,0 0 0 0 0,0-2 0 0 0,2 0 0 0 0,-2 1 64 20-25,1 0-64-20 25,-1-2 0 21-26,1 0 0-21 26,0 0 0 22-31,-1 2 0-1 3,0 1-72-3 2,-1-2 72-18 26,0 2-80 0 0,0-1 80 0 0,-2 2-96 0 0,1 0 96 0 0,-2 2-96 18-27,2-1 24-18 27,-2 3 0 18-27,0-1 0-18 27,-1 3 0 18-28,1 0 72-18 28,0 2-96 17-28,1 0 96-17 28,-2-1-96 0 0,2 1 96 0 0,0 0 0 0 0,1 0 0 0 0,1-1 0 0 0,0 0 0 0 0,0-3 0 0 0,1 0 0 0 0,1-1 0 0 0,0-1 0 16-28,2-1 0-16 28,0-1 0 0 0,-1-1 0 0 0,2-1 0 0 0,1-2 0 0 0,0-1 0 17-27,-1 0-64-17 27,0 0 64 0 0,0-1-96 0 0,-2-2 96 0 0,1 2-96 0 0,-2-1 96 17-30,0 2-104-2 3,-1 0 40-15 27,-1-1 64 0 0,-1 2-96 0 0,-2 0 96 0 0,0 0-96 0 0,0-1 96 0 0,0 3-88 0 0,-1-1 88 0 0,-1 2-64 0 0,1-1 64 0 0,1 2-72 0 0,0 0 72 0 0,2 0-80 0 0,-1 0 80 0 0,1 0-104 0 0,-1 0 24 0 0,1 1 8 0 0,1-1 0 0 0,0 1-232 0 0,3-1-48 0 0,0 1 0 0 0,-3-1-5712 0 0,0 0-1136 0 0</inkml:trace>
  <inkml:trace contextRef="#ctx0" brushRef="#br0" timeOffset="9">2067 4090 6911 3212 2416,'-4'-2'304'0'0,"3"2"64"0"0,0-2-296 0 0,1 1-72 0 0,0 1 0 0 0,0-1 0 0 0,0 1 696 0 0,0-2 120 0 0,0 2 24 0 0,0-1 8 0 0,1 0-48 0 0,-1 1-16 0 0,0 0 0 0 0,0 0 0 0 0,0 0-344 0 0,0 0-72 0 0,0 0-16 0 0,0 0 0 0 0,0 0 112 0 0,0 0 16 0 0,9 15 8 0 0,-9-8 0 0 0,1-1-72 0 0,0 1-24 0 0,0 3 0 0 0,-1 1 0 0 0,1 2-112 0 0,-1 0-24 0 0,0 4-8 0 0,1-1 0 0 0,-1 3 48 0 0,-1 1 16 0 0,1 1 0 0 0,-1-1 0 0 0,-1 3-24 0 0,1-1-8 0 0,-2-2 0 0 0,0 5 0 0 0,-1 5-88 0 0,1 0-8 0 0,1 0-8 0 0,-2-2 0 0 0,1 3-32 0 0,0-3-8 0 0,1-1 0 0 0,1-1 0 0 0,1-2-32 0 0,0-2-8 0 0,1-2 0 0 0,-1-3 0 0 0,3-2-96 0 0,-3-3 64 0 0,1 1-64 0 0,0-2 0 0 0,-1-1 112 0 0,0-1-24 0 0,2 2-8 0 0,-2-4 0 0 0,0-1-16 0 0,0-2 0 0 0,0-2 0 0 0,0 1 0 0 0,0-3-64 0 0,0 1 80 0 0,-2-2-80 0 0,2 0 80 0 0,-1-2-8 0 0,-1-1 0 0 0,0 1 0 0 0,-1-3 0 0 0,2-1-8 0 0,-1 2-64 0 0,1-3 96 0 0,-1 1-32 0 0,0 2-64 0 0,-1 0 0 0 0,2 1 0 0 0,-1 1 0 0 0,0 2 0 0 0,1 0 0 0 0,0 1 0 0 0,-1 1 0 0 0,1-1-72 0 0,0 1-32 17-26,-1 1-8-17 26,1 0 0 0 0,-1 3 0 16-29,1-1 0 1 1,0 2 0-17 28,0-1 0 14-27,1 1 112-14 27,-1 0 0 0 0,2-2-80 0 0,0 1 80 0 0,1-2 0 0 0,1 0-88 15-27,1 0 88-15 27,0-2-64 0 0,1 0-32 0 0,1-1 0 0 0,-1-1 0 0 0,2-1 0 0 0,-1-1-8 0 0,1 0-8 0 0,-1-1 0 0 0,-2 0 0 0 0,0 1 0 0 0,-2 0 0 0 0,0 0 0 0 0,-1 1 0 0 0,-1 0 40 0 0,0 0 8 0 0,-1-1 0 0 0,-2 2 0 15-28,0-2 64-15 28,-2 2 0 0 0,-1-1 0 0 0,0 1 0 0 0,1 0 88 0 0,-2 1-24 0 0,3-2 0 0 0,-1 1 0 0 0,0 0-64 0 0,2-1 64 0 0,1 1-64 0 0,1-2 64 0 0,2 0-224 0 0,2-1-40 0 0</inkml:trace>
  <inkml:trace contextRef="#ctx0" brushRef="#br0" timeOffset="10">2112 4095 3479 3280 2423,'-4'-5'72'0'0,"2"1"24"0"0,2 2 0 0 0,-1-1 0 0 0,1 1-96 0 0,0 1 0 0 0,0 0 0 0 0,0-1 0 0 0,1-1 1792 0 0,-1-2 328 0 0,0 1 72 0 0,0 0 16 0 0,2 1-600 0 0,-1 1-112 0 0,0 1-24 0 0,1 2-8 0 0,0 1-664 0 0,0 1-136 0 0,1 2-24 0 0,1 1-8 0 0,0 2-280 0 0,0 2-48 0 0,3-2-16 0 0,-2 3 0 0 0,4 2-160 0 0,0 0-32 0 0,3 4 0 0 0,-2 0-8 0 0,4 0-16 0 0,-1-2 0 0 0,1 3 0 0 0,-1-2 0 0 0,0 1 16 0 0,0 0 0 0 0,0-3 0 0 0,-1 2 0 0 0,1 0 8 0 0,1 2 8 0 0,-2-1 0 0 0,1-1 0 0 0,-2 1 16 0 0,1-1 0 0 0,-1-3 0 0 0,0 2 0 0 0,-1 2 16 0 0,2 0 8 0 0,0 0 0 0 0,1 1 0 0 0,-2-1-64 0 0,0 0-16 0 0,-1-1 0 0 0,0-2 0 0 0,0 1 0 0 0,-2-2 0 0 0,-1-1 0 0 0,-1-2 0 0 0,-1-3-64 0 0,0 1 0 0 0,-3-3 72 0 0,0-1-72 0 0,0 0 0 0 0,-2-3 0 0 0,2 1 0 0 0,-2-1 64 0 0,-2 0 0 0 0,2-1 8 0 0,0-1 0 0 0,0 1 0 0 0,0 0-8 0 0,-1 1 0 0 0,1-1 0 0 0,0 0 0 0 0,0 0 0 0 0,0 0-64 0 0,0 0 96 0 0,0 0-32 0 0,0 0-64 0 0,0 0 80 0 0,0 0-80 0 0,0 0 80 0 0,0 0-80 0 0,0 0 0 0 0,-13-7 0 0 0,10 4 0 0 0,2 0 0 0 0,-3-1 0 0 0,1 1-96 0 0,-1 0 96 0 0,0 2-88 0 0,-2 1 88 0 0,1 0-64 0 0,0 1 64 0 0,1 2-88 0 0,-2 1 88 0 0,0 1-104 0 0,0 1 40 0 0,2-1-8 0 0,0 0 0 0 0,2-1 0 0 0,0 2 0 0 0,1-1 72 0 0,2 0 0 0 0,1-1 0 0 0,1 0 0 0 0,1-3-64 0 0,2 1 64 0 0,-1 0-64 0 0,2-1 64 0 0,1-2-128 0 0,1 0 24 0 0,-2-2 0 0 0,0 1 0 0 0,0-1 32 0 0,0-1 8 0 0,-1 1 0 0 0,-1-1 0 0 0,-1 1 64 0 0,-1 0 0 0 0,0 0-72 0 0,-2 3 72 0 0,-1-1 0 0 0,0 1 0 0 0,0 0 0 0 0,-1-2 0 0 0,1 4 0 0 0,-3-2 0 0 0,1 1 80 0 0,0 3-80 0 0,-1-2 192 0 0,3-2-24 0 0,0 0 0 0 0,0 0 0 0 0,-8 12-56 0 0,6-8-16 0 0,2-2 0 15-26,0 0 0-15 26,1 1-96 0 0,0 0 0 0 0,2-1 0 0 0,0-2 0 0 0,2 0-272 0 0,-1-1-48 0 0,2-1-16 0 0,1-2-6320 0 0,1 0-1272 0 0</inkml:trace>
  <inkml:trace contextRef="#ctx0" brushRef="#br0" timeOffset="11">229 3393 4143 3311 2894,'0'3'368'0'0,"-2"1"-296"0"0,1-1-72 0 0,1 0 0 0 0,-1-2 280 0 0,-1 3 40 0 0,-1 2 0 0 0,-1 4 8 0 0,-1 3-64 0 0,-2 4-8 0 0,2-1-8 0 0,0-2 0 0 0,1-1-184 0 0,1-2-64 0 0,-1-1 0 0 0,2-3 72 0 0,-1-1-272 0 0,3-2-56 0 0,-2 0-16 0 0,0-4 0 0 0,-3-1 272 0 0</inkml:trace>
  <inkml:trace contextRef="#ctx0" brushRef="#br0" timeOffset="12">70 3695 5063 3401 2713,'-6'3'224'0'0,"3"1"48"0"0,-2 0-272 0 0,2-2 0 0 0,1-1 0 0 0,0 1 0 0 0,1 1 272 0 0,-2 1 0 0 0,-1 2 0 0 0,-2 1 0 0 0,2 1-272 0 0,1-1-152 0 0,1-1 24 0 0,3-3 0 0 0</inkml:trace>
  <inkml:trace contextRef="#ctx0" brushRef="#br0" timeOffset="13">1049 3468 6911 3236 2716,'-8'0'608'0'0,"5"1"-480"0"0,0 1-128 0 0,0 0 0 0 0,3 0 728 0 0,-2-1 120 0 0,1 2 24 0 0,-3 2 8 0 0,0 5-384 0 0,-2 1-80 0 0,2 0-8 0 0,0 1-8 0 0,1 0-680 0 0,2 0-136 0 0,1-2-24 0 0,-1 0-8 0 0</inkml:trace>
  <inkml:trace contextRef="#ctx0" brushRef="#br0" timeOffset="14">990 3765 5527 3233 2584,'-3'5'488'0'0,"1"-3"-392"0"0,0 1-96 0 0,1-2 0 0 0,1 1 896 0 0,-2 0 152 0 0,0 3 32 0 0,-3 3 8 0 0,1 2-368 0 0,0 0-72 0 0,1 0-8 0 0,0-2-8 0 0,2-2-536 0 0,1 1-96 0 0,0-3 0 0 0,-1 1-3488 0 0,1 1-656 0 0</inkml:trace>
  <inkml:trace contextRef="#ctx0" brushRef="#br0" timeOffset="15">1661 3483 15199 2993 2676,'-7'6'672'0'0,"4"-3"144"0"0,0 0-656 0 0,2 1-160 0 0,0-2 0 0 0,-1 2 0 0 0,2-1 0 0 0,2 2 0 0 0,0 5 0 0 0,1-1 0 0 0,3 3-752 0 0,1-1-184 0 0,2-2-40 0 0,1-2-8 0 0</inkml:trace>
  <inkml:trace contextRef="#ctx0" brushRef="#br0" timeOffset="16">1714 3688 1839 3101 2770,'-5'6'160'0'0,"0"-4"-160"0"0,2 2 0 0 0,0-2 0 0 0,1 2 1544 0 0,2-2 280 0 0,-1-1 48 0 0,-1 3 16 0 0,0 3-544 0 0,1 1-112 0 0,-1 0-16 0 0,2-1-8 0 0,2 0-936 0 0,1-1-184 0 0,0-1-88 0 0,4-4-5776 0 0</inkml:trace>
  <inkml:trace contextRef="#ctx0" brushRef="#br0" timeOffset="17">1349 4589 8287 3316 2205,'0'1'736'0'0,"-1"0"-584"0"0,0 0-152 0 0,1 0 0 0 0,-1 1 272 0 0,0 0 24 0 0,-1 1 8 0 0,-1 3 0 0 0,-2 1 256 0 0,1 1 48 0 0,-2-1 16 0 0,2 0 0 0 0,0 1-216 0 0,0-2-48 0 0,-2 1-8 0 0,1 0 0 0 0,-1 0-416 0 0,0 0-96 0 0,1-1-8 0 0,-1-1-5392 0 0</inkml:trace>
  <inkml:trace contextRef="#ctx0" brushRef="#br0" timeOffset="18">1203 4798 919 3305 2076,'-1'2'80'0'0,"-2"0"-80"0"0,3-1 0 0 0,-1 0 0 0 0,0 0 776 0 0,0 0 144 0 0,-1 1 24 0 0,-2 1 8 0 0,0 2-88 0 0,0-1-24 0 0,0 1 0 0 0,0-2 0 0 0,2 0-840 0 0,2-2-96 0 0,1 0-64 0 0,1-3 0 0 0</inkml:trace>
  <inkml:trace contextRef="#ctx0" brushRef="#br0" timeOffset="19">2040 4869 15199 3213 2184,'-7'10'672'0'0,"3"-4"144"0"0,2 1-656 0 0,-1-1-160 0 0,2-3 0 0 0,1 1 0 0 0,0 1-88 0 0,0 4-48 0 0,1 3-16 0 0,2 4 0 0 0,0-1-1416 0 0,4-1-288 0 0,1-4-64 0 0,1 0 0 0 0</inkml:trace>
  <inkml:trace contextRef="#ctx0" brushRef="#br0" timeOffset="20">2032 5228 12895 3216 1933,'-10'7'576'0'0,"5"-3"112"0"0,0 1-552 0 0,2-3-136 0 0,1 0 0 0 0,1-2 0 0 0,1 1 280 0 0,-1 1 24 0 0,0 1 8 0 0,1-1 0 0 0,2 1-1016 0 0,0-2-192 0 0,2-2-48 0 0,3-2-8 0 0,-1-1 792 0 0,1-4 160 0 0</inkml:trace>
  <inkml:trace contextRef="#ctx0" brushRef="#br0" timeOffset="21">2597 4866 14279 2926 2019,'2'2'1272'0'0,"-2"0"-1016"0"0,2 0-256 0 0,0 0 0 0 0,0 0-880 0 0,2 0-224 0 0,2 3-48 0 0,4 1 0 0 0,4 1 64 0 0,1 0 8 0 0,0 1 8 0 0,1-3 0 0 0</inkml:trace>
  <inkml:trace contextRef="#ctx0" brushRef="#br0" timeOffset="22">2746 5021 2759 2966 1854,'4'4'120'0'0,"-2"0"32"0"0,1-1-152 0 0,-2-1 0 0 0,0 0 0 0 0,0-1 0 0 0,1 2 704 0 0,1 0 120 0 0,-1 1 16 0 0,2 3 8 0 0,1 0 56 0 0,-2-1 16 0 0,2 0 0 0 0,-2 1 0 0 0,0-2-344 0 0,0 1-64 0 0,-1-1-8 0 0,0 1-8 0 0,1-2-400 0 0,-1 2-96 0 0,1-2 0 0 0,0 0-4840 0 0</inkml:trace>
  <inkml:trace contextRef="#ctx0" brushRef="#br0" timeOffset="23">3845 3334 4607 2866 3137,'0'0'408'0'0,"0"0"-328"0"0,0 0-80 0 0,0 0 0 0 0,1 0 576 0 0,-1 0 96 0 0,1-1 16 0 0,-1 2 8 0 0,1 0 296 0 0,1 1 64 0 0,1 1 16 0 0,1-1 0 0 0,1 4-48 0 0,1-1-16 0 0,2 1 0 0 0,1 1 0 0 0,3 3-248 0 0,3 0-56 0 0,2 2 0 0 0,2-1-8 0 0,-2 2-248 0 0,1-2-40 0 0,1 3-16 0 0,1-1 0 0 0,1-1-80 0 0,-2 0-24 0 0,0 3 0 0 0,0 2 0 0 0,0 2-96 0 0,-1-1-16 0 0,0 0-8 0 0,0-3 0 0 0,1-1-32 0 0,-1 1-8 0 0,1 1 0 0 0,0-2 0 0 0,0-1 16 0 0,2-1 0 0 0,2 0 0 0 0,0 0 0 0 0,-8-4-40 0 0,3 3-8 0 0,2-2 0 0 0,0 2 0 0 0,-2 1-96 0 0,-2-3 72 0 0,-4-1-72 0 0,0 0 64 0 0,-3-2-64 0 0,-1 0 0 0 0,-2 1 0 0 0,0-2 64 0 0,-3 1-64 0 0,-2-3 0 0 0,1 1 0 0 0,0 0 0 0 0,-1 0 64 0 0,-1 1-64 0 0,1-4 0 0 0,0 2 64 0 0,-1 2-64 0 0,1-2 64 0 0,1-4-64 0 0,0 0 64 0 0,-1 2-64 0 0,2 1 0 0 0,-1 0 0 0 0,1 0 64 0 0,1 3-64 0 0,-1 1 0 0 0,0 1 0 0 0,0 1 0 0 0,1-5 0 0 0,0 0 0 0 0,0 0 0 0 0,-1 0 0 0 0,1 3 0 0 0,0-2 0 0 0,-2-2 0 0 0,1-1 0 0 0,-1 0 0 0 0,-1 0 0 0 0,1-1 0 0 0,-1 1 0 0 0,0 2 0 0 0,0-3 0 0 0,-1 0 64 0 0,1-2-64 0 0,-1-1 0 0 0,-1-3 0 0 0,1-5 0 0 0,0 0 0 0 0,-2 2 0 0 0,-1 1 64 0 0,2 3-64 0 0,-2 1 0 0 0,1-3 0 0 0,-2 0 0 0 0,0 0 0 0 0,-2 1 0 0 0,1 3 0 0 0,-1 2 0 0 0,2 1 0 0 0,-2-2 0 0 0,0 0 0 0 0,-2 0 0 0 0,2 4 0 0 0,-2-1 0 0 0,1 5 0 0 0,0-1 0 0 0,-1 1 0 0 0,3 1 0 0 0,1 3 0 0 0,-1-1 0 0 0,3 2 0 0 0,2 0 0 0 0,1 1 0 0 0,2-1 0 0 0,1-3 0 0 0,1 0 0 0 0,1-1 0 0 0,1-1 0 0 0,1 2 0 0 0,0-3 0 0 0,1-3 0 0 0,2 0 0 0 0,0-1 0 0 0,2-1 0 0 0,-1-1 0 0 0,1 1 0 0 0,-1-3 0 0 0,1 0 0 0 0,0-2-72 0 0,-3-1 72 0 0,-2 0 0 0 0,-1 1 0 0 0,0 1-96 0 0,-4-1 96 0 0,0-3-96 0 0,-2 2 96 0 0,-2 1-80 0 0,-1 1 80 0 0,-2-1-64 0 0,0-1 64 0 0,-2-2-64 0 0,-1 4 64 0 0,0 0-64 0 0,-2 5 64 0 0,-2 5 0 0 0,0 1-80 0 0,-2-1 80 0 0,-1 0 0 0 0,2 3 0 0 0,-1 0 0 0 0,1 2 0 0 0,2 0 0 0 0,1 1 0 0 0,2-2 64 0 0,2-2-64 0 0,2-1 72 0 0,2 1-72 0 0,1-2 0 0 0,2-1 72 0 0,1-1-72 0 0,1 0 0 0 0,1-1 0 0 0,2 0 0 0 0,1-1 0 0 0,3-2 0 0 0,1-1 64 0 0,0-2-64 0 0,1-1 0 0 0,1-2 0 0 0,-2 0 72 0 0,0 0-72 0 0,-2 0 0 0 0,0-1 0 0 0,-3-2 0 0 0,-1 0 0 0 0,-1 2 0 0 0,-3 1 0 0 0,0 0 0 0 0,-2-2 0 0 0,-1 1 0 0 0,0 3 0 0 0,0-3 0 0 0,0-3-104 0 0,-1 2 40 0 0,0 1-184 0 0,0 0-32 0 0,-2 3-8 0 0,1-4-9032 0 0</inkml:trace>
  <inkml:trace contextRef="#ctx0" brushRef="#br0" timeOffset="24">3782 3384 2759 2916 3116,'-4'2'248'0'0,"0"1"-248"0"0,1 1 0 0 0,1-1 0 0 0,1-1 544 0 0,0-1 56 0 0,-3 5 8 0 0,-1 1 8 0 0,-2 1 312 0 0,2 1 56 0 0,3 3 8 0 0,2-5 8 0 0,3-3-312 0 0,2-2-64 0 0,2-2-16 0 0,1-2 0 0 0,1-1-256 0 0,-1 0-48 0 0,0-3-16 0 0,-1 2 0 0 0,0-2-136 0 0,-4 3-32 0 0,-1 0-8 0 0,0-1 0 0 0,-2-3-112 0 0,-2 1 0 0 0,1 1 0 0 0,-3 2 0 0 0,1 3-552 0 0,-1-3-136 0 0</inkml:trace>
  <inkml:trace contextRef="#ctx0" brushRef="#br0" timeOffset="25">2068 1209 3223 2773 3059,'1'-1'288'0'0,"-1"0"-288"0"0,0 0 0 0 0,0 0 0 0 0,2 0 608 0 0,-2 0 64 0 0,1 0 8 0 0,1-3 8 0 0,-1 0 288 0 0,2 0 56 0 0,1-2 16 0 0,-1 0 0 0 0,-1 1-96 0 0,2-1-24 0 0,-2 2 0 0 0,0 0 0 0 0,2-1-152 0 0,-1-2-32 0 0,1 2-8 0 0,-1-1 0 0 0,1 0-128 0 0,-2 1-24 0 0,1 1-8 0 0,-2 0 0 0 0,1 0-120 0 0,-1 0-24 0 0,0 1-8 0 0,0 1 0 0 0,-1 1-128 0 0,0-1-24 0 0,0 1-8 0 0,0 0 0 0 0,0 1-96 0 0,0-2-16 0 0,0 2-8 0 0,-1 0 0 0 0,1 0-64 0 0,0 0-16 0 0,0 2 0 0 0,-1-1 0 0 0,1-1-64 0 0,0 0 0 0 0,0 0 72 0 0,0 0-72 0 0,0 19 0 0 0,0-13 0 0 0,0-1 0 0 0,1 1 64 0 0,-1 1-64 0 0,0 2 64 0 0,0 1-64 0 0,0 1 64 0 0,0 1-64 0 0,0 0 96 0 0,1 1-32 0 0,-1 0 0 0 0,0 1-64 0 0,0-2 96 0 0,2 1-32 0 0,-1-1 0 0 0,0-1-64 0 0,0-2 64 0 0,0 1-64 0 0,0-2 64 0 0,-1-1-64 0 0,1-1 0 0 0,1-2 0 0 0,0 0 0 0 0,0 0-80 0 0,-1-3-24 0 0,1 1-8 0 0,0-2-9336 0 0</inkml:trace>
  <inkml:trace contextRef="#ctx0" brushRef="#br0" timeOffset="26">2098 1337 5527 2773 3112,'0'0'488'0'0,"0"0"-392"0"0,0 0-96 0 0,0 0 0 0 0,0 0 1032 0 0,0 0 184 0 0,0 0 40 0 0,1 1 8 0 0,0 0 272 0 0,0 1 48 0 0,2-1 16 0 0,-3-1 0 0 0,0 0-592 0 0,0 0-112 0 0,18 3-32 0 0,-12-3 0 0 0,2 0-392 0 0,-1 0-88 0 0,2-1-8 0 0,0-1-8 0 0,0 1-192 0 0,2-2-40 0 0,-1 0-8 0 0,0 1 0 0 0,1 2-128 0 0,-2-1 64 0 0,-1 0-64 0 0,-1 1 0 0 0,-1 0 0 0 0,-1 0 0 0 0,0 0 0 0 0,-2 0 0 0 0,-1 1-320 0 0,1 0-88 0 0</inkml:trace>
  <inkml:trace contextRef="#ctx0" brushRef="#br0" timeOffset="27">2051 1828 9215 3048 3662,'0'-3'816'0'0,"1"0"-656"0"0,0 1-160 0 0,0 2 0 0 0,-1 0 832 0 0,2-2 128 0 0,0-1 24 0 0,1-2 8 0 0,2-1 192 0 0,1-1 32 0 0,1-1 16 0 0,-1 2 0 0 0,1 2-632 0 0,1-1-128 0 0,-2 3-24 0 0,0 0-8 0 0,0 1-248 0 0,0 0-56 0 0,-1 1-8 0 0,0 1 0 0 0,0 0-64 0 0,1 3-64 0 0,-3-2 96 0 0,2 1-96 0 0,-2 1 88 0 0,1 1-88 0 0,-2 0 80 0 0,1 2-80 0 0,-2 0 64 0 0,-1 0-64 0 0,-1 1 0 0 0,-2 0 72 0 0,0 2-72 0 0,-1 0 0 0 0,1-3 0 0 0,-3 4 64 0 0,0-2-64 0 0,0 1 0 0 0,0 1 0 0 0,-1 0 64 0 0,1-3-64 0 0,0 0 64 0 0,1 1-64 0 0,1-3 64 0 0,-1 0 64 0 0,3-1 0 0 0,-1 0 8 0 0,1-2 0 0 0,1 0 24 0 0,-1-2 0 0 0,2 0 0 0 0,2 0 0 0 0,-2 0-8 0 0,3 0 0 0 0,0 0 0 0 0,1-1 0 0 0,-1 0 8 0 0,3 1 0 0 0,-1-1 0 0 0,1 0 0 0 0,1 0 16 0 0,3 0 8 0 0,-2 0 0 0 0,0-1 0 0 0,1 0-96 0 0,1 1-24 0 0,0-1 0 0 0,3 0 0 0 0,-2 0 0 0 0,1 0-64 0 0,-1 0 96 0 0,-2 1-32 0 0,0 0-64 0 0,-4 0 0 0 0,2 1 0 0 0,-3 0 64 0 0,-1 0-64 0 0,1 0 0 0 0,-3 0 0 0 0,1 1 0 0 0,-2-1 0 0 0,0 0-96 0 0,0 0 32 0 0,0 0 64 0 0,2 0-336 0 0,-2 1-8 0 0,0-1 0 0 0,0 0 0 0 0,0 0-168 0 0,1 0-40 0 0,-1 0-8 0 0,0-1-8560 0 0</inkml:trace>
  <inkml:trace contextRef="#ctx0" brushRef="#br0" timeOffset="28">841 2312 4607 3091 3505,'0'-1'408'0'0,"-1"-1"-328"0"0,0 2-80 0 0,1 0 0 0 0,0-1 528 0 0,0 0 88 0 0,-1 0 24 0 0,0 0 0 0 0,0-2 192 0 0,1-1 48 0 0,0 1 8 0 0,0-1 0 0 0,2-2 16 0 0,0 2 8 0 0,0 0 0 0 0,3-2 0 0 0,-2 2-80 0 0,2-2-8 0 0,-2 2-8 0 0,2 0 0 0 0,-1 0-128 0 0,2 1-24 0 0,-1-1-8 0 0,1 1 0 0 0,0 1-240 0 0,-1-2-40 0 0,0 4-16 0 0,1 0 0 0 0,0 0-200 0 0,0 2-48 0 0,1 0-8 0 0,-2 2 0 0 0,-1-1-104 0 0,0 1 0 0 0,0 2 0 0 0,-2 1 0 0 0,1 1 0 0 0,-3 1-96 0 0,2 2 96 0 0,-4 0-104 0 0,2 0-48 0 0,-3 0-8 0 0,1 0 0 0 0,-2 0 0 0 0,0-1 72 0 0,0-1 16 0 0,-1-2 0 0 0,1-1 0 0 0,0-1 72 0 0,0 1 0 0 0,1-1 0 0 0,1-2 0 0 0,0-4 0 0 0,0-1 72 0 0,2 1-8 0 0,-1 0-64 0 0,1-1 256 0 0,1 0 0 0 0,-1 0 0 0 0,2 1 0 0 0,0-1-128 0 0,1 0-24 0 0,3 1-8 0 0,-2-1 0 0 0,3 2-96 0 0,1-2 72 0 0,0 2-72 0 0,0 0 64 0 0,2 2-64 0 0,-2 0 0 0 0,0 1 72 0 0,0 0-72 0 0,-1 1 0 0 0,-1 0 0 0 0,-1 2 0 0 0,-1-1 0 0 0,-1 1 0 0 0,-2 0 0 0 0,0 1 0 0 0,-2-2 0 0 0,0 2 0 0 0,-2-1 0 0 0,-1 1 0 0 0,1-1 64 0 0,-3 0-64 0 0,0-1 0 0 0,-1 1 0 0 0,0-3 64 0 0,-1 2-64 0 0,1 0 0 0 0,1-3 0 0 0,-2 1 64 0 0,0-2-64 0 0,0 0 0 0 0,1-1 0 0 0,0 0 0 0 0,-2 0 0 0 0,1 0 0 0 0,0-1 0 0 0,0 0 64 0 0,0 1-64 0 0,1 0 0 0 0,1-2 64 0 0,1 2-64 0 0,1-1 0 0 0,-1 0 0 0 0,2 1 0 0 0,2 0 0 0 0,0 0 0 0 0,0 0 0 0 0,1 0 0 0 0,0 0 0 0 0,2 1 0 0 0,-1-1-160 0 0,2 1 32 0 0,2 1-6096 0 0,-5-2-1224 0 0</inkml:trace>
  <inkml:trace contextRef="#ctx0" brushRef="#br0" timeOffset="29">3019 2315 7831 2519 3027,'3'-2'696'0'0,"-1"0"-560"0"0,-2 0-136 0 0,-1 2 0 0 0,1 0 960 0 0,0-1 168 0 0,0-1 32 0 0,1-2 8 0 0,-1 1 296 0 0,1-1 56 0 0,1 1 16 0 0,-2 0 0 0 0,1 1-736 0 0,-1 2-136 0 0,0-2-32 0 0,-1 4-8 0 0,-1 0-368 0 0,1 2-80 0 0,-1 0-16 0 0,0 1 0 0 0,2-5-64 0 0,-8 16-8 0 0,3-8-8 0 0,1 2 0 0 0,-1 0-80 0 0,0 0 64 0 0,2 0-64 0 0,-2 0 64 0 0,1 1-64 0 0,2-2 80 0 0,-1-1-80 0 0,0 0 80 0 0,2-1-16 0 0,1-2-64 0 0,-2 0 96 0 0,2 0-32 0 0,0-2 32 0 0,2 0 8 0 0,-1 0 0 0 0,1 0 0 0 0,1-2 8 0 0,0 0 0 0 0,1-1 0 0 0,1 1 0 0 0,1 0 16 0 0,-1 0 8 0 0,2-1 0 0 0,1 0 0 0 0,0 1-24 0 0,3 0-8 0 0,-1-1 0 0 0,-1 1 0 0 0,3-1-104 0 0,-2 0 72 0 0,2 0-72 0 0,0 0 64 0 0,-2 0-64 0 0,-1-1 0 0 0,1 1 0 0 0,-4-1 0 0 0,-1 0-88 0 0,1 0-32 0 0,-2-1-8 0 0,0 1 0 0 0,-2 0-400 0 0,2-1-80 0 0,-3 0-24 0 0,0 0-8712 0 0</inkml:trace>
  <inkml:trace contextRef="#ctx0" brushRef="#br0" timeOffset="30">3178 2328 3223 2458 3088,'0'0'288'0'0,"-1"0"-288"0"0,1 0 0 0 0,0 0 0 0 0,0 0 1440 0 0,-1 1 240 0 0,-1 1 48 0 0,1 0 0 0 0,-1 1 192 0 0,-1 3 40 0 0,0-1 8 0 0,1 1 0 0 0,1 2-880 0 0,0-1-184 0 0,0 2-32 0 0,1 1-8 0 0,0 0-472 0 0,0 2-96 0 0,1 1-16 0 0,-1-1-8 0 0,0 0-144 0 0,0-1-24 0 0,0 0-8 0 0,-1 0 0 0 0,1-1 16 0 0,0 0 0 0 0,-2 0 0 0 0,2 0 0 0 0,0 0-16 0 0,-2-1 0 0 0,2 0 0 0 0,0-1 0 0 0,0-2-96 0 0,0 2 88 0 0,0-1-88 0 0,-1-1 80 0 0,1 1-80 0 0,-1-2 0 0 0,1 0 0 0 0,0-1 64 0 0,0 1-64 0 0,0-3 0 0 0,0 2 0 0 0,0-1 0 0 0,1 0 0 0 0,0 0 0 0 0,-1-2 0 0 0,0 1 0 0 0,2-2 0 0 0,0 0-96 0 0,0-1 32 0 0,1-1 64 0 0,0-1-392 0 0,0 0-24 0 0</inkml:trace>
  <inkml:trace contextRef="#ctx0" brushRef="#br0" timeOffset="31">4880 3742 7831 2572 3150,'0'-1'696'0'0,"0"-1"-560"0"0,1 2-136 0 0,-1-1 0 0 0,0 1 640 0 0,0-1 96 0 0,0-1 16 0 0,0 0 8 0 0,0 0 360 0 0,-1-1 80 0 0,0 2 16 0 0,-1 0 0 0 0,1 3-536 0 0,-2 0-104 0 0,1 3-16 0 0,0-1-8 0 0,-1 4-296 0 0,0 1-64 0 0,0 1-16 0 0,-2 2 0 0 0,2-1 48 0 0,-2 3 0 0 0,0-1 8 0 0,0 0 0 0 0,0 1 72 0 0,0-2 16 0 0,1-1 0 0 0,0-3 0 0 0,2 1-128 0 0,-1-2-16 0 0,0-2-8 0 0,2-1 0 0 0,1 0-16 0 0,-1 0-8 0 0,1-1 0 0 0,1-1 0 0 0,0 0-24 0 0,-1 0-8 0 0,2-1 0 0 0,0 0 0 0 0,1 0 16 0 0,2 0 8 0 0,-1 0 0 0 0,2-1 0 0 0,2 0 48 0 0,0 0 8 0 0,1-1 0 0 0,1-1 0 0 0,0 1-24 0 0,1 0 0 0 0,-1 0 0 0 0,0 0 0 0 0,2-1-40 0 0,1 2 0 0 0,0 0-8 0 0,-1-1 0 0 0,-3 0-120 0 0,1 0 72 0 0,-2 0-72 0 0,1 1 64 0 0,-2-1-64 0 0,-2 0 0 0 0,0 0 0 0 0,-2-1 0 0 0,1 1-240 0 0,0-2-40 0 0,-1 2-8 0 0,-1-2-6464 0 0,2 0-1304 0 0</inkml:trace>
  <inkml:trace contextRef="#ctx0" brushRef="#br0" timeOffset="32">5009 3774 3223 2602 3111,'-3'-4'288'0'0,"1"2"-288"0"0,1 2 0 0 0,0-1 0 0 0,1 0 288 0 0,-1 1 8 0 0,1 0 0 0 0,-1 1 0 0 0,-1 0 1016 0 0,-1 1 208 0 0,2 0 40 0 0,-1 2 8 0 0,-1 1-408 0 0,2 1-72 0 0,-1 3-24 0 0,-1 0 0 0 0,1 1-208 0 0,1 3-48 0 0,-1-1-8 0 0,2 3 0 0 0,-1-2-256 0 0,0 2-48 0 0,0-2-16 0 0,0 0 0 0 0,0-2-112 0 0,1 1-24 0 0,-1 1-8 0 0,0-2 0 0 0,1 0-64 0 0,-1 0-16 0 0,1 1 0 0 0,-2-1 0 0 0,2-1-104 0 0,0-1-24 0 0,0-2-8 0 0,0 0 0 0 0,0-1-40 0 0,0-1-8 0 0,0-1 0 0 0,0 0 0 0 0,2-1-72 0 0,-1-2 0 0 0,0 0 0 0 0,2-3 64 0 0,0 0-64 0 0,0-2-136 0 0,2-2 32 0 0,1-2-9248 0 0</inkml:trace>
  <inkml:trace contextRef="#ctx0" brushRef="#br0" timeOffset="33">5293 3866 3679 2487 3183,'0'1'80'0'0,"0"0"16"0"0,0 0 8 0 0,0 0 0 0 0,0 0-104 0 0,0-1 0 0 0,0 1 0 0 0,-2 1 0 0 0,2 1 696 0 0,2-1 112 0 0,-2 0 24 0 0,1 1 8 0 0,0-2 40 0 0,0 1 8 0 0,0-2 0 0 0,-1 0 0 0 0,2 0-168 0 0,0-2-32 0 0,-1 0-8 0 0,1 0 0 0 0,-1 0-120 0 0,0-2-24 0 0,1 2-8 0 0,-1-2 0 0 0,0-1-40 0 0,0 2-8 0 0,-1-2 0 0 0,1 1 0 0 0,-1-2-40 0 0,1 0-16 0 0,-1 3 0 0 0,0-3 0 0 0,-1 1-136 0 0,1 0-32 0 0,-2-1-8 0 0,2 0 0 0 0,-2 2-96 0 0,-1-1-24 0 0,2-1 0 0 0,-1 1 0 0 0,1 2-64 0 0,-3-1-64 0 0,2 0 96 0 0,-2-1-96 0 0,1 2 72 0 0,-2-1-72 0 0,0 0 0 0 0,0 2 72 0 0,0-1-72 0 0,-1 3 0 0 0,-2-1 0 0 0,0 1 64 0 0,-1 1-64 0 0,0 1 0 0 0,2 0 0 0 0,-1 2 64 0 0,1 1-64 0 0,0 0 0 0 0,0 0 0 0 0,1 2 0 0 0,-1 2 0 0 0,2 0 0 0 0,0 1 0 0 0,1-1 0 0 0,0 0 0 0 0,3 2 0 0 0,-1-2 0 0 0,2-2 0 0 0,0-1 0 0 0,0 1 0 0 0,2 0 0 0 0,1-2 0 0 0,0-1 64 0 0,0-1 32 0 0,2-1 0 0 0,0-1 0 0 0,2 1 80 0 0,-1-3 16 0 0,2-1 8 0 0,0-1 0 0 0,0-1-56 0 0,-1 0-16 0 0,1-2 0 0 0,1 1 0 0 0,-2-1-48 0 0,1 1-16 0 0,0-1 0 0 0,-1 3 0 0 0,-1-3-64 0 0,0 2 80 0 0,-2 1-80 0 0,0 1 80 0 0,-1 1-80 0 0,-1 0 80 0 0,0-1-80 0 0,-1 2 80 0 0,2 0-80 0 0,-1 0 0 0 0,-1 3 72 0 0,2 0-72 0 0,-2 0 0 0 0,1 1 0 0 0,-1 2 0 0 0,1-1 0 0 0,-1 2 0 0 0,0 0 0 0 0,-1 0 0 0 0,0 2 64 0 0,0-2-64 0 0,-1 2 0 0 0,-1-1 0 0 0,0 1 0 0 0,-1 0 0 0 0,0 0 0 0 0,0-1 0 0 0,-1-1 0 0 0,0 0 0 0 0,-1 0 0 0 0,0 1 0 0 0,-2 0 64 0 0,-1 0-64 0 0,2-1 0 0 0,-4 1 0 0 0,3-3 0 0 0,0 0 0 0 0,-1-1 64 0 0,1 1-64 0 0,-2-1 0 0 0,3-2 64 0 0,-1 0-64 0 0,0 1 64 0 0,-1-1-64 0 0,1-2 80 0 0,1 1-16 0 0,0 0-64 0 0,1-1 96 0 0,0 1-96 0 0,1 0 88 0 0,-1-1-88 0 0,0 1 80 0 0,2-1-80 0 0,0 0 0 0 0,0 0 0 0 0,2-1 64 0 0,-2 0-64 0 0,2 1 0 0 0,1 0 0 0 0,-2-1 0 0 0,2 1 0 0 0,0 0 0 0 0,0-1 0 0 0,0 1 0 0 0,0 0-120 0 0,2 0-8 0 0,-1 0-8 0 0,2-1 0 0 0,0 1-400 0 0,-3 0-72 0 0</inkml:trace>
  <inkml:trace contextRef="#ctx0" brushRef="#br0" timeOffset="34">3823 3338 2303 2826 3283,'-2'-1'200'0'0,"0"0"-200"0"0,2 1 0 0 0,-1 0 0 0 0,-1 0 400 0 0,1 0 40 0 0,-1 0 8 0 0,-4-1 0 0 0,-1 1 128 0 0,-1-1 24 0 0,1 2 8 0 0,1 1 0 0 0,-1 1 72 0 0,3-1 24 0 0,-1 2 0 0 0,1 2 0 0 0,1-1-64 0 0,1 1 0 0 0,-1 1-8 0 0,2-1 0 0 0,-1 0-152 0 0,2 0-24 0 0,0 1-8 0 0,2-2 0 0 0,0 1-88 0 0,0-1-16 0 0,3-2-8 0 0,-1 1 0 0 0,1 0 0 0 0,1-3 0 0 0,0 0 0 0 0,1-1 0 0 0,-2 0-48 0 0,0-1 0 0 0,1 0-8 0 0,0-1 0 0 0,1-1-112 0 0,0-1-16 0 0,0 0-8 0 0,-1-1 0 0 0,0 0-144 0 0,-2-1 64 0 0,0 1-64 0 0,-1 1 0 0 0,-1-1 0 0 0,0 1 0 0 0,-1-1 0 0 0,-2-1 0 0 0,1 1 0 0 0,-2 1 0 0 0,-1-1 0 0 0,-1 0 0 0 0,1 2-128 0 0,-1 0 0 0 0,-1 0 0 0 0,-2 1 0 0 0,-1 1-64 0 0,0 1-8 0 0,1 1-8 0 0,-1 0 0 0 0,2 1 128 0 0,-1 1 80 0 0,-1 0-96 0 0,1 2 96 0 0,0 0 0 0 0,2 1 96 0 0,-2 3 0 0 0,0-1 0 0 0,2 3 160 0 0,-1 0 24 0 0,3 0 8 0 0,1 0 0 0 0,1-1 16 0 0,1 0 8 0 0,2-2 0 0 0,1 1 0 0 0,2-2-24 0 0,1-1-8 0 0,1-1 0 0 0,1-1 0 0 0,1-2-56 0 0,1 0-16 0 0,2-2 0 0 0,0-2 0 0 0,1-2-64 0 0,2-1-16 0 0,1-2 0 0 0,-1 0 0 0 0,-3 1-64 0 0,0-2-64 0 0,0 0 96 0 0,-1-1-96 0 0,-4 0 0 0 0,-1 0 0 0 0,-2 0 0 0 0,-3 1 0 0 0,0-1 0 0 0,-2 0 0 0 0,-1-1 0 0 0,-3 0 0 0 0,0 0 0 0 0,-3 2 0 0 0,-1 0 0 0 0,-2 0 0 0 0,0 4 0 0 0,-1 1 0 0 0,2 2 0 0 0,-1 1 0 0 0,3 1 0 0 0,-1 2 0 0 0,-2 1 0 0 0,-1 4 0 0 0,1 0 0 0 0,1 1 0 0 0,2 1 0 0 0,1 1 0 0 0,1 0 0 0 0,3 0 80 0 0,1 0-80 0 0,2-1 64 0 0,2 1-64 0 0,3-2 0 0 0,2 2 0 0 0,5-4 0 0 0,4-1-472 0 0,4-1-56 0 0</inkml:trace>
  <inkml:trace contextRef="#ctx0" brushRef="#br0" timeOffset="35">3829 3363 4607 2858 3223,'-1'-2'408'0'0,"0"0"-328"0"0,0 2-80 0 0,1 0 0 0 0,-2 0 336 0 0,2-1 48 0 0,-3 0 16 0 0,-2 0 0 0 0,0-1 104 0 0,-3 1 16 0 0,-3 0 8 0 0,1 2 0 0 0,0 1-184 0 0,-1 1-40 0 0,2 0-8 0 0,-1 1 0 0 0,0 1 64 0 0,2 1 16 0 0,1 0 0 0 0,1 0 0 0 0,2 1 104 0 0,2 0 16 0 0,1 0 8 0 0,2 0 0 0 0,0 0 8 0 0,2 0 0 0 0,3 0 0 0 0,1 0 0 0 0,0-1-16 0 0,1-1 0 0 0,2 1 0 0 0,1-2 0 0 0,-1 0-152 0 0,1-2-32 0 0,-1-2-8 0 0,0 0 0 0 0,-1-1-136 0 0,-1-1-24 0 0,2-1-8 0 0,-3-1 0 0 0,0 0-40 0 0,-2-1-16 0 0,0 0 0 0 0,-2-2 0 0 0,-1 0-80 0 0,0-1 80 0 0,-2 1-80 0 0,-2 0 80 0 0,1 0-80 0 0,-1-1 0 0 0,-2 4 0 0 0,0-2 64 0 0,-1 1 8 0 0,0 1 0 0 0,-1 2 0 0 0,-1 1 0 0 0,1-1 88 0 0,-1 4 8 0 0,-1-1 8 0 0,0 3 0 0 0,1-1-48 0 0,0 2-16 0 0,-1 0 0 0 0,1 2 0 0 0,0-1-112 0 0,1 0 88 0 0,0 1-88 0 0,1-2 80 0 0,2 1-80 0 0,0 0 0 0 0,2-1 0 0 0,1-1 0 0 0,1-1 0 0 0,3 0-112 0 0,4-1 16 0 0,1-1-5584 0 0,3-3-1112 0 0</inkml:trace>
  <inkml:trace contextRef="#ctx0" brushRef="#br0" timeOffset="36">3182 2735 6911 3405 2969,'0'0'608'0'0,"0"0"-480"0"0,0 1-128 0 0,2-1 0 0 0,-2 0 584 0 0,1 1 96 0 0,0 0 24 0 0,2 1 0 0 0,0-1 256 0 0,2 1 64 0 0,0 1 0 0 0,1 0 8 0 0,-1-1-512 0 0,0 1-104 0 0,-1-1-16 0 0,2 1-8 0 0,-2 0-296 0 0,0 0-96 0 0,0 1 0 0 0,1-1 0 0 0,-1-1-432 0 0,-1 0-144 0 0</inkml:trace>
  <inkml:trace contextRef="#ctx0" brushRef="#br0" timeOffset="37">3341 2842 4607 3270 2966,'0'0'408'0'0,"0"0"-328"0"0,1-1-80 0 0,-1 1 0 0 0,0 0 608 0 0,0 0 96 0 0,0 1 32 0 0,1-1 0 0 0,-1 0-440 0 0,0 1-80 0 0,0 0-24 0 0,0-1 0 0 0,0 0-192 0 0</inkml:trace>
  <inkml:trace contextRef="#ctx0" brushRef="#br0" timeOffset="38">2972 2636 5983 3515 3073,'0'1'536'0'0,"0"-1"-432"0"0,0 1-104 0 0,1-1 0 0 0,-1 0 480 0 0,2 1 80 0 0,-1 0 16 0 0,2 1 0 0 0,0 1 432 0 0,3 0 88 0 0,2 0 24 0 0,-1 2 0 0 0,2-1-384 0 0,0-1-64 0 0,1 1-24 0 0,-2 1 0 0 0,1-2-424 0 0,-2 2-80 0 0,1 0-16 0 0,0-1-8 0 0,0 0-120 0 0,-2 1 0 0 0,1 0 0 0 0,-1-1-4432 0 0,0 0-832 0 0</inkml:trace>
  <inkml:trace contextRef="#ctx0" brushRef="#br0" timeOffset="39">3332 2870 9215 3351 3029,'-5'-1'408'0'0,"3"1"80"0"0,0 0-392 0 0,1 1-96 0 0,1-1 0 0 0,0 0 0 0 0,0 1 0 0 0,1 0 88 0 0,1 1-88 0 0,0 0 80 0 0,3 1 152 0 0,-5-3 32 0 0,0 0 8 0 0,16 8 0 0 0,-10-4 200 0 0,1-1 40 0 0,-2 0 0 0 0,1 1 8 0 0,-1-1-200 0 0,0 0-48 0 0,-1 0-8 0 0,0 1 0 0 0,1-2-136 0 0,0 1-24 0 0,-2 0-8 0 0,2 0 0 0 0,-2 0-96 0 0,0-2 0 0 0,1 2 0 0 0,-1 0-4016 0 0,0-2-768 0 0</inkml:trace>
  <inkml:trace contextRef="#ctx0" brushRef="#br0" timeOffset="40">3539 3069 9215 3413 2884,'-1'0'816'0'0,"1"1"-656"0"0,0 0-160 0 0,0-1 0 0 0,0 2 344 0 0,0-2 32 0 0,1 2 8 0 0,0 0 0 0 0,0 0 80 0 0,0 3 16 0 0,2 1 8 0 0,1-3 0 0 0,2 1-328 0 0,-1-2-64 0 0,0 0-8 0 0,0-1-8 0 0,-2 2-80 0 0,3 1-88 0 0,-2-1 24 0 0,0 0-5496 0 0</inkml:trace>
  <inkml:trace contextRef="#ctx0" brushRef="#br0" timeOffset="41">3680 3211 12439 3283 2816,'-3'-1'544'0'0,"1"1"128"0"0,1 0-544 0 0,0 1-128 0 0,1 0 0 0 0,0 0 0 0 0,1-1 296 0 0,0 3 32 0 0,1 0 8 0 0,2 1 0 0 0,0 1 72 0 0,4 1 8 0 0,-1-1 8 0 0,2 0 0 0 0,1 1-224 0 0,1-2-40 0 0,1 2-16 0 0,-2-1 0 0 0,1-1-144 0 0,-2 2 0 0 0,1-3 0 0 0,-3 2 0 0 0,-1-3 0 0 0,-1 1 0 0 0,0-1 0 0 0,-3-1 0 0 0,1 0-376 0 0,-2 1-48 0 0,1-2-16 0 0,-1 1 0 0 0,-1 0-480 0 0,1 1-96 0 0,-2-1-16 0 0,1 1-4176 0 0</inkml:trace>
  <inkml:trace contextRef="#ctx0" brushRef="#br0" timeOffset="42">4190 3122 919 3048 3019,'0'-3'80'0'0,"2"1"-80"0"0,-2 0 0 0 0,0 1 0 0 0,0-1 336 0 0,1 0 48 0 0,0-2 16 0 0,0-3 0 0 0,3 0 368 0 0,-2-3 64 0 0,0 3 24 0 0,1-1 0 0 0,-1 1 176 0 0,0 1 40 0 0,-1 2 8 0 0,0 0 0 0 0,-1 1-48 0 0,1 3-8 0 0,-1-1 0 0 0,0 0 0 0 0,0 1-224 0 0,0 1-56 0 0,0 0-8 0 0,-1 2 0 0 0,0 2-288 0 0,0 2-64 0 0,-2 2-16 0 0,-1 1 0 0 0,1 3-152 0 0,-2-1-32 0 0,0 2-8 0 0,-1 2 0 0 0,0-2-64 0 0,-1 0-16 0 0,2-3 0 0 0,0 0 0 0 0,1 0 8 0 0,1-1 0 0 0,-1-2 0 0 0,3-2 0 0 0,0 0 32 0 0,0-1 8 0 0,1-1 0 0 0,1-1 0 0 0,1 1 48 0 0,0-2 0 0 0,0 0 8 0 0,1-1 0 0 0,1 0-16 0 0,0-1-8 0 0,0 0 0 0 0,0-1 0 0 0,2 0-40 0 0,1 0-8 0 0,1 0 0 0 0,0-1 0 0 0,-2 0-56 0 0,2 2-8 0 0,2-2-64 0 0,-2 1 96 0 0,2 0-32 0 0,-2 0-64 0 0,2 1 88 0 0,-2-2-88 0 0,-2 2 64 0 0,1 0-64 0 0,-1 0 0 0 0,0 0 0 0 0,-1 0 0 0 0,-1 0 0 0 0,1 0 0 0 0,-2 0 0 0 0,0 0-352 0 0,0-1-80 0 0,1 0-16 0 0,1-1-8456 0 0</inkml:trace>
  <inkml:trace contextRef="#ctx0" brushRef="#br0" timeOffset="43">4357 3107 4607 2945 3104,'0'-1'200'0'0,"-1"0"48"0"0,1 1-248 0 0,0 0 0 0 0,0 1 0 0 0,-2 0 0 0 0,2 1 984 0 0,-2 1 144 0 0,-1 3 32 0 0,-1 3 8 0 0,-1 3 104 0 0,1-1 16 0 0,-1 2 8 0 0,2 0 0 0 0,0-1-312 0 0,0 1-64 0 0,1 1-16 0 0,0-1 0 0 0,1 0-240 0 0,-1 0-56 0 0,2 0 0 0 0,0 1-8 0 0,0-1-216 0 0,0-2-48 0 0,0-1-8 0 0,0-2 0 0 0,0 2-144 0 0,0-2-32 0 0,0 3-8 0 0,0-2 0 0 0,0-2-72 0 0,0 1-8 0 0,0-2-64 0 0,0 0 96 0 0,2-2-96 0 0,-2-1 0 0 0,1 1 0 0 0,-1-3 0 0 0,2 1 0 0 0,0-1 0 0 0,-2-1 0 0 0,2 0 0 0 0,0 0-224 0 0,0-1-64 0 0,0-2-8 0 0,1 0-8 0 0,-1 0-1136 0 0,1-2-232 0 0</inkml:trace>
  <inkml:trace contextRef="#ctx0" brushRef="#br0" timeOffset="44">4590 3163 2759 2812 2698,'1'0'248'0'0,"-1"0"-248"0"0,1 0 0 0 0,-1 0 0 0 0,0 0 448 0 0,0-2 48 0 0,2 2 8 0 0,0 0 0 0 0,0-1 232 0 0,1 0 40 0 0,-1-1 16 0 0,0 1 0 0 0,-1 0 8 0 0,1 0 8 0 0,0 0 0 0 0,-2 0 0 0 0,3-1 24 0 0,-3 1 0 0 0,1 0 0 0 0,0-1 0 0 0,0 1-96 0 0,0-1-8 0 0,-1 0-8 0 0,0 1 0 0 0,1-1-272 0 0,-2 1-48 0 0,1-1-16 0 0,-1 1 0 0 0,0 0-216 0 0,-1 0-40 0 0,2-1-16 0 0,-3 1 0 0 0,1 0-112 0 0,-1 0 64 0 0,0 0-64 0 0,-1 1 0 0 0,0 0 72 0 0,-1 1-72 0 0,1 1 64 0 0,-2-1-64 0 0,1 3 0 0 0,-1-2 0 0 0,1 1 64 0 0,0-1-64 0 0,0 2 64 0 0,-1 0-64 0 0,2 1 96 0 0,0 0-32 0 0,1 0-64 0 0,-1 0 0 0 0,2-1 0 0 0,0 1 0 0 0,1-1 0 0 0,0 1 0 0 0,-1 0 0 0 0,2 1 0 0 0,2-1 0 0 0,-1 0 0 0 0,1-1 0 0 0,1-1 0 0 0,1 1 88 0 0,-1-1-24 0 0,1 1-64 0 0,0-1 96 0 0,2 0 48 0 0,-1-1 8 0 0,0 1 0 0 0,2 0 0 0 0,1 1 16 0 0,0-1 8 0 0,0 2 0 0 0,0 0 0 0 0,-2-2-40 0 0,1 1-8 0 0,0 1 0 0 0,0-2 0 0 0,0 3-48 0 0,-1-1-16 0 0,-1-1 0 0 0,0 1 0 0 0,-1-1-64 0 0,1 3 0 0 0,-2-1 0 0 0,0 0 0 0 0,-1-1 0 0 0,-2-1 0 0 0,0 1 0 0 0,0 0 0 0 0,-1 1 0 0 0,-1-2 0 0 0,0 0 0 0 0,-1 1 0 0 0,1 0 0 0 0,-1 0 0 0 0,-2 0 0 0 0,0-1 0 0 0,0 1 0 0 0,-1 0 0 0 0,0 0 0 0 0,-1-2 0 0 0,1 1 0 0 0,-1-2 0 0 0,1 1 0 0 0,-1-2 0 0 0,0 0 0 0 0,1-1 0 0 0,0 0 64 0 0,0-1-64 0 0,3 0 0 0 0,-1 0 0 0 0,0-1 0 0 0,2-1 64 0 0,-1-1-64 0 0,1 1 0 0 0,0-2 72 0 0,1-2-72 0 0,-2 1 80 0 0,3-1-16 0 0,0-1-64 0 0,0-1 96 0 0,3-1-96 0 0,-2 0 88 0 0,3 2-88 0 0,-1-3 80 0 0,2 4-80 0 0,0-1 64 0 0,2 1-64 0 0,-1 0 64 0 0,2 1-64 0 0,2-1 0 0 0,-1 0 0 0 0,0 1 0 0 0,-1-1 0 0 0,0 1 0 0 0,1-1 64 0 0,0 1-64 0 0,-1-1 0 0 0,0-1 0 0 0,0 2 0 0 0,-3-1 0 0 0,0 2 0 0 0,-2-1 0 0 0,1-1 0 0 0,-3 0 0 0 0,1-1 0 0 0,-2-1 0 0 0,-2 1 0 0 0,1-1 0 0 0,-3 2 64 0 0,1 0-64 0 0,-2 0 64 0 0,0 1-64 0 0,-1 0 0 0 0,1 3 64 0 0,-2 0-64 0 0,1 0 0 0 0,0 1 64 0 0,-1 1-64 0 0,1 0 0 0 0,-1 0 64 0 0,2 2-64 0 0,-1-1 0 0 0,1 2 0 0 0,0-2 0 0 0,-1 4 0 0 0,1-2 0 0 0,1 1 0 0 0,1 1 0 0 0,-1 2-296 0 0,3-1-24 0 0,-1 1-8 0 0,2 1-8768 0 0</inkml:trace>
  <inkml:trace contextRef="#ctx0" brushRef="#br0" timeOffset="45">1695 225 3679 3213 3054,'1'-3'328'0'0,"-1"1"-264"0"0,0-1-64 0 0,0 3 0 0 0,0-1 536 0 0,0-1 88 0 0,0-2 16 0 0,0-1 8 0 0,0-1 344 0 0,0-1 64 0 0,0 1 8 0 0,0 1 8 0 0,0 0-240 0 0,-1 2-56 0 0,1 0-8 0 0,0 0 0 0 0,0 2-224 0 0,0 0-40 0 0,0 0-16 0 0,1 0 0 0 0,-1 1-120 0 0,0 0-24 0 0,0 0-8 0 0,0 1 0 0 0,0-1-16 0 0,0 0-8 0 0,0 0 0 0 0,0 0 0 0 0,0 0 16 0 0,0 0 8 0 0,0 18 0 0 0,0-11 0 0 0,-1 1-56 0 0,1 1-16 0 0,-1 2 0 0 0,0 4 0 0 0,1 1-16 0 0,-2-1-8 0 0,1 2 0 0 0,1-1 0 0 0,-1 4-32 0 0,0-1-8 0 0,0 1 0 0 0,0-1 0 0 0,1-1-104 0 0,0 1-32 0 0,0 1 0 0 0,0 2 0 0 0,0 1 0 0 0,2 0-64 0 0,-1 0 96 0 0,0-1-32 0 0,2-2 0 0 0,-3-1-64 0 0,1-1 96 0 0,0-1-32 0 0,0-2 8 0 0,-1-2 0 0 0,2-2 0 0 0,-2-3 0 0 0,1 2-8 0 0,-1-1 0 0 0,-1-1 0 0 0,1-1 0 0 0,0 0 0 0 0,-2-2-64 0 0,2 1 96 0 0,-1 0-32 0 0,-1 0-64 0 0,0-1 0 0 0,0-1 72 0 0,0 0-72 0 0,1-1 0 0 0,0-1 0 0 0,-1 1 0 0 0,1-1 64 0 0,-1-1-64 0 0,1 0 0 0 0,0 1 0 0 0,-1-2 0 0 0,1 0 0 0 0,-1 0 0 0 0,1 0 0 0 0,0-2 0 0 0,0 1 0 0 0,-2-2 0 0 0,1 1 0 0 0,0-1 0 0 0,0-3 0 0 0,-2 0 0 0 0,1-1 0 0 0,0 0 0 0 0,0 0 0 0 0,-1-1 0 0 0,1-1 0 0 0,-1 1 0 0 0,2 1 0 0 0,-1 0 0 0 0,1-1-64 0 0,-2 0 64 0 0,1 0-72 0 0,0 0 72 0 0,0 2-80 0 0,1 0 80 0 0,-1 2 0 0 0,0 0-72 0 0,2 0 72 0 0,-1 1 0 0 0,0-1 0 0 0,0 1 0 0 0,1 0 0 0 0,-1 0 0 0 0,2 1 0 0 0,-3 0 0 0 0,3-1 0 0 0,-1 2-64 0 0,0-1 64 0 0,1 1 0 0 0,0 0 0 0 0,0 1 0 0 0,0 0 0 0 0,0-1 0 0 0,0 2 0 0 0,1-1 0 0 0,0 2 0 0 0,-1 0 0 0 0,0-2 0 0 0,0 0 0 0 0,0 0 0 0 0,7 15 0 0 0,-4-9 0 0 0,0 1 0 0 0,-1 2 0 0 0,2 0 0 0 0,-2-1 0 0 0,1 2 0 0 0,2 2 0 0 0,0-1 96 0 0,0-1-32 0 0,-2-1 0 0 0,2 0 0 0 0,0 1 8 0 0,-1 0 0 0 0,2-2 0 0 0,-1 2-8 0 0,-1-3 0 0 0,1 1 0 0 0,0-2 0 0 0,-2-2 0 0 0,0 0-64 0 0,0 0 96 0 0,1-1-32 0 0,0-1 16 0 0,0-1 0 0 0,1-1 0 0 0,1-1 0 0 0,-1-1 48 0 0,3-4 0 0 0,1-1 8 0 0,1-2 0 0 0,0-2 24 0 0,2-3 8 0 0,-1 0 0 0 0,2-1 0 0 0,0-2-16 0 0,-2 2-8 0 0,-1 0 0 0 0,-3 3 0 0 0,1 1-72 0 0,-4 3-8 0 0,0 2-64 0 0,-3 2 96 0 0,1 0-96 0 0,-2 4 0 0 0,0-2 0 0 0,0 1 0 0 0,-2 1 0 0 0,2-1 0 0 0,0 2 0 0 0,0-1 0 0 0,2 0-480 0 0,0 0-96 0 0,2-1-24 0 0,3-2-9720 0 0</inkml:trace>
  <inkml:trace contextRef="#ctx0" brushRef="#br0" timeOffset="46">2194 175 2303 3041 3175,'0'0'200'0'0,"0"-1"-200"0"0,0 0 0 0 0,0 0 0 0 0,0 0 632 0 0,0 0 80 0 0,-1 0 24 0 0,1-2 0 0 0,-1 0 448 0 0,-1-1 96 0 0,1-1 24 0 0,-1 2 0 0 0,1-1-248 0 0,0 1-56 0 0,-1 0-8 0 0,1 0 0 0 0,0 1-208 0 0,-1 0-48 0 0,2 2 0 0 0,-2-1-8 0 0,1 1-168 0 0,1 0-32 0 0,-2 1-8 0 0,1-1 0 0 0,-1 3-184 0 0,1 1-40 0 0,0 0-8 0 0,-1 2 0 0 0,1 0-96 0 0,0 2-32 0 0,-1 2 0 0 0,1 0 0 0 0,0 3 16 0 0,0-1 0 0 0,1 1 0 0 0,-1 1 0 0 0,0-1 24 0 0,1 2 8 0 0,0 0 0 0 0,0-1 0 0 0,-2-2-120 0 0,2 1-24 0 0,0 2-64 0 0,0-1 96 0 0,-1 1 0 0 0,1-2 0 0 0,0 1 0 0 0,0-1 0 0 0,0 2 8 0 0,0 0 0 0 0,0-1 0 0 0,0-1 0 0 0,3-1-24 0 0,-3 0-8 0 0,1-2 0 0 0,0 0 0 0 0,0-2-72 0 0,0 0 96 0 0,-1-1-96 0 0,0-2 96 0 0,1-1-96 0 0,-1 0 0 0 0,2-2 0 0 0,-2 1 0 0 0,0-2 0 0 0,0 0 0 0 0,0 0 0 0 0,0-2 0 0 0,0 0-320 0 0,1 0-48 0 0,0-2-16 0 0,1-1-9024 0 0</inkml:trace>
  <inkml:trace contextRef="#ctx0" brushRef="#br0" timeOffset="47">2162 186 6911 3038 3163,'0'-5'304'0'0,"-1"1"64"0"0,0 1-296 0 0,1-1-72 0 0,0 2 0 0 0,0 0 0 0 0,1-1 576 0 0,-1-1 96 0 0,1-3 16 0 0,2-1 8 0 0,-1-2 456 0 0,1-1 88 0 0,1-1 16 0 0,3 0 8 0 0,-1 1-504 0 0,1 1-104 0 0,1 0-16 0 0,2-1-8 0 0,-1 4-232 0 0,1-1-48 0 0,5 2 0 0 0,-2 1-8 0 0,-2 2-24 0 0,-2 1 0 0 0,1 2 0 0 0,0 1 0 0 0,-1 2-152 0 0,0 1-32 0 0,-1 2-8 0 0,-3 1 0 0 0,0-1-128 0 0,-1 3 0 0 0,-2 1 0 0 0,-2 1 0 0 0,-1 3 80 0 0,0 0-16 0 0,-3 2 0 0 0,0 2 0 0 0,-2-1-64 0 0,0 0 0 0 0,-2-1 0 0 0,1-1 0 0 0,-1 0 0 0 0,-1-2-88 0 0,0-1 24 0 0,1-3 0 0 0,0 1 64 0 0,0-3 0 0 0,0-1 64 0 0,1-1-64 0 0,-1 1 88 0 0,0-3-24 0 0,2 0 0 0 0,0-1 0 0 0,1-1 72 0 0,0 0 16 0 0,2-1 0 0 0,-1-1 0 0 0,3 0-64 0 0,-1-1-16 0 0,0 1 0 0 0,2-3 0 0 0,0 1-216 0 0,2-2-48 0 0,1 1 0 0 0,2 2-8608 0 0</inkml:trace>
  <inkml:trace contextRef="#ctx0" brushRef="#br0" timeOffset="48">2409 377 3223 2887 3090,'-1'-3'136'0'0,"1"1"40"0"0,0 0-176 0 0,0 0 0 0 0,0 1 0 0 0,0 0 0 0 0,0 0 584 0 0,0-1 88 0 0,1 0 8 0 0,-1-2 8 0 0,2-1 944 0 0,0 1 184 0 0,1 1 40 0 0,-1-2 0 0 0,1 2-608 0 0,0 0-128 0 0,0-1-32 0 0,2 1 0 0 0,0 0-352 0 0,-2 2-80 0 0,3-1-16 0 0,-2 0 0 0 0,3 1-256 0 0,-3 0-48 0 0,-1 0-16 0 0,1 1 0 0 0,-1 1-152 0 0,0-1-32 0 0,0 1-8 0 0,0 0 0 0 0,-1 1 0 0 0,1-1-8 0 0,-2 1 0 0 0,0 0 0 0 0,0-1-120 0 0,-1 0 0 0 0,1 1 0 0 0,-1-1 0 0 0,0 0 0 0 0,-1 0 0 0 0,0 0 0 0 0,0-1 0 0 0,0 3 96 0 0,-2-2-24 0 0,-1 0-8 0 0,1 1 0 0 0,-1 1-64 0 0,-3-1 0 0 0,1 2 0 0 0,-2-1 0 0 0,0 1 0 0 0,0 1 0 0 0,-2-1 0 0 0,2 0 0 0 0,1 1 0 0 0,-1 0 0 0 0,2 0 0 0 0,1-1 0 0 0,0 0 0 0 0,3 0 0 0 0,0 0 0 0 0,1 0 0 0 0,0 0 0 0 0,2-2 0 0 0,1 3 0 0 0,1 0 0 0 0,0-1 0 0 0,2 0 0 0 0,1 2 0 0 0,1 0 0 0 0,0 1 0 0 0,1-1 0 0 0,-2 0 0 0 0,1 2 0 0 0,1-1 0 0 0,-1 1 0 0 0,0 0 0 0 0,-1 0 0 0 0,0 0 0 0 0,-3 1 0 0 0,1 0 0 0 0,-2-2 0 0 0,0 2 0 0 0,-2-1 0 0 0,-1 0 0 0 0,0 1 0 0 0,-1 0 0 0 0,-1-2 0 0 0,-1-1 0 0 0,0-1 0 0 0,0 0 0 0 0,-2-2 0 0 0,1 0 0 0 0,-1 0 0 0 0,0-2 0 0 0,0 1 0 0 0,-1-2 0 0 0,2-2 0 0 0,-1 1 0 0 0,-1-1 0 0 0,1 0 0 0 0,-1-1 0 0 0,1 0 0 0 0,-1-1 0 0 0,1 1 0 0 0,-1-1 0 0 0,2-2 0 0 0,0 2 0 0 0,1-1 0 0 0,-1 1 0 0 0,3 1 0 0 0,0-1 0 0 0,0 1 0 0 0,2 1 0 0 0,1 0-416 0 0,0 2-32 0 0,2-1 0 0 0,1 1-5456 0 0,4-1-1096 0 0</inkml:trace>
  <inkml:trace contextRef="#ctx0" brushRef="#br0" timeOffset="49">2614 417 2759 2895 3094,'1'-4'248'0'0,"-1"1"-248"0"0,0 0 0 0 0,0 0 0 0 0,0 2 752 0 0,0 1 104 0 0,0-2 16 0 0,0 1 8 0 0,-1 1 1056 0 0,0-1 208 0 0,-1 0 48 0 0,0 1 8 0 0,0 2-1048 0 0,-1 1-200 0 0,2 1-48 0 0,-2 0-8 0 0,2 3-464 0 0,-1 0-96 0 0,2 3-16 0 0,-1-1-8 0 0,0 1-176 0 0,1 0-32 0 0,1 0-8 0 0,-1 0 0 0 0,1-1 16 0 0,1 0 0 0 0,1-2 0 0 0,-1 0 0 0 0,2-2-16 0 0,0 1-8 0 0,1-3 0 0 0,-1-1 0 0 0,0 1-88 0 0,1-3 96 0 0,1 0-96 0 0,0-1 96 0 0,1-1-8 0 0,-2-1 0 0 0,2-1 0 0 0,-2 0 0 0 0,2-1-24 0 0,0-1-64 0 0,-1 0 96 0 0,-2-1-32 0 0,1-1-64 0 0,-1 0 96 0 0,1-1-96 0 0,-1 0 96 0 0,-1 0-96 0 0,-1 1 0 0 0,0 0 72 0 0,0 3-72 0 0,-2 1 0 0 0,1 0 0 0 0,-1 1 0 0 0,0 1 64 0 0,0 0-64 0 0,0 0 0 0 0,-1 2 0 0 0,1-1 0 0 0,0 1 0 0 0,-1 0 0 0 0,0 0 0 0 0,0 1 64 0 0,0 0-64 0 0,0 0 0 0 0,1-1 0 0 0,0 0 0 0 0,0 0 0 0 0,0 0 0 0 0,0 0 0 0 0,-1 18 0 0 0,2-14 0 0 0,0 1 0 0 0,1 1 0 0 0,0 1 0 0 0,0-3 0 0 0,1 0 0 0 0,1 2 0 0 0,2-2 0 0 0,-3 1 0 0 0,0-2 0 0 0,2 1 0 0 0,0 0 0 0 0,0-2 0 0 0,0 1 0 0 0,0-1 0 0 0,1-1 0 0 0,-1 0 120 0 0,1-1-16 0 0,1 0 0 0 0,-1-1 0 0 0,1-1-104 0 0,0 1 0 0 0,-1-2 64 0 0,1-1-64 0 0,0 1 64 0 0,0-2-64 0 0,-1-1 88 0 0,1 2-88 0 0,-3 0 0 0 0,2-2 0 0 0,0-1 0 0 0,1-1 0 0 0,-1-1 0 0 0,1 0 0 0 0,0-3 0 0 0,-1 1 0 0 0,0-1 0 0 0,-1-1 0 0 0,1 2 0 0 0,-2 0 0 0 0,-1 0 0 0 0,-1 1 0 0 0,-1 1 0 0 0,1 1 0 0 0,-2 1 0 0 0,0-1 0 0 0,-2 2 0 0 0,2 0 0 0 0,-2-1 0 0 0,1 2 0 0 0,-1-1 0 0 0,2 2 0 0 0,-2-1 64 0 0,1 0-64 0 0,1 1 0 0 0,-1 0 0 0 0,0 0 72 0 0,1 0-8 0 0,0 3-64 0 0,0-1 96 0 0,0 2-96 0 0,0 0 0 0 0,0 0 0 0 0,0 0 0 0 0,-1 1 0 0 0,-1 1 0 0 0,2 0 0 0 0,0 4 0 0 0,0-2 0 0 0,-1 1 0 0 0,0 1 0 0 0,1-1 0 0 0,-1 3 0 0 0,1 1 0 0 0,0-1 0 0 0,0 0 0 0 0,1 2 0 0 0,-1-1 0 0 0,1 2 0 0 0,0 1 0 0 0,-1 0 0 0 0,2-1 0 0 0,-1-2 0 0 0,-1 2 0 0 0,0 0 0 0 0,0 2 0 0 0,0 0 0 0 0,0 0 0 0 0,0-4 0 0 0,1 2 0 0 0,0-1 0 0 0,-1 2 0 0 0,2 1 0 0 0,-1-3 0 0 0,1 0 0 0 0,-1 0 0 0 0,1-2 0 0 0,0-1 0 0 0,1 0 0 0 0,-1-1 0 0 0,1-2 0 0 0,-2 0 0 0 0,1-1 0 0 0,-1-2 0 0 0,1-1 0 0 0,0 0 0 0 0,0 0 0 0 0,-1-1 0 0 0,1-1 0 0 0,-1-2 0 0 0,1 0 0 0 0,0-2 72 0 0,0 0 48 0 0,0 0 8 0 0,0-1 0 0 0,1-2 0 0 0,-1-1-24 0 0,2-2 0 0 0,-2 2 0 0 0,2-1 0 0 0,0 1-32 0 0,1-2-8 0 0,0 1 0 0 0,2 2 0 0 0,-2 1-64 0 0,1 3 0 0 0,0-1 0 0 0,0 1 0 0 0,-2 3 0 0 0,1 1 0 0 0,-1 0 0 0 0,0 1 0 0 0,0 2 0 0 0,-2 0 0 0 0,0 0 0 0 0,1 1 0 0 0,-2 3-144 0 0,0-1 32 0 0,-1 1 8 0 0,0 0 0 0 0,0 0-64 0 0,-1 0-16 0 0,0 3 0 0 0,-2 1 0 0 0,1 0 64 0 0,0-1 16 0 0,0 0 0 0 0,-1 0 0 0 0,0-2 104 0 0,1 0 0 0 0,-1-1-80 0 0,0-1 80 0 0,1 1 0 0 0,0-1 0 0 0,0-2 0 0 0,1 0 0 0 0,1-1 0 0 0,0 0 0 0 0,0-1 0 0 0,1 0 0 0 0,0 1 96 0 0,0-2-32 0 0,2 0 0 0 0,1-1 0 0 0,-1 0 16 0 0,2-1 0 0 0,1 0 0 0 0,1 0 0 0 0,-1-1-80 0 0,2-1 80 0 0,0-1-80 0 0,0-2 80 0 0,0 2-80 0 0,-1-1 0 0 0,0 1 0 0 0,0-3 0 0 0,0 1 72 0 0,1-1-72 0 0,-1-1 80 0 0,-1 2-80 0 0,-1 0 0 0 0,1 0 0 0 0,0 0 0 0 0,0 0 0 0 0,-1 2 96 0 0,0 1-24 0 0,0 0-8 0 0,1 1 0 0 0,-1 1-64 0 0,0 0 0 0 0,-1 2 0 0 0,0 0 0 0 0,1 2 0 0 0,-2 0 0 0 0,0-1 0 0 0,0 2 0 0 0,-1 0 0 0 0,0 3 0 0 0,-1-1 0 0 0,1 2 0 0 0,-2 0-88 0 0,0 0 88 0 0,-2 0-64 0 0,0 1 64 0 0,0-1-72 0 0,-1-1 72 0 0,-1 1-80 0 0,-1 0 80 0 0,-1-1 0 0 0,-1 1 0 0 0,0-2 0 0 0,0-1 0 0 0,0 2 0 0 0,2-3 0 0 0,-1 0 0 0 0,0-1 0 0 0,0 0 0 0 0,1-1 0 0 0,0-1 0 0 0,1 0 0 0 0,-1 0 0 0 0,0-1 0 0 0,0-1 0 0 0,0-1-6432 0 0,0 1-1216 0 0</inkml:trace>
  <inkml:trace contextRef="#ctx0" brushRef="#br0" timeOffset="50">327 898 2759 3358 3030,'0'-5'248'0'0,"0"2"-248"0"0,0 1 0 0 0,0 1 0 0 0,0-1 496 0 0,0 2 48 0 0,0-1 16 0 0,0-1 0 0 0,0 1 496 0 0,0-3 104 0 0,0 1 24 0 0,0-1 0 0 0,0 2-248 0 0,0-2-40 0 0,0 3-16 0 0,0-2 0 0 0,0 2-176 0 0,1-1-32 0 0,-1 0 0 0 0,0 2-8 0 0,1 0-184 0 0,-1 0-32 0 0,1 0 0 0 0,-1 2-8 0 0,0-2-152 0 0,0 0-24 0 0,0 0-8 0 0,8 18 0 0 0,-4-9 40 0 0,0 1 8 0 0,1 2 0 0 0,0 0 0 0 0,-1 4-80 0 0,0-1-24 0 0,1 1 0 0 0,-1-2 0 0 0,2 1-40 0 0,-3-1 0 0 0,3-2-8 0 0,-1 1 0 0 0,0-1-40 0 0,1 1-8 0 0,-1-2 0 0 0,0-2 0 0 0,0-1 8 0 0,-1 1 0 0 0,1-2 0 0 0,-1 1 0 0 0,2-1-112 0 0,-1-1 72 0 0,-1-2-72 0 0,0 0 64 0 0,-1-1 24 0 0,1-1 0 0 0,-1-2 0 0 0,0-2 0 0 0,1 0 16 0 0,-1 0 8 0 0,1-1 0 0 0,0-4 0 0 0,0-1 32 0 0,2-1 8 0 0,-1-2 0 0 0,1-2 0 0 0,1 0-32 0 0,0-2-8 0 0,0 0 0 0 0,0-3 0 0 0,0-1 0 0 0,0-1 0 0 0,0 2 0 0 0,-1 1 0 0 0,-1 3-16 0 0,0 1 0 0 0,-1 1 0 0 0,-1 1 0 0 0,0 2-96 0 0,-1 1 0 0 0,-2 2 0 0 0,1 1 0 0 0,-1-1 0 0 0,0 3 0 0 0,0-1 72 0 0,0 1-72 0 0,0 0 64 0 0,-1 0-64 0 0,1 1 0 0 0,0 1 64 0 0,0-3-64 0 0,0 3 0 0 0,1-2 0 0 0,-1 1 0 0 0,0 0 0 0 0,0 2 0 0 0,1-1 0 0 0,-1 0 0 0 0,0 0 0 0 0,0 1 0 0 0,-1 0 0 0 0,1 1 0 0 0,-1 1-328 0 0,1 2-8 0 0,0 0 0 0 0,1 3-6240 0 0,0 1-1248 0 0</inkml:trace>
  <inkml:trace contextRef="#ctx0" brushRef="#br0" timeOffset="51">705 1134 1839 3270 3073,'-1'-3'160'0'0,"0"1"-160"0"0,1 0 0 0 0,0 0 0 0 0,0 2 792 0 0,0 0 120 0 0,0-1 24 0 0,1-2 8 0 0,0 2 448 0 0,0-2 88 0 0,2 0 24 0 0,-1-1 0 0 0,1 0-240 0 0,-1 2-48 0 0,1-1 0 0 0,1 1-8 0 0,0-1-384 0 0,-1 3-80 0 0,0-1-8 0 0,1-1-8 0 0,-1 2-272 0 0,0 0-48 0 0,0 0-16 0 0,0 0 0 0 0,-1 0-152 0 0,2 0-32 0 0,-2 0-8 0 0,-1 0 0 0 0,2 0 0 0 0,-1 0 0 0 0,-1 2 0 0 0,1-2 0 0 0,-2 0-136 0 0,0 0-64 0 0,1-2 64 0 0,-1 2-64 0 0,0 2 80 0 0,0-2-80 0 0,0 0 96 0 0,-1-2-96 0 0,1 2 88 0 0,0 0-88 0 0,0 0 80 0 0,0 0-80 0 0,0 0 64 0 0,-16 6-64 0 0,11-4 0 0 0,-2 1 72 0 0,0 0-72 0 0,-2 1 0 0 0,1-1 0 0 0,-2 1 0 0 0,1 1 0 0 0,2-1 0 0 0,-1 1 0 0 0,2-1 0 0 0,1-1 0 0 0,0 1 0 0 0,2-2 0 0 0,1 1 0 0 0,-1-1 0 0 0,2 0 0 0 0,0 1 0 0 0,1 1 0 0 0,1 2 0 0 0,1-2 0 0 0,2 2 0 0 0,2-1 0 0 0,-2-1 0 0 0,0-1 0 0 0,1 1 0 0 0,0 0 0 0 0,1 1 0 0 0,1-1 0 0 0,-2 1 0 0 0,1 0 0 0 0,1 2 0 0 0,-3 0 0 0 0,1 3 0 0 0,-1-3 0 0 0,-1-2 0 0 0,-2 0 0 0 0,-1 1 0 0 0,0 0 0 0 0,-1 3 0 0 0,-1-2 0 0 0,-1-5 0 0 0,-1 3 0 0 0,0 2 0 0 0,0-3 0 0 0,-2-4 0 0 0,0 1 0 0 0,1 4 0 0 0,-1-5 0 0 0,1-2 0 0 0,0 1 0 0 0,0 2 0 0 0,-1-2 0 0 0,2-5 0 0 0,-1 1 0 0 0,2 1 0 0 0,-1-1 0 0 0,1 1 0 0 0,2 2 0 0 0,-1-2 0 0 0,2 4 0 0 0,-1 0 0 0 0,1 4 0 0 0,1-4-112 0 0,2-2-16 0 0,-1-2 0 0 0,3-1 0 0 0,0 1-1024 0 0,2 1-200 0 0,0 1-48 0 0,1 0-8 0 0</inkml:trace>
  <inkml:trace contextRef="#ctx0" brushRef="#br0" timeOffset="52">891 1139 6967 3076 3011,'-2'-3'152'0'0,"1"1"32"0"0,0 0 8 0 0,0 2 0 0 0,1 0-192 0 0,-2 0 0 0 0,2 0 0 0 0,-2 0 0 0 0,0 2 1424 0 0,0-2 240 0 0,-2 2 56 0 0,2 1 8 0 0,-2 2-960 0 0,2-2-192 0 0,1 0-40 0 0,0-1-8 0 0,0 3-288 0 0,-1 0-56 0 0,1 1-16 0 0,1 0 0 0 0,0 4-16 0 0,1 0-8 0 0,0-2 0 0 0,0 1 0 0 0,1 1 40 0 0,0 0 8 0 0,2-4 0 0 0,0-1 0 0 0,0 3-80 0 0,1-2-16 0 0,-1-4 0 0 0,1-1 0 0 0,1-1-24 0 0,-1 0-8 0 0,1-1 0 0 0,-2-1 0 0 0,0 1 40 0 0,1 0 8 0 0,0 0 0 0 0,1-3 0 0 0,-1-1-8 0 0,-1 0 0 0 0,0 1 0 0 0,0-1 0 0 0,1-1 8 0 0,1-2 0 0 0,-3 1 0 0 0,-1 0 0 0 0,1 0 32 0 0,-1 1 8 0 0,-1 1 0 0 0,1 0 0 0 0,0-1-24 0 0,-2 0 0 0 0,1 0 0 0 0,-1-1 0 0 0,0 2 0 0 0,0 1-8 0 0,0 2 0 0 0,0 1 0 0 0,-1 0-48 0 0,1 1-8 0 0,0 0 0 0 0,0 0 0 0 0,0 0-64 0 0,-2 1 0 0 0,2 0 0 0 0,-1 3 64 0 0,1-1-64 0 0,0-3 0 0 0,0 0 0 0 0,0 19 0 0 0,1-13 0 0 0,1 2 0 0 0,-1-1 0 0 0,2 0 0 0 0,0 2 0 0 0,1-1 0 0 0,1-1 0 0 0,0-1 0 0 0,-1 2 0 0 0,1-2 0 0 0,0-5 0 0 0,0 0 0 0 0,2 0 0 0 0,-2 0 0 0 0,1-1 0 0 0,0 1 0 0 0,-1-1 0 0 0,2 2 0 0 0,-1-2 0 0 0,1-4 0 0 0,-2-1 0 0 0,1 0 0 0 0,0-1 0 0 0,-1 1 0 0 0,-1 1 0 0 0,2-2 0 0 0,-1-2 64 0 0,0 0-64 0 0,1-2 0 0 0,-1 0 0 0 0,2-2 0 0 0,-2-1 64 0 0,0-1-64 0 0,-1 1 0 0 0,0-1 0 0 0,-1-1 0 0 0,0 3 0 0 0,-3 0 0 0 0,1 1 0 0 0,-1 1 0 0 0,0 2 0 0 0,-1 0 0 0 0,-1 2 64 0 0,1 0-64 0 0,-1 2 0 0 0,0-1 0 0 0,-1 1 0 0 0,2 2 0 0 0,-1-1 64 0 0,1 1-64 0 0,-1 0 64 0 0,1 2-64 0 0,-1-2 72 0 0,2 2-72 0 0,-1 0 80 0 0,0 2-80 0 0,0 0 64 0 0,0 0-64 0 0,1 1 0 0 0,-1 1 72 0 0,1 2-72 0 0,0 0 0 0 0,1 2 0 0 0,0 0 0 0 0,0 1 0 0 0,0-2 0 0 0,0 3 0 0 0,-1-1 0 0 0,2 0 0 0 0,-1 0 0 0 0,1 2 64 0 0,-1-2-64 0 0,1-1 0 0 0,-1-1 0 0 0,-1-1 0 0 0,3 2 0 0 0,-2 0 0 0 0,2 3 0 0 0,-2 0 0 0 0,1-1 0 0 0,1-1 0 0 0,-1 0 0 0 0,1 0 0 0 0,-1-1 0 0 0,-1 0 0 0 0,1 1 0 0 0,0 0 0 0 0,0-1 0 0 0,-1 0 0 0 0,-1-4 0 0 0,2 0 0 0 0,-1-2 0 0 0,0-1 0 0 0,-1 1 0 0 0,1 2 0 0 0,0-2 0 0 0,0-1 0 0 0,-1-1 0 0 0,1-1 0 0 0,-1-1 0 0 0,2 0 80 0 0,-2-3 0 0 0,0 5 0 0 0,0 0 0 0 0,5-18 16 0 0,-3 10 0 0 0,0 2 0 0 0,1-3 0 0 0,1-1-96 0 0,1-1 64 0 0,2 0-64 0 0,-1 0 64 0 0,0 2-64 0 0,1 1 0 0 0,-1 1 0 0 0,1 1 0 0 0,0 3 0 0 0,-1 0 0 0 0,0 2 0 0 0,-2 1 0 0 0,0 1 0 0 0,-1 0 0 0 0,1 3 0 0 0,-1 0 0 0 0,-2 0-96 0 0,-1 1 24 0 0,0 1 0 0 0,0 1 0 0 0,-2 0-48 0 0,0 1-8 0 0,-2-1 0 0 0,2 0 0 0 0,-1 1 56 0 0,0 0 8 0 0,0 2 0 0 0,0-3 0 0 0,1-1 64 0 0,0-2 0 0 0,0 2 0 0 0,1-2-64 0 0,0 1 64 0 0,1-2 0 0 0,1 0 0 0 0,0 0 0 0 0,1 1 0 0 0,-1-1 0 0 0,3-1 0 0 0,0-2 0 0 0,0-1 0 0 0,2-2 88 0 0,1-4-88 0 0,0 0 96 0 0,-1 3-32 0 0,1 0 0 0 0,-1-5 0 0 0,2 2 0 0 0,-1 1-64 0 0,1-1 64 0 0,2-2-64 0 0,-2-1 64 0 0,0 2-64 0 0,0 1 64 0 0,-1 1-64 0 0,1 0 64 0 0,0 0-64 0 0,-2 1 80 0 0,1 3-80 0 0,-1-1 80 0 0,1 1-16 0 0,-1 1-64 0 0,2-1 96 0 0,-3 2-32 0 0,0 2-64 0 0,0-2 0 0 0,-2 3 0 0 0,0-2 64 0 0,0 3-64 0 0,-2-1 0 0 0,0 1 0 0 0,-1 1 0 0 0,0 1 0 0 0,-2-2 0 0 0,1 3 0 0 0,-1-2 0 0 0,-2 1-96 0 0,1-1 96 0 0,-1-1-96 0 0,1 2 96 0 0,-2 1-72 0 0,-1-1 72 0 0,0-3 0 0 0,-2 1 0 0 0,3 1 0 0 0,-2 1 0 0 0,2-2 0 0 0,0 0 0 0 0,1 0 0 0 0,0-2 0 0 0,-1-1 0 0 0,2-1 0 0 0,1 0 0 0 0,-1 0 0 0 0,1-4 0 0 0,0 1 0 0 0,1 3 0 0 0,1 0 0 0 0,-1 0 0 0 0,1-1 0 0 0,1 0-128 0 0,-1-2 0 0 0,3-1 0 0 0,0 1-9280 0 0</inkml:trace>
  <inkml:trace contextRef="#ctx0" brushRef="#br0" timeOffset="53">2138 4001 1375 3262 3400,'0'0'128'0'0,"-1"-2"-128"0"0,1 1 0 0 0,0 1 0 0 0,0-1 296 0 0,-1 1 40 0 0,0-2 8 0 0,0-2 0 0 0,-2 1 352 0 0,1-2 72 0 0,-1 1 8 0 0,0-1 8 0 0,1 1-32 0 0,-2 2-8 0 0,0 0 0 0 0,0 0 0 0 0,0 1 16 0 0,-1 0 0 0 0,0 2 0 0 0,-1 0 0 0 0,0 1-144 0 0,0 0-24 0 0,0 2-8 0 0,0 1 0 0 0,0-1-328 0 0,-1 1-72 0 0,1 1-16 0 0,-1 0 0 0 0,2 1-168 0 0,0-1 64 0 0,1 1-64 0 0,-1-2 0 0 0,2 1 0 0 0,2-1 0 0 0,-1-1 0 0 0,2 1 0 0 0,0-1 0 0 0,0-1 64 0 0,1 0-64 0 0,1 0 0 0 0,1 0 176 0 0,2-1 0 0 0,0 1 0 0 0,0-3 0 0 0,1 2 144 0 0,4-4 32 0 0,-2 2 8 0 0,1-1 0 0 0,0-1-128 0 0,1-2-24 0 0,-1 1-8 0 0,1-2 0 0 0,-3 1-72 0 0,1-1-8 0 0,-3 1-8 0 0,0-1 0 0 0,-2 1-112 0 0,-2-1 88 0 0,0 1-88 0 0,-2-1 80 0 0,0 0-80 0 0,-3-1 80 0 0,0 1-80 0 0,0-2 80 0 0,0 2-8 0 0,-2 1 0 0 0,0-2 0 0 0,0 3 0 0 0,-1-1-8 0 0,1 2 0 0 0,-1-1 0 0 0,1 2 0 0 0,0 0-64 0 0,0 2 80 0 0,2 0-80 0 0,-2 2 80 0 0,1-1-80 0 0,-1 2 96 0 0,2 1-96 0 0,-1 0 96 0 0,1 3-8 0 0,-1-1 0 0 0,1 1 0 0 0,0 1 0 0 0,1 0-88 0 0,0 0 80 0 0,1-2-80 0 0,1 1 80 0 0,1 1 0 0 0,0-2 0 0 0,1 0 0 0 0,1 0 0 0 0,1 0-8 0 0,2-1 0 0 0,-1-1 0 0 0,0-1 0 0 0,3-1 24 0 0,-2-1 8 0 0,2-1 0 0 0,0-1 0 0 0,-2-1 24 0 0,2-1 0 0 0,1 0 0 0 0,-2-3 0 0 0,1 0-24 0 0,0 0 0 0 0,-1-2 0 0 0,-2 0 0 0 0,0 0-104 0 0,-1 0 72 0 0,-1-1-72 0 0,-1-2 64 0 0,-1 1-64 0 0,-1 0 0 0 0,-2 1 72 0 0,1 0-72 0 0,-3 0 0 0 0,0 1 0 0 0,0 1 0 0 0,-1 1 0 0 0,0 0 0 0 0,0 1 0 0 0,-1 2 0 0 0,0 2 0 0 0,-2 0 0 0 0,1 2-120 0 0,0 0 24 0 0,0 1 0 0 0,0 1 0 0 0,1 1 8 0 0,-1 1 0 0 0,2-1 0 0 0,1 1 88 0 0,0-1 0 0 0,2 3 0 0 0,1-2 0 0 0,-1 1 0 0 0,2-1 0 0 0,0 0 0 0 0,2 0 0 0 0,0 1 0 0 0,2-1 0 0 0,-1 2 0 0 0,3-2 0 0 0,-1-1 0 0 0,0 0 72 0 0,2 1-72 0 0,0-2 80 0 0,1-1 16 0 0,0-1 0 0 0,1 0 0 0 0,-1-2 0 0 0,3-1-16 0 0,-1-1 0 0 0,-1-1 0 0 0,1 0 0 0 0,0-2-16 0 0,-2 0-64 0 0,1 0 96 0 0,-1-2-32 0 0,0 0-64 0 0,-2 0 0 0 0,0-2 0 0 0,-2 0 64 0 0,0 2-64 0 0,-2-2 0 0 0,-1 2 0 0 0,-2 0 64 0 0,0 0-64 0 0,-1 2 0 0 0,-1-3 0 0 0,-2 3 0 0 0,0 2 0 0 0,0-1 0 0 0,-1 2 0 0 0,-1 2 0 0 0,1 1-112 0 0,1 1 40 0 0,-3 4 8 0 0,1-2 0 0 0,0 3 64 0 0,0 0-80 0 0,2 2 80 0 0,-1 1-80 0 0,2-1 80 0 0,0-2 0 0 0,2 1 0 0 0,2-1 0 0 0,0 1 0 0 0,1-1 0 0 0,2 1 64 0 0,2-2-64 0 0,0 1 0 0 0,3-3 0 0 0,0 0 0 0 0,2 0 64 0 0,0-1-64 0 0,0-1 0 0 0,1-1 0 0 0,1 0 0 0 0,0 0-232 0 0,1 0-88 0 0</inkml:trace>
  <inkml:trace contextRef="#ctx0" brushRef="#br0" timeOffset="54">1678 3400 1839 3116 3172,'0'-2'160'0'0,"0"-1"-160"0"0,-1 0 0 0 0,1 1 0 0 0,0 1 544 0 0,0 0 80 0 0,-1-3 16 0 0,0-3 0 0 0,-1 0 288 0 0,0-2 56 0 0,-2 2 8 0 0,0 1 8 0 0,0 1-152 0 0,-1 3-32 0 0,-1 0-8 0 0,-1 2 0 0 0,1 2-216 0 0,-3 0-48 0 0,0 2 0 0 0,-1 1-8 0 0,2 1-248 0 0,-2 1-40 0 0,0 0-16 0 0,2 2 0 0 0,1-1-24 0 0,3 2-8 0 0,0-2 0 0 0,2 1 0 0 0,-2-1-64 0 0,4 1-8 0 0,-1 0-8 0 0,1-1 0 0 0,1 0 96 0 0,1-1 16 0 0,0 0 8 0 0,1-1 0 0 0,2-1 32 0 0,0 0 8 0 0,3-2 0 0 0,-2-1 0 0 0,4-1-32 0 0,-2-1-8 0 0,2-1 0 0 0,-1-3 0 0 0,3 1-16 0 0,-1-3-8 0 0,-1 1 0 0 0,1-2 0 0 0,-3 1-104 0 0,0-1-16 0 0,-3 1-8 0 0,2 0 0 0 0,-3-1-88 0 0,-2 0 0 0 0,0 1 0 0 0,-1 0 0 0 0,-1 0 0 0 0,-1-2 0 0 0,-1 3 64 0 0,-1-1-64 0 0,-1-1 0 0 0,-2 1 0 0 0,1 1 0 0 0,-1 1 0 0 0,0 0 0 0 0,1 2 0 0 0,-1 1 0 0 0,0 2 0 0 0,0 0 0 0 0,1 2 0 0 0,0-1 0 0 0,-1 2 64 0 0,2-1-64 0 0,-1 2 96 0 0,1 1-96 0 0,-1-1 96 0 0,2 1 40 0 0,0-1 16 0 0,2 0 0 0 0,1 0 0 0 0,0 1-56 0 0,0-2 0 0 0,3-1-8 0 0,0 1 0 0 0,1-1-88 0 0,1-1 0 0 0,1-2 0 0 0,1 1 0 0 0,-1-1-224 0 0,1-1-32 0 0,1 0 0 0 0,2-1-8 0 0,-1-1-1264 0 0,-1 0-248 0 0,0 1-48 0 0,-1-1-16 0 0</inkml:trace>
  <inkml:trace contextRef="#ctx0" brushRef="#br0" timeOffset="55">1107 3331 1375 3216 3245,'-2'2'128'0'0,"0"-2"-128"0"0,0 1 0 0 0,1 0 0 0 0,1 0 560 0 0,-3 1 88 0 0,-2 1 24 0 0,0 1 0 0 0,-3 3 288 0 0,0-1 64 0 0,1 0 16 0 0,2 0 0 0 0,0-2-144 0 0,4-1-24 0 0,0 1-8 0 0,1-1 0 0 0,1 0-96 0 0,3-2-32 0 0,0 0 0 0 0,2-1 0 0 0,1-1-192 0 0,1 0-32 0 0,0-1-16 0 0,-1 0 0 0 0,-1 0-152 0 0,0 0-32 0 0,-1-1-8 0 0,1-1 0 0 0,0 0-224 0 0,-2 1-80 0 0,-1-1 0 0 0,1 0 72 0 0,-2 0-72 0 0,-1-1 0 0 0,-1 2 0 0 0,0-1 0 0 0,-1 1 0 0 0,-1 0 0 0 0,-2-1 0 0 0,0 0 64 0 0,-3 0-64 0 0,1 0 0 0 0,-1 1 0 0 0,0 0 0 0 0,0 2 80 0 0,-1-1-80 0 0,1 2 96 0 0,-1 1-96 0 0,1 1 0 0 0,1 0 0 0 0,0 1 0 0 0,1-1 0 0 0,-2 2 80 0 0,3 0-80 0 0,-1 1 64 0 0,1-1-64 0 0,1 1 112 0 0,-1 1-16 0 0,0 0-8 0 0,1 1 0 0 0,1-2 64 0 0,1 3 8 0 0,1-1 8 0 0,0 0 0 0 0,2 0-8 0 0,0-2 0 0 0,2 1 0 0 0,-1-1 0 0 0,3-2 16 0 0,0 1 0 0 0,1 0 0 0 0,0-3 0 0 0,1 1-16 0 0,0-2 0 0 0,1 0 0 0 0,0-2 0 0 0,-1 1-56 0 0,0-3-8 0 0,-1 2-8 0 0,0-3 0 0 0,0 1-24 0 0,-2-3-64 0 0,1 1 96 0 0,-3 0-32 0 0,1-1-64 0 0,-2 0 0 0 0,-1-1 0 0 0,-1 1 0 0 0,-1 0 0 0 0,-1 0 0 0 0,-1-1 0 0 0,-2 1 0 0 0,0 0 64 0 0,-3 0-64 0 0,1 1 64 0 0,-1 1-64 0 0,-1 2 0 0 0,0 2 0 0 0,0 1 0 0 0,0 2 0 0 0,0 1 0 0 0,-1 2 0 0 0,3 0 0 0 0,0 2 0 0 0,0 0 0 0 0,-1 1-88 0 0,2 2 88 0 0,0-1-64 0 0,2 0 64 0 0,1-1 0 0 0,1 1 0 0 0,2 0 0 0 0,1-2 0 0 0,1 0 0 0 0,2-2 0 0 0,0 0 0 0 0,2-1-288 0 0,1-1-8 0 0,2-1-8 0 0,2-2-5376 0 0,1 0-1072 0 0</inkml:trace>
  <inkml:trace contextRef="#ctx0" brushRef="#br0" timeOffset="56">382 3169 2303 3358 3476,'0'-3'200'0'0,"0"1"-200"0"0,0 1 0 0 0,0-1 0 0 0,-2 1 480 0 0,2 1 48 0 0,-1-3 16 0 0,-4-2 0 0 0,-1 0 8 0 0,-1 1 8 0 0,-1 1 0 0 0,0 2 0 0 0,1 1-176 0 0,1 1-40 0 0,-1 2-8 0 0,-1 1 0 0 0,4 1-16 0 0,-2 1-8 0 0,2 0 0 0 0,-1 1 0 0 0,1 0 112 0 0,2 0 24 0 0,0 1 8 0 0,0 1 0 0 0,2-2 88 0 0,3 1 24 0 0,-1 1 0 0 0,3-2 0 0 0,0-1-72 0 0,1 1-16 0 0,2-2 0 0 0,2 0 0 0 0,0-2-40 0 0,2 0-16 0 0,0-1 0 0 0,1-3 0 0 0,0 0-144 0 0,0-2-32 0 0,1 0-8 0 0,0-3 0 0 0,-2 2-64 0 0,-1-2-16 0 0,1-1 0 0 0,-2 0 0 0 0,-2 0-72 0 0,-2-1-24 0 0,-1 3 0 0 0,-2-3 0 0 0,0 1-64 0 0,-3 0 0 0 0,-1 0 0 0 0,-2 0 0 0 0,0 0 0 0 0,-2 1 0 0 0,0 1 64 0 0,-2-1-64 0 0,-1 1 0 0 0,-2 1 0 0 0,2 1 0 0 0,0-1 0 0 0,-1 2-224 0 0,0 0 24 0 0,1 2 0 0 0,0 0 0 0 0,1 2 8 0 0,-1 0 8 0 0,0 2 0 0 0,1-1 0 0 0,0 1 88 0 0,0 1 24 0 0,1 1 0 0 0,-1 0 0 0 0,2 1 136 0 0,-1-1 32 0 0,1 1 8 0 0,1 0 0 0 0,0 1 160 0 0,2-1 32 0 0,1 1 8 0 0,0-1 0 0 0,1-1-72 0 0,1 1-8 0 0,2-1-8 0 0,-1-1 0 0 0,3 1 40 0 0,-1-1 0 0 0,1-2 8 0 0,1 1 0 0 0,1-3-88 0 0,1 0-16 0 0,3-2-8 0 0,0 0 0 0 0,0-2-16 0 0,-2-1 0 0 0,4 0 0 0 0,-2-2 0 0 0,0 0-136 0 0,1 0 80 0 0,-2-1-80 0 0,-2-2 64 0 0,-1 1-64 0 0,-1 0 0 0 0,-2-1 0 0 0,-1-1 0 0 0,-2 2 0 0 0,-1-1 0 0 0,-1 1 64 0 0,-3-1-64 0 0,0 1 0 0 0,-2 0 0 0 0,-3 0 0 0 0,1 3 0 0 0,-2 0 0 0 0,0 0 0 0 0,-1 3 0 0 0,-2 1 0 0 0,2 2 0 0 0,0 1 0 0 0,-1 2-96 0 0,2 3 96 0 0,0 1 0 0 0,1-1 0 0 0,0 4 0 0 0,1-2 0 0 0,2 2 0 0 0,1 1 0 0 0,2-1 0 0 0,3-2 0 0 0,0 0 0 0 0,1-1 0 0 0,3 1 0 0 0,1-2 0 0 0,5 2-624 0 0,1-2-64 0 0</inkml:trace>
  <inkml:trace contextRef="#ctx0" brushRef="#br0" timeOffset="57">4603 3925 6447 2744 1783,'-1'0'576'0'0,"1"-1"-464"0"0,0 0-112 0 0,-1 1 0 0 0,1 0 736 0 0,0 0 120 0 0,-1 0 24 0 0,-2 0 8 0 0,2 0-384 0 0,-3 0-80 0 0,1 1-8 0 0,0 0-8 0 0,0 0-408 0 0,1 1 0 0 0,-1-1-72 0 0,0 1 8 0 0,1-1 64 0 0,0 0 0 0 0,1 0 0 0 0,-1-1 64 0 0,2 1 320 0 0,0-1 64 0 0,0 0 8 0 0,0 0 8 0 0,0 0-80 0 0,0 0-8 0 0,0 0-8 0 0,0 1 0 0 0,2-1-232 0 0,-2 3-40 0 0,1 0-16 0 0,-1 0 0 0 0,0 1 120 0 0,1 0 24 0 0,0 3 8 0 0,0 0 0 0 0,0 1 32 0 0,0 1 8 0 0,-1 1 0 0 0,2 0 0 0 0,-2 0-176 0 0,2 2-96 0 0,-1 0 96 0 0,1 2-96 0 0,-1-1 0 0 0,0 0 0 0 0,0 1 0 0 0,1 2 0 0 0,-1 0 0 0 0,1-1 0 0 0,-1 2 0 0 0,0 0 0 0 0,2 1 64 0 0,-2 0-64 0 0,2 1 0 0 0,-1 0 0 0 0,0 1 144 0 0,-1-3-24 0 0,0 1-8 0 0,0-2 0 0 0,1 2 72 0 0,-2-1 8 0 0,0 1 8 0 0,0-2 0 0 0,0-2-80 0 0,0-1-24 0 0,0 3 0 0 0,0-1 0 0 0,0-1-96 0 0,0 0 0 0 0,0 0 0 0 0,0-2 0 0 0,0 0 0 0 0,0-2 0 0 0,0-2 0 0 0,1 3 0 0 0,-1 2 0 0 0,1 0 0 0 0,-1-2 0 0 0,0 0 0 0 0,-1 0 72 0 0,0 0-72 0 0,1 0 64 0 0,-2 0-64 0 0,1 0 128 0 0,-1-1-24 0 0,0 1 0 0 0,1 0 0 0 0,1-1 24 0 0,-1-3 0 0 0,0-1 0 0 0,1 0 0 0 0,0 1 16 0 0,0-1 8 0 0,1-1 0 0 0,0 1 0 0 0,0-2-56 0 0,-1 1 0 0 0,2-3-8 0 0,-1 2 0 0 0,0-2-88 0 0,0 1 64 0 0,1-1-64 0 0,-2 0 64 0 0,0 0-64 0 0,0 0 80 0 0,0-2-80 0 0,0 2 80 0 0,1 0-16 0 0,-1 0-64 0 0,0 0 96 0 0,0-1-32 0 0,0 1-64 0 0,1-1 0 0 0,-1 0 72 14-25,1 0-72-14 25,0 1 0 0 0,-1 0 0 0 0,0-1 0 12-25,2 1 64 1 0,-2-1-64-13 25,1 2 0 0 0,-1-1 0 0 0,0 0 0 0 0,0 2 0 12-25,0-1 0-12 25,-1-1 0 0 0,1 2 0 0 0,-2-1 0 0 0,2-1 0 13-25,-1 0 0-13 25,-1 0 0 0 0,1 0 64 0 0,1-1 8 0 0,0 0 0 0 0,0-1 0 0 0,0 0-72 0 0,0 0 80 0 0,0 0-80 0 0,0 0 80 0 0,0 0-80 0 0,0-1 0 0 0,0 0 0 0 0,1-1 0 0 0,-1 2 0 11-25,0 0 0-11 25,0 0 64 0 0,0 0-64 0 0,6-11 0 0 0,-5 7 0 0 0,1 2 0 0 0,-1 0 0 0 0,-1 0 0 0 0,1 1 0 0 0,0-1 0 0 0,-1 2 0 0 0,1-2 0 0 0,-1 2 0 0 0,0 0 0 0 0,0 0 0 0 0,0-1 0 0 0,0-1 0 0 0,0 2 0 0 0,2-2 0 0 0,-2 1 0 0 0,0 0 0 0 0,0-3 0 0 0,1 2 0 0 0,-1 1 0 0 0,0-1 0 0 0,0 0 0 0 0,1-2 0 0 0,-1 3 0 0 0,0-1 0 0 0,0-1 0 0 0,0 0 0 0 0,1 1 0 0 0,-1 1 0 0 0,1-1 0 0 0,-1 1 0 0 0,1-1 0 0 0,-1 1 0 0 0,0-1 0 0 0,0 0 0 0 0,-1 1 0 0 0,1-1 0 0 0,-1 1 0 0 0,0 0 0 0 0,0-1 0 0 0,0 0 0 0 0,-1 0 0 0 0,2 0 0 0 0,-2 0 0 0 0,1 0 0 0 0,-2 1 0 0 0,1-1 0 0 0,0 0 0 0 0,2 0 0 0 0,-2 0 0 0 0,0 1 0 0 0,2-1 0 0 0,-2 0 0 0 0,1 1 0 0 0,0 0 0 0 0,0 0 0 0 0,-1 0 0 0 0,1 1 0 0 0,0-1 0 0 0,0 1 0 0 0,-1 0 0 0 0,1 0 0 0 0,-1 0 0 0 0,0 0 0 0 0,1 0 0 0 0,-1 0 0 0 0,1 0 0 0 0,-1 0 0 0 0,0 0 0 0 0,1 0 0 0 0,-1 1 0 0 0,-1-1-72 0 0,1 0 72 0 0,-1 1 0 0 0,0 0 0 0 0,-1 1-72 0 0,1 0 72 0 0,0-2 0 0 0,0 2-72 0 0,0 0 72 0 0,-1 1-96 0 0,-1 0 96 0 0,1 1-96 0 0,0 0 96 0 0,2 0 0 0 0,-1-1-72 0 0,0 1 72 0 0,2 0 0 0 0,0-1 0 0 0,0 2 0 0 0,1 0 0 0 0,0-1-64 0 0,0 1 64 0 0,0 0 0 0 0,1 1 0 0 0,0 0 0 0 0,-1-1 0 0 0,1 1 0 0 0,0 1 0 0 0,1-2 0 0 0,-2 1 0 0 0,3 0 0 0 0,-2 0 0 0 0,1 1 0 0 0,0-1 0 0 0,0 0 0 0 0,1 1 0 0 0,1-1 0 0 0,-1 0 0 0 0,0 0 0 0 0,2-1 0 0 0,-1 0 0 0 0,2-1 0 0 0,-1 2 0 0 0,0-3 0 0 0,1 3 96 0 0,-1-2 0 0 0,1-1 0 0 0,0-1 0 0 0,0 0-24 0 0,0 0 0 0 0,0 0 0 0 0,-1-1 0 0 0,2 0-72 0 0,-3-1 64 0 0,0-1-64 0 0,1 1 64 0 0,-1 0-64 0 0,0-1 0 0 0,-1 1 0 0 0,0-2 64 0 0,-1-2-64 0 0,0 2 0 0 0,0 0 0 0 0,0-1 64 0 0,-1 0-64 0 0,-1 0 0 0 0,0-1 0 0 0,0-1 64 0 0,0-1-64 0 0,0 3 0 11-25,0-3 72-11 25,-1 0-72 0 0,-1-1 0 0 0,1 0 0 0 0,0 0 0 0 0,-1 0 64 0 0,1 1-64 0 0,0 0 0 0 0,-1 1 0 0 0,0-1 0 0 0,0 2 0 0 0,0-2 0 0 0,-1 1 0 0 0,0 0 0 0 0,1 1 0 0 0,-3 0 0 0 0,1 1-72 0 0,0-2 72 0 0,-1 0 0 0 0,1 2 0 0 0,-1 0 0 0 0,0 0 0 11-25,-1 0-80-11 25,1 1 80 0 0,0 0 0 0 0,-1 0-72 0 0,0 1 72 0 0,0 1-104 0 0,0 1 40 0 0,0-1 64 0 0,0 1-96 0 0,1 0 96 0 0,0 0-96 0 0,1 0 96 0 0,0 1-96 0 0,-1 0 96 0 0,2 0-96 0 0,-1 1 96 0 0,1 1-96 0 0,0-2 96 0 0,0 3-80 0 0,-1 0 80 0 0,1 0 0 0 0,1 1-72 0 0,1 0 72 0 0,-1 2 0 0 0,1-1 0 0 0,1 1 0 0 0,0 0 0 0 0,0 0 0 0 0,0 0 0 0 0,2 0 0 0 0,1-2 0 0 0,-1 1 0 0 0,2-2 0 0 0,-1 1 0 0 0,1-2 0 0 0,1 1 0 0 0,0-1 0 0 0,0 0 0 0 0,1 0 0 0 0,-1-1 0 0 0,1 0 0 0 0,2 0 96 0 0,-1-1-32 0 0,0-1 0 0 0,-1-1 0 0 0,0 0 0 0 0,2-1 0 0 0,-2-1 0 0 0,1 2-64 0 0,-1-2 0 0 0,0 0 64 0 0,-1-1-64 0 0,0 1 64 0 0,-1-2-64 0 0,-1 0 64 0 0,0 1-64 0 0,-2-1 0 0 0,1 0 72 0 0,-4-1-72 0 0,2 0 0 0 0,-2 1 64 0 0,0-1-64 0 0,-1 1 0 0 0,-1-1 0 0 0,0-2 0 0 0,-1 0 0 0 0,-1 1 0 0 0,-1-1 0 0 0,1 1 0 0 0,1 0 0 0 0,-1 1-96 0 0,1 1 24 0 0,0 1-8 0 0,1-1 0 0 0,0 2 0 0 0,1-1 0 0 0,-1 3 16 0 0,1 0 0 0 0,1-1 0 0 0,-1 1 0 0 0,0 1 64 0 0,1 1-80 0 0,1-1 80 0 0,-2 3-80 0 0,1 0 80 0 0,0 0 0 0 0,0 1 0 0 0,0 0-64 0 0,0 1 64 0 0,1 2 0 0 0,0 1 0 0 0,0-1 0 0 0,0-1 0 0 0,1 1 0 0 0,0-1 0 0 0,2-1 64 0 0,-1 0-64 0 0,1 0 0 0 0,0-1 0 0 0,1-1 64 0 0,1 0-64 0 0,0-1 0 0 0,0-1 0 0 0,0 0 64 0 0,3 2 0 0 0,0-2 0 0 0,-1-1 0 0 0,1 0 0 0 0,1 0-64 0 0,0-2 88 0 0,-1 0-88 0 0,0-1 96 0 0,0 0-96 0 0,0-1 0 0 0,-2 1 0 0 0,1 0 0 0 0,-2-2 0 0 0,0 0 0 0 0,-2 1 64 0 0,1-1-64 0 0,0-1 0 0 0,-1-1 0 0 0,0 2 0 0 0,-1-3 0 0 0,-1-1 0 0 0,0 1 0 0 0,0 0 0 0 0,-2 0 0 0 0,0-2 0 0 0,-1-1 0 0 0,1 1 0 0 0,-2 1 64 0 0,0 0-64 0 0,1 0 0 0 0,-2 0 0 0 0,2 1 0 0 0,-1 2 0 0 0,0 0 0 0 0,1 1 0 0 0,-1 0 0 0 0,1 1 0 0 0,-1 1 0 0 0,0 0 0 0 0,1 2 0 0 0,0 0 0 0 0,-1 1 0 0 0,0 0 72 0 0,-1 2-72 0 0,0 1 0 0 0,0 0 0 0 0,1-1 0 0 0,-1 2-64 0 0,0 1-200 0 0,1-1-40 0 0,0-1-8 0 0,2 0-8608 0 0</inkml:trace>
  <inkml:trace contextRef="#ctx0" brushRef="#br0" timeOffset="58">4937 4726 919 2719 1369,'-1'0'80'0'0,"1"0"-80"0"0,0 0 0 0 0,0 0 0 0 0,0 0 392 0 0,0 0 64 0 0,0 0 16 0 0,1 0 0 0 0,0 0 240 0 0,0 0 56 0 0,1 0 0 0 0,-2 0 8 0 0,0 0 136 0 0,0 0 24 0 0,0 0 8 0 0,14 0 0 0 0,-10 0-152 0 0,1 0-32 0 0,0 1-8 0 0,0-1 0 0 0,0-1-184 0 0,1 1-40 0 0,0-1-8 0 0,1-1 0 0 0,-2 1-136 0 0,1 1-24 0 0,0-1-8 0 0,1 1 0 0 0,-1-1-64 0 0,0 0-8 0 0,-1 1-8 0 0,0-1 0 0 0,1 0-64 0 0,-3 1-16 0 0,1-2 0 0 0,0 2 0 0 0,-1 0-192 0 0,0 0 0 0 0,1 0 0 0 0,-3-2 0 0 0,0 2 0 0 0,0-1 0 0 0,-1 1 0 0 0,0-1 0 0 0,0 1 0 0 0,0 0 0 0 0,-1 0 0 0 0,0-1 0 0 0,1 1-128 0 0,0 0 32 0 0,0 0 0 0 0,0 0 8 0 0,0 0-296 0 0,0 0-56 0 0,-11-7-8 0 0,8 6-8 0 0,-1 1-96 0 0,-1 0-24 0 0,0 0 0 0 0,-1 0 0 0 0,1 0 160 0 0,0 0 24 0 0,-1 1 8 0 0,-1 0 0 0 0,1 0 208 0 0,-1 1 48 0 0,1 0 0 0 0,-1 0 8 0 0,2 0 24 0 0,-1 0 0 0 0,1 0 0 0 0,-1 0 0 0 0,2 1-48 0 0,-2 1-8 0 0,2-2 0 0 0,-1 2 0 0 0,1-1 80 0 0,-1 1 72 0 0,0 0-104 0 0,1 0 40 0 0,0 1 200 0 0,0-1 48 0 0,0 0 8 0 0,1 1 0 0 0,0-1 224 0 0,-1 1 56 0 0,1 1 8 0 0,0-1 0 0 0,0 2-88 0 0,0-3-8 0 0,1 3-8 0 0,0-3 0 0 0,0 2-104 0 0,0-2-16 0 0,2 0-8 0 0,-1 0 0 0 0,2-1-40 0 0,-1 0-8 0 0,1-2 0 0 0,0 2 0 0 0,1-2 0 0 0,0 0 0 0 0,1 1 0 0 0,-1-2 0 0 0,1 2-8 0 0,-1-1 0 0 0,0 0 0 0 0,0-1 0 0 0,2 0-8 0 0,-2 1-8 0 0,2 0 0 0 0,-2-1 0 0 0,1 1 16 0 0,0-1 0 0 0,1 2 0 0 0,0-1 0 0 0,1 0-48 0 0,0 0-8 0 0,0 2 0 0 0,0-2 0 0 0,0 1-64 0 0,0 0-8 0 0,-1 0-64 0 0,1 1 96 0 0,-1 0-96 0 0,0 0 0 0 0,0 1 0 0 0,-1-1 0 0 0,0 2 0 0 0,-1-1 0 0 0,0 0 0 0 0,1 0 0 0 0,-2 0 0 0 0,0 1 0 0 0,0-1 0 0 0,0 0 0 0 0,0 0 0 0 0,-1 1 0 0 0,1-2 0 0 0,-1 1 72 0 0,-1 0 0 0 0,0-1 0 0 0,1 1 0 0 0,-3 0 0 0 0,2 0-8 0 0,-2-1 0 0 0,1 2 0 0 0,-2-1 0 0 0,0 1-64 0 0,0-1 64 0 0,-2 2-64 0 0,1-1 64 0 0,-1 1 16 0 0,-1 0 0 0 0,2 0 0 0 0,-1-1 0 0 0,1 0 0 0 0,-1-1 0 0 0,1 2 0 0 0,-1-2 0 0 0,0 1-80 0 0,1-1 0 0 0,0-1 0 0 0,2-1 64 0 0,-1 0-64 0 0,1 0 0 0 0,1-1 0 0 0,1-1 0 0 0,1-1-240 0 0,-1 0-16 0 0,2 0 0 0 0,-1-2 0 0 0,2 0-584 0 0,0-1-120 0 0,1-1-32 0 0,1 0-3864 0 0,0-1-776 0 0</inkml:trace>
  <inkml:trace contextRef="#ctx0" brushRef="#br0" timeOffset="59">5187 4768 9215 2630 1273,'-5'2'408'0'0,"3"-2"80"0"0,1 1-392 0 0,0 1-96 0 0,0-1 0 0 0,1 0 0 0 0,0 2-112 0 0,0 0-48 0 0,0 1 0 0 0,0 4-8 0 0,0 1-8 0 0,-1 2 0 0 0,1 2 0 0 0,-1-2 0 0 0,0 2 976 0 0,1-2 200 0 0,0 0 40 0 0,0-1 8 0 0,2 0 200 0 0,0-1 32 0 0,1-1 16 0 0,1-2 0 0 0,0-1-624 0 0,2-2-120 0 0,0 1-24 0 0,1-1-8 0 0,0-2-328 0 0,1-2-64 0 0,0-1-8 0 0,0 0-8 0 0,-1-1 24 0 0,1 0 8 0 0,0-2 0 0 0,-2-1 0 0 0,1-1 32 0 0,-1-1 8 0 0,0 1 0 0 0,-1-1 0 0 0,0 0-64 0 0,-1-1-16 0 0,-2 1 0 0 0,0 0 0 0 0,-1-1-32 0 0,-3 1-8 0 0,0 1 0 0 0,-2 0 0 0 0,-1-1-64 0 0,-2 2 0 0 0,-3-1 0 0 0,0 0 0 0 0,-2 1 0 0 0,-2 1-88 0 0,-1 2 8 0 0,-3 0 0 0 0,1 2-256 0 0,1 0-48 0 0,0 1-16 0 0,0 0 0 0 0,1 0-120 0 0,1 0-24 0 0,2-1-8 0 0,2-1-4680 0 0,1 0-936 0 0</inkml:trace>
  <inkml:trace contextRef="#ctx0" brushRef="#br0" timeOffset="60">4586 4926 2303 2869 1262,'0'-2'200'0'0,"0"1"-200"0"0,0 0 0 0 0,0 1 0 0 0,0 0 728 0 0,0-2 104 0 0,-1 2 16 0 0,0-3 8 0 0,1 0 8 0 0,-1 1 8 0 0,0-1 0 0 0,0 2 0 0 0,0 0 104 0 0,-1-1 16 0 0,2 2 8 0 0,-2 0 0 0 0,2 0-136 0 0,-1 0-32 0 0,1 0-8 0 0,0 0 0 0 0,0 0-192 0 0,0 0-40 0 0,1 2-8 0 0,-1 0 0 0 0,1 2-360 0 0,0 1-64 0 0,2 3-24 0 0,-2 0 0 0 0,1 3-48 0 0,1 0-16 0 0,-2 2 0 0 0,1 2 0 0 0,-1 4 16 0 0,0 1 0 0 0,-1 2 0 0 0,0 2 0 0 0,0 0 16 0 0,-1 0 8 0 0,1 1 0 0 0,-2-1 0 0 0,1-1 56 0 0,-1 0 16 0 0,0 0 0 0 0,0 1 0 0 0,1-3 8 0 0,-1 1 8 0 0,1 3 0 0 0,1-1 0 0 0,0 0-48 0 0,0-1-16 0 0,0 0 0 0 0,0-2 0 0 0,0 0-56 0 0,0-3-16 0 0,0 1 0 0 0,1-2 0 0 0,0 0 0 0 0,0-1 0 0 0,0 1 0 0 0,1-2 0 0 0,-1-2-64 0 0,0 0 80 0 0,1 2-80 0 0,-2-2 80 0 0,2-2-80 0 0,0 0 0 0 0,-2-2 72 0 0,2 0-72 0 0,0-1 0 0 0,-2-1 64 0 0,1-2-64 0 0,-1 0 0 0 0,2-1 0 0 0,-1-1 0 0 0,-1 0 0 0 0,0-2 64 0 0,1 1-64 0 0,-1-2 0 0 0,-1 0 0 0 0,1 0 64 0 0,0 0-64 0 0,0-1 0 0 0,0 1 0 0 0,0-1 0 0 0,0 1 0 0 0,0 0 64 0 0,0 0-64 0 0,0 0 0 0 0,0 0 0 0 0,-8-9 0 0 0,7 6 0 8-25,-1 0 64-8 25,-1 0-64 10-29,1-2 0-3 4,-1 0 0-7 25,-1 1 0 8-28,1-4-80-8 28,-3 1 80 0 0,1-2-96 0 0,-2-1 96 0 0,1 0-136 0 0,1 0 24 0 0,2 5 8 0 0,-2-2 0 9-26,0-2 8-9 26,-1-2 0 0 0,-3-2 0 0 0,0-1 0 0 0,-1 0 96 0 0,-1 0-72 0 0,1 3 72 0 0,0 0-64 0 0,-1 0 64 0 0,1 0 0 0 0,-1 1 0 0 0,0-1 0 0 0,1 1 0 0 0,0-1 0 0 0,1 0 0 0 0,1 1 0 0 0,0 0 0 0 0,0 0 0 0 0,2 2 0 0 0,-2 2 0 0 0,2-1-80 0 0,0 1 80 0 0,1 1-96 0 0,-1 0 96 0 0,2 1-104 0 0,-2-1 32 0 0,2 3 8 0 0,0-1 0 0 0,0 1 64 0 0,2 0-96 0 0,-2 0 96 0 0,1 0-96 0 0,1 2 96 0 0,0 0 0 0 0,1-2 0 0 0,-1 2-64 0 0,1-1 64 0 0,-1-1 0 0 0,2 1 0 0 0,-1 0 0 0 0,0 1 0 0 0,1-2 0 0 0,0 0 0 0 0,1 2 0 0 0,0-2 0 0 0,0 1 0 0 0,1-1 0 0 0,-1 0 0 0 0,2 1 0 0 0,0-1 0 0 0,1 1 0 0 0,1 1 0 0 0,0-1 0 0 0,0 0 0 0 0,1 1-64 0 0,1 0 64 0 0,1 0 0 0 0,1 0 0 0 0,1 0 0 0 0,1 0 64 0 0,1 0-64 0 0,0 0 0 0 0,1 0 0 0 0,1 0 0 0 0,-1 0 0 0 0,2 0 0 0 0,2 0 0 0 0,2-2 0 0 0,1 2 112 0 0,-3-1 16 0 0,-2-1 0 0 0,3 1 0 0 0,4-2-128 0 0,1 1 0 0 0,0-1 0 0 0,-1 2 0 0 0,-2-1 96 0 0,-2 1-32 0 0,-1 1-64 0 0,-3-1 96 0 0,-4 1-96 0 0,2 1 0 0 0,0 1 0 0 0,0 0 0 0 0,-1 0 0 0 0,-1-1 0 0 0,-1 1 64 0 0,0 1-64 0 0,0-1 64 0 0,-1 0-64 0 0,1 0 88 0 0,-2 0-88 0 0,-2 0 88 0 0,0 0-88 0 0,-1-2 80 0 0,-1 1-80 0 0,0 0 0 0 0,-3 0 64 0 0,1 0-64 0 0,0-1 0 0 0,-1 0 0 0 0,-1 0 64 0 0,1 1-64 0 0,-1-1 0 0 0,1 0 104 0 0,0 0-24 0 0,0 2-8 0 0,0-2 0 0 0,0 0-72 0 0,0 0 0 0 0,0 0 72 0 0,0 0-72 0 0,0 0 0 0 0,0 0 0 0 0,0 0 0 0 0,0 0 0 0 0,0 0 0 0 0,0 0 0 0 0,0 0 0 0 0,0 0 0 0 0,-12 5 0 0 0,9-2 0 0 0,-1 0 0 0 0,0 1 0 0 0,-1 0 0 0 0,1 0 0 0 0,-1 1 0 0 0,0-1-64 0 0,-1 1 64 0 0,0-1 0 0 0,2 0 0 0 0,-1 1 0 0 0,-2 0 0 0 0,1 1 0 0 0,0 1 0 0 0,0-1 0 0 0,-1 2 0 0 0,0 1 0 0 0,-1 0 0 0 0,1 2 0 0 0,-1 0 0 0 0,-1 2 0 0 0,1 0 0 0 0,-1 2 0 0 0,1-1 0 0 0,-2 1 0 0 0,2 0 0 0 0,-1 0 0 0 0,-1 0 0 0 0,0 0 0 0 0,0 0 0 0 0,-1 1 0 0 0,-1 0 0 0 0,1 1 0 0 0,-1-1 0 0 0,2-2 64 0 0,0 0-64 0 0,0-2 64 0 0,1 0-64 0 0,-1-1 64 0 0,3 0-64 0 0,-1-2 64 0 0,2-1-64 0 0,-1-1 64 0 0,2-1-64 0 0,2-2 64 0 0,0 0-64 0 0,0-1 64 0 0,-1-1-64 0 0,3-1 0 0 0,-1 0 64 0 0,2 0-64 0 0,-1-1 0 0 0,1 0 0 0 0,0 0 0 0 0,0-1 0 0 0,1 0-96 0 0,1 0-32 0 0,-1-2-8 0 0,3-2-6208 0 0,1-1-1240 0 0</inkml:trace>
  <inkml:trace contextRef="#ctx0" brushRef="#br0" timeOffset="61">5036 5452 8287 2708 1105,'-1'-1'736'0'0,"0"-1"-584"0"0,1 1-152 0 0,0 1 0 0 0,0-1 584 0 0,0 1 88 0 0,-1-2 24 0 0,1 0 0 0 0,-1 0 80 0 0,-1-1 24 0 0,0 2 0 0 0,1 0 0 0 0,0-1-128 0 0,-1 1-32 0 0,1 1 0 0 0,0 0 0 0 0,-1 0-104 0 0,1 0-24 0 0,1 0-8 0 0,0 0 0 0 0,0 1-128 0 0,0-1-24 0 0,0 0-8 0 0,0 2 0 0 0,0-1-168 0 0,1 0-32 0 0,-1 2-8 0 0,2 1 0 0 0,-1 0-72 0 0,0 2-64 0 0,0 1 96 0 0,0 0-96 0 0,1 1 128 0 0,0 1-24 0 0,-2 0-8 0 0,2 2 0 0 0,0 2-16 0 0,0-3-8 0 0,-2-1 0 0 0,2 2 0 0 0,-1 2 8 0 0,0 4 0 0 0,1 3 0 0 0,0 0 0 0 0,-1 0-80 0 0,0 1 96 0 0,0-1-96 0 0,0 0 96 0 0,-1-1-96 0 0,0-3 96 0 0,0-1-96 0 0,-1 0 96 0 0,1 2-32 0 0,-1-1 0 0 0,1-2 0 0 0,0-2 0 0 0,0-1-64 0 0,1 0 0 0 0,0-4 0 0 0,0-1 0 0 0,0-2 0 0 0,0-2 0 0 0,-1 0-96 0 0,1-1 96 0 0,-1-2-656 0 0,1-2-72 0 0,-1 0-8 0 0,0-4-7856 0 0</inkml:trace>
  <inkml:trace contextRef="#ctx0" brushRef="#br0" timeOffset="62">4993 5536 1839 2762 962,'-3'-10'80'0'0,"2"1"16"0"0,1 2-96 0 0,0 2 0 0 0,0 1 0 0 0,2 1 0 0 0,0-1 560 0 0,0-4 88 0 0,1-5 24 0 0,1-2 0 0 0,2-1 272 0 0,0 1 56 0 0,-1 3 16 0 0,0 1 0 0 0,1 1 232 0 0,0 1 56 0 0,-1 2 8 0 0,0-1 0 0 0,2 2-128 0 0,-1-1-32 0 0,1 1 0 0 0,0 1 0 0 0,0-1-512 0 0,0 3-96 0 0,2 0-32 0 0,-3 1 0 0 0,0 1-392 0 0,-1 2-120 0 0,0 2 0 0 0,-1 1 64 0 0,1 1-160 0 0,-2 1-32 0 0,-1 4-8 0 0,0 1 0 0 0,-2 1-8 0 0,0 3 0 0 0,0-1 0 0 0,-3 0 0 0 0,2 1 144 0 0,-2-2 112 0 0,0 1-16 0 0,-1-1-8 0 0,1 0 8 0 0,-1-1 0 0 0,0 1 0 0 0,0-2 0 0 0,0-1-96 0 0,-1 1 0 0 0,0 0 0 0 0,-1-1 64 0 0,0 1-64 0 0,-1 0 0 0 0,0-3 0 0 0,1 2 0 0 0,0-2 0 0 0,0 0 64 0 0,1-1-64 0 0,-1-1 0 0 0,3 0 64 0 0,0-2-64 0 0,-1 1 64 0 0,2-3-64 0 0,0 0 0 0 0,0 0 0 0 0,1-1 0 0 0,1-1 0 0 0,0 0-160 0 0,0 0-80 0 0,1-1-16 0 0,1-1-5096 0 0,2-2-1024 0 0</inkml:trace>
  <inkml:trace contextRef="#ctx0" brushRef="#br0" timeOffset="63">5203 5650 11975 2818 912,'-1'-2'528'0'0,"-1"1"112"0"0,2 0-512 0 0,-1 0-128 0 0,1 1 0 0 0,0 0 0 0 0,1-1 456 0 0,-1 1 64 0 0,0-1 16 0 0,0-1 0 0 0,0 2 40 0 0,0 0 0 0 0,0 0 8 0 0,0 0 0 0 0,0 0-240 0 0,-3 15-56 0 0,1-8 0 0 0,1 1-8 0 0,0 1-192 0 0,1 3-88 0 0,-1-1 80 0 0,1 1-80 0 0,-1 2 0 0 0,0-1 0 0 0,0 1 0 0 0,-1-1 0 0 0,2 1 0 0 0,-1-1 0 0 0,1-1 0 0 0,-1 0 0 0 0,0-1 96 0 0,1-1 16 0 0,0-1 8 0 0,0-2 0 0 0,2-1 40 0 0,-1-1 0 0 0,1-1 8 0 0,-1-1 0 0 0,1-1-96 0 0,0-1-72 0 0,1 0 96 0 0,1-1-96 0 0,0 0 136 0 0,1-1-24 0 0,0 0-8 0 0,1-1 0 0 0,2 0 40 0 0,-1-1 8 0 0,1 0 0 0 0,-2 0 0 0 0,3 0 16 0 0,-2 0 8 0 0,0 0 0 0 0,0 0 0 0 0,-1 1-8 0 0,1 0 0 0 0,-2 0 0 0 0,1 0 0 0 0,-1 1-56 0 0,-1 1-16 0 0,0 0 0 0 0,-2-1 0 0 0,1 1-96 0 0,0 0 0 0 0,-1 1 64 0 0,-1-1-64 0 0,0 1 0 0 0,0-1 0 0 0,-1 0 0 0 0,1 0 0 0 0,-1 0 0 0 0,0 2 0 0 0,0-2 0 0 0,-1 0 0 0 0,1-2 0 0 0,0 2-80 0 0,0 0 16 0 0,0 0 0 0 0,0 0-616 0 0,0 0-120 0 0,0 0-32 0 0,5-13-7512 0 0</inkml:trace>
  <inkml:trace contextRef="#ctx0" brushRef="#br0" timeOffset="64">5417 5725 4143 2691 891,'-1'0'368'0'0,"1"0"-296"0"0,0 0-72 0 0,0 0 0 0 0,1 0 152 0 0,-1-1 8 0 0,0 1 8 0 0,2-2 0 0 0,-1 2 168 0 0,1-1 32 0 0,0 1 8 0 0,-2 0 0 0 0,0 0 384 0 0,0 0 72 0 0,13-3 24 0 0,-11 3 0 0 0,2 0 8 0 0,-1 0 0 0 0,1 0 0 0 0,-1 0 0 0 0,1 0-224 0 0,0 0-48 0 0,-1 0-8 0 0,2 0 0 0 0,0 0-56 0 0,-1 0-16 0 0,2-1 0 0 0,0 0 0 0 0,0-1-96 0 0,1 1-32 0 0,0-1 0 0 0,-1-1 0 0 0,2 1-176 0 0,-1-1-40 0 0,-1 0-8 0 0,-2 0 0 0 0,2 1-160 0 0,-3 0 72 0 0,1 0-72 0 0,-1 0 0 0 0,-1 1 0 0 0,0 1 0 0 0,-1-1 0 0 0,-1 1 0 0 0,0 0 0 0 0,0 0 0 0 0,-1 0 0 0 0,-2 0 0 0 0,2 0 0 0 0,-1 0 0 0 0,2 0 0 0 0,0 0 0 0 0,0 0 0 0 0,-16 2 0 0 0,11-2-120 0 0,0 0 40 0 0,1 1-328 0 0,-1 0-64 0 0,0 0-8 0 0,-1 0-8 0 0,1-1-120 0 0,-1 2-16 0 0,2-1-8 0 0,-1 0 0 0 0,0 1 136 0 0,0-1 24 0 0,1 1 8 0 0,0-1 0 0 0,-1 2 296 0 0,2-2 56 0 0,0 1 16 0 0,-2-1 0 0 0,1 2 96 0 0,1-1 0 0 0,0 1 0 0 0,-1-1 0 0 0,0 0 0 0 0,1 2 104 0 0,-1-1-32 0 0,1-1-8 0 0,0 0 16 0 0,0 1 0 0 0,1 0 0 0 0,-1-1 0 0 0,2 0-8 0 0,-1 1 0 0 0,1-1 0 0 0,0 0 0 0 0,-1 0 32 0 0,1 1 8 0 0,0 0 0 0 0,-1 1 0 0 0,0-1 96 0 0,0 1 16 0 0,0 1 8 0 0,0-1 0 0 0,1 0 72 0 0,-1 1 16 0 0,0 0 0 0 0,1-2 0 0 0,0 1-64 0 0,1-1 0 0 0,0-2-8 0 0,0 1 0 0 0,1-2-128 0 0,-1 2-24 0 0,3-2-8 0 0,-1 0 0 0 0,0 0-16 0 0,2-2 0 0 0,0 2 0 0 0,0-2 0 0 0,0 1 88 0 0,1-2 24 0 0,0 1 0 0 0,1 0 0 0 0,1 1 16 0 0,-1-1 8 0 0,0 1 0 0 0,0-1 0 0 0,0 0 48 0 0,-1 2 0 0 0,1-1 8 0 0,0 1 0 0 0,-2 0-104 0 0,0 0-32 0 0,2 1 0 0 0,-3-1 0 0 0,2 2-128 0 0,-1 0 80 0 0,0-1-80 0 0,-1 1 64 0 0,1 0-64 0 0,-1 0 0 0 0,-1 1 0 0 0,0-2 64 0 0,0 2-64 0 0,0-3 0 0 0,0 3 72 0 0,-1-1-72 0 0,1 1 0 0 0,0-1 72 0 0,-1-1-72 0 0,1 1 0 0 0,-1 2 64 0 0,1 0-64 0 0,0 1 0 0 0,-2-1 0 0 0,0 2 64 0 0,0-1-64 0 0,0 2 0 0 0,-2 0 0 0 0,2 0 88 0 0,-2 0-88 0 0,-1-1 80 0 0,0 0-80 0 0,1-1 88 0 0,-1 0-88 0 0,0 1 96 0 0,-2-1-96 0 0,0 2 0 0 0,1-1 0 0 0,-2-1 0 0 0,1 1 0 0 0,-1-1 0 0 0,-1-1 0 0 0,0 2 0 0 0,0-2 0 0 0,0 1 0 0 0,0-2 0 0 0,0 1 0 0 0,2-1 0 0 0,-1 0 0 0 0,0-1 64 0 0,2-1-64 0 0,-1 0 0 0 0,1 0 96 0 0,1-1-32 0 0,0 0 0 0 0,1 0-64 0 0,0-1 0 0 0,0 0 0 0 0,0 1 0 0 0,1-1 0 0 0,0 1 0 0 0,-1 0 0 0 0,1 0 0 0 0,1 0-96 0 0,0-2-104 0 0,0 2-24 0 0,0-2 0 0 0,0 1 0 0 0,2-1-424 0 0,0 0-88 0 0,1-1-24 0 0,0-2-7160 0 0</inkml:trace>
  <inkml:trace contextRef="#ctx0" brushRef="#br0" timeOffset="65">5628 5747 11055 2615 840,'-7'8'488'0'0,"2"-2"104"0"0,1 0-472 0 0,1-3-120 0 0,1 0 0 0 0,2 0 0 0 0,-1-1 240 0 0,-1 3 24 0 0,-1 4 8 0 0,-1 2 0 0 0,1 2 0 0 0,1 0 0 0 0,1-1 0 0 0,1-1 0 0 0,0 0 168 0 0,1-3 32 0 0,1-1 8 0 0,2 0 0 0 0,0-1 168 0 0,1-1 40 0 0,0-2 8 0 0,1-2 0 0 0,0 0-264 0 0,1 0-48 0 0,-1-1-16 0 0,1-1 0 0 0,1 0-88 0 0,0-2-24 0 0,1-1 0 0 0,0 1 0 0 0,-2-1-72 0 0,0 0-24 0 0,0-2 0 0 0,-1 1 0 0 0,0 0-32 0 0,-1 2-16 0 0,-1-3 0 0 0,0 1 0 0 0,-2 1-112 0 0,1 0-64 0 0,-3 0 64 0 0,1-1-104 0 0,-1 1 104 0 0,0-3 0 0 0,-1 1 0 0 0,0-1 0 0 0,-1-1 0 0 0,0 1 64 0 0,0 2-64 0 0,0-3 80 0 0,-1 1-16 0 0,-2-2-64 0 0,0 1 96 0 0,2 1-32 0 0,-2 1-64 0 0,0 1 0 0 0,0 0 0 0 0,-1 2 0 0 0,1 1 0 0 0,0 0 0 0 0,-2 1-80 0 0,0 0 80 0 0,-1 1 0 0 0,0 1 0 0 0,0 0 0 0 0,-1 0 0 0 0,1 1-96 0 0,2-1-56 0 0,-2 1-8 0 0,3 0 0 0 0,0-2-480 0 0,3 2-104 0 0,0-2-24 0 0,2-2-7360 0 0</inkml:trace>
  <inkml:trace contextRef="#ctx0" brushRef="#br0" timeOffset="66">3789 4644 1839 2715 1769,'1'-1'160'0'0,"-1"-1"-160"0"0,0 1 0 0 0,0 0 0 0 0,0 1 416 0 0,-1-2 56 0 0,1 1 8 0 0,0-3 0 0 0,0 1 400 0 0,-2-1 80 0 0,2 2 24 0 0,-2 0 0 0 0,1 0-16 0 0,-1 1 0 0 0,0 0 0 0 0,1-1 0 0 0,-1 2-192 0 0,1-1-40 0 0,0 0 0 0 0,1 1-8 0 0,0 1-288 0 0,-1 2-56 0 0,1-1-16 0 0,0-2 0 0 0,1 0-272 0 0,-1 0-96 0 0,0 0 0 0 0,0 0 72 0 0,0 0-72 0 0,9 15 0 0 0,-6-9 0 0 0,1 1-88 0 0,0 3 88 0 0,0-1 0 0 0,0 1 0 0 0,1 0 0 0 0,-1 1 168 0 0,0 1 0 0 0,1 0 0 0 0,-2-1 0 0 0,0 0 56 0 0,2 0 0 0 0,0 1 8 0 0,-1-2 0 0 0,1-1-136 0 0,-1 0-24 0 0,0 0-8 0 0,0-2 0 0 0,0 1-64 0 0,0-2 0 0 0,1-1 0 0 0,-1 1 0 0 0,0-1 0 0 0,1-1 0 0 0,-2-1 72 0 0,1 0-72 0 0,-1-2 128 0 0,0 0 0 0 0,0 0-8 0 0,-1-1 0 0 0,0-1 40 0 0,1 0 16 0 0,-3-1 0 0 0,2-1 0 0 0,0-1 104 0 0,0-1 16 0 0,-1 0 8 0 0,0-2 0 0 0,1-1-64 0 0,-2-3-16 0 0,2-2 0 0 0,-1-1 0 0 0,0 2-72 0 0,-1-1-24 0 0,2-1 0 0 0,0 0 0 0 0,1-1-8 0 0,0 1-8 0 0,0 1 0 0 0,0 1 0 0 0,-1 1-40 0 0,1 0-8 0 0,0 4 0 0 0,-1-2 0 0 0,0 1-64 0 0,0 1 64 0 0,-1 1-64 0 0,0 1 64 0 0,0-1-64 0 0,-1 3 0 0 0,0-1 0 0 0,0 0 0 0 0,1 1 0 0 0,-1-1 0 0 0,0 0 64 0 0,0 2-64 0 0,0-1 0 0 0,0 0 0 0 0,0 0 0 0 0,0 1 0 0 0,0 1 0 0 0,0-1 0 0 0,0 0-80 0 0,0 1 80 0 0,0 0-544 0 0,2-1-64 0 0,0 0-16 0 0,0 1-7824 0 0</inkml:trace>
  <inkml:trace contextRef="#ctx0" brushRef="#br0" timeOffset="67">4059 4721 4143 2666 1701,'0'0'368'0'0,"-1"0"-296"0"0,1 0-72 0 0,0 0 0 0 0,0 0 640 0 0,0 0 104 0 0,-1 1 24 0 0,1-1 8 0 0,-1 0-104 0 0,1 0-32 0 0,1 0 0 0 0,-1 0 0 0 0,0 0-160 0 0,0 0-40 0 0,0 0-8 0 0,0 0 0 0 0,13 2 112 0 0,-9-3 32 0 0,-1 1 0 0 0,1-1 0 0 0,0 1-96 0 0,1-1-24 0 0,-1 0 0 0 0,0 0 0 0 0,-1 1-216 0 0,0 0-48 0 0,0 0 0 0 0,0-1-8 0 0,1 0 8 0 0,-2 1 0 0 0,1-2 0 0 0,-1 2 0 0 0,-1-2 8 0 0,2 2 8 0 0,-2-2 0 0 0,1 2 0 0 0,-1 0-120 0 0,-1 0-24 0 0,0 0-64 0 0,0 0 96 0 0,0 0-96 0 0,-1 0 0 0 0,1 0 0 0 0,0 0 0 0 0,0 0-64 0 0,0 0 64 0 0,0 0 0 0 0,0 0 0 0 0,0 0-152 0 0,-12 0 24 0 0,11 0 8 0 0,0 0 0 0 0,-1 0 0 0 0,1 0 0 0 0,-1 0 0 0 0,1 0 0 0 0,0 0 0 0 0,0 0 0 0 0,0 0 0 0 0,-1 0 0 0 0,0 0-120 0 0,1 0-24 0 0,-1 0-8 0 0,-1 0 0 0 0,0 1-112 0 0,-1 0-16 0 0,0 1-8 0 0,-1-2 0 0 0,0 2-56 0 0,1 0-16 0 0,-1 1 0 0 0,-1-1 0 0 0,2 0 248 0 0,0 0 40 0 0,0 2 16 0 0,0-3 0 0 0,0 3 88 0 0,0-1 24 0 0,1-2 0 0 0,-1 1 0 0 0,1 0 64 0 0,0 0 0 0 0,2 0 0 0 0,-1 0 0 0 0,1 0 0 0 0,0 0 0 0 0,0-1 0 0 0,0 0 0 0 0,2-1 0 0 0,0 2 0 0 0,-1-2 0 0 0,1 2 0 0 0,0-1 0 0 0,-1 0 0 0 0,2 2 0 0 0,-1-2 0 0 0,0 0 64 0 0,0-1 0 0 0,0 1 0 0 0,-1 0 0 0 0,2-1 104 0 0,-1 0 24 0 0,3 2 8 0 0,-3-2 0 0 0,3 1-8 0 0,-2 0-8 0 0,2-1 0 0 0,1 1 0 0 0,-1-1 40 0 0,0 1 16 0 0,2-1 0 0 0,-1 0 0 0 0,2 1 24 0 0,-3-1 8 0 0,2-1 0 0 0,-2 2 0 0 0,0 0-88 0 0,2 0-24 0 0,-2 1 0 0 0,0 0 0 0 0,-1 0-160 0 0,0 0 64 0 0,-1 1-64 0 0,-1 0 0 0 0,0 0 0 0 0,0 2 0 0 0,0 0 0 0 0,-1 0 64 0 0,-1 0 24 0 0,0 0 8 0 0,0 0 0 0 0,-1 1 0 0 0,1-1 16 0 0,-2 0 8 0 0,0 0 0 0 0,1-1 0 0 0,-1 0-16 0 0,-2 1 0 0 0,2-1 0 0 0,-2 0 0 0 0,1 0 24 0 0,-1 0 8 0 0,0-1 0 0 0,-2 1 0 0 0,3 0-32 0 0,0-1-8 0 0,-2-1 0 0 0,2 2 0 0 0,1-2-96 0 0,-2 1 64 0 0,3-1-64 0 0,-1 0 0 0 0,0 0 0 0 0,2 0 0 0 0,-1 0 0 0 0,0-1 0 0 0,2-1-64 0 0,-1 0-16 0 0,1 1 0 0 0,0-2 0 0 0,1 1-440 0 0,-1-3-88 0 0,3 3-24 0 0,-1-4-3792 0 0,2 1-760 0 0</inkml:trace>
  <inkml:trace contextRef="#ctx0" brushRef="#br0" timeOffset="68">4238 4758 6911 2566 1733,'-8'8'304'0'0,"4"-4"64"0"0,-1 2-296 0 0,2-2-72 0 0,1-1 0 0 0,2-1 0 0 0,0 1 408 0 0,-2 2 64 0 0,0 4 8 0 0,-2 3 8 0 0,0 1-376 0 0,2 0-112 0 0,-1-1 0 0 0,1-1 64 0 0,1-2 440 0 0,1-2 88 0 0,1 1 16 0 0,1-3 8 0 0,-1-1 296 0 0,3 0 56 0 0,0-2 16 0 0,2-1 0 0 0,0 1-376 0 0,1-2-64 0 0,0-2-24 0 0,1 1 0 0 0,0-3-232 0 0,1 0-56 0 0,0 0-8 0 0,-1-3 0 0 0,2 0 0 0 0,-3-1-8 0 0,1 1 0 0 0,-1 0 0 0 0,-1 0-32 0 0,-1 0-8 0 0,-2-1 0 0 0,-1 1 0 0 0,-1 0-96 0 0,-2 0-16 0 0,-2 3-64 0 0,-1-3 96 0 0,1 3-96 0 0,-3-1 88 0 0,-1 0-88 0 0,-1 2 80 0 0,-2-1-80 0 0,0 1 0 0 0,0 1 0 0 0,2 0 0 0 0,0 0 0 0 0,0 1 0 0 0,-1 0 0 0 0,2 1 0 0 0,0-1 0 0 0,1 1 0 0 0,0 0 0 0 0,2-1 0 0 0,1 0-344 0 0,1 0-32 0 0,1 1-8 0 0,1-1-4968 0 0,-1 1-1000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Tx" type="integer" min="-90" max="90" units="deg"/>
          <inkml:channel name="OTy" type="integer" min="-90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Tx" name="resolution" value="100" units="1/deg"/>
          <inkml:channelProperty channel="OTy" name="resolution" value="100" units="1/deg"/>
        </inkml:channelProperties>
      </inkml:inkSource>
      <inkml:timestamp xml:id="ts0" timeString="2025-11-03T19:23:48.928"/>
    </inkml:context>
    <inkml:brush xml:id="br0">
      <inkml:brushProperty name="width" value="0.05292" units="cm"/>
      <inkml:brushProperty name="height" value="0.05292" units="cm"/>
      <inkml:brushProperty name="color" value="#0030AB"/>
      <inkml:brushProperty name="ignorePressure" value="1"/>
    </inkml:brush>
  </inkml:definitions>
  <inkml:trace contextRef="#ctx0" brushRef="#br0">1784 978 2759 2934 2930,'0'-1'248'0'0,"0"1"-248"0"0,0 0 0 0 0,0-2 0 0 0,0 2 448 0 0,0-1 48 0 0,0 0 8 0 0,-2-1 0 0 0,2-1 304 0 0,0 0 64 0 0,0-1 16 0 0,0 0 0 0 0,0 4-96 0 0,0-2-24 0 0,0 0 0 0 0,-1 0 0 0 0,0 0-128 0 0,0 1-32 0 0,-1 1-8 0 0,0 0 0 0 0,-2 1-88 0 0,0 0-24 0 0,-3 2 0 0 0,2-1 0 0 0,-4 3-240 0 0,1 1-56 0 0,0 0 0 0 0,-2 3-8 0 0,2 0-88 0 0,0-2-24 0 0,2 2 0 0 0,-2 0 0 0 0,1-1 24 0 0,1 1 0 0 0,1 0 0 0 0,0-1 0 0 0,0 1 56 0 0,2-1 8 0 0,0 1 8 0 0,1-2 0 0 0,0 1 56 0 0,-1 0 16 0 0,2-1 0 0 0,1 0 0 0 0,0 2 8 0 0,0-2 0 0 0,0-1 0 0 0,0 1 0 0 0,1 0-16 0 0,1 1 0 0 0,1 1 0 0 0,0 0 0 0 0,2 1-32 0 0,-2-3-8 0 0,0-1 0 0 0,1-1 0 0 0,0 2-16 0 0,2-2-8 0 0,0 0 0 0 0,2 1 0 0 0,0-1-40 0 0,2 0-16 0 0,1-2 0 0 0,0 0 0 0 0,1-3-16 0 0,-1 0-8 0 0,2 0 0 0 0,-1-3 0 0 0,-1 0 0 0 0,0-1 0 0 0,0-1 0 0 0,0 0 0 0 0,1-2-88 0 0,0-1 96 0 0,-1-1-96 0 0,1-1 96 0 0,-1 0-96 0 0,-1-1 0 0 0,-1 0 0 0 0,-1-1 64 0 0,-1 1-64 0 0,-2 0 0 0 0,-2 0 0 0 0,0-1 0 0 0,-3 2 0 0 0,2-2 0 0 0,-2 2 0 0 0,-2-1 0 0 0,0 1 0 0 0,-2 2 0 0 0,0-1 0 0 0,-1 1 0 0 0,1 1 0 0 0,-1 0 0 0 0,-1 2 0 0 0,0-2 0 0 0,-1 3 0 0 0,0-2 0 0 0,-1 2 0 0 0,0 1 0 0 0,-1-2 0 0 0,0 2 0 0 0,-1 0 0 0 0,1 0 0 0 0,-1 0 0 0 0,-1 0 0 0 0,1 1 0 0 0,1 2 0 0 0,0-2 0 0 0,0 2 0 0 0,2 0 0 0 0,-1 0 0 0 0,0 0 0 0 0,1 2 0 0 0,2 0 0 0 0,-1-1 0 0 0,1 1 0 0 0,0 1 0 0 0,2-1 0 0 0,-2 0 0 0 0,2 0-112 0 0,1-1 40 0 0,0 0 8 0 0,1 0 0 0 0,1-1-160 0 0,1 0-32 0 0,2 1-8 0 0,0-1-5848 0 0,1 0-1176 0 0</inkml:trace>
  <inkml:trace contextRef="#ctx0" brushRef="#br0" timeOffset="1">1813 1272 3703 2944 2841,'0'-3'328'0'0,"0"3"-264"0"0,0 0-64 0 0,0 0 0 0 0,1 0 0 0 0,-1 0 0 0 0,0 1 0 0 0,1-1 0 0 0,0 2 0 0 0,-1-2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0,5-14 0 0 0,-3 14 0 0 0,-2 0 0 0 0,0 0 0 0 0,1 0 0 0 0,-1 0 0 0 0,1 0 0 0 0,-1 0 0 0 0,0 0 0 0 0,1 0 0 0 0,-1-2 0 0 0,0 2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64 0 0,0 0-64 0 0,0 0 0 0 0,0 0 0 0 0,0 0 0 0 0,0 0 0 0 0,0 0 0 0 0,0 0-72 0 0,0 0 72 0 0,0 0 200 0 0,0 0 64 0 0,0 0 16 0 0,0 0 8 0 0,0 0 96 0 0,0 0 24 0 0,-1-15 0 0 0,1 15 8 0 0,1-3 136 0 0,0 2 24 0 0,-1-1 8 0 0,1-1 24 0 0,-1 1 96 0 0,0 0 16 0 0,0-1 8 0 0,0 0 8 0 0,0 2 104 0 0,0-2 24 0 0,0 1 0 0 0,0 0 8 0 0,-1 1-112 0 0,0-1-24 0 0,0 1-8 0 0,0 0 8 0 0,1 1-288 0 0,-1-1-56 0 0,1 1-8 0 0,-2 0 0 0 0,2 0-248 0 0,-1 1-48 0 0,0 0-16 0 0,1 1 16 0 0,0 1-88 0 0,0 1 0 0 0,0 1-96 0 0,-1 1 96 0 0,1 2-88 0 0,1 0 88 0 0,-1 0-96 0 0,0 2 96 0 0,0 3 0 0 0,0 2 0 0 0,0 2 0 0 0,0 2 0 0 0,0 2 72 0 0,0 0 16 0 0,0 2 0 0 0,0-1 8 0 0,0-2 56 0 0,0 0 8 0 0,-1 2 0 0 0,1-2 8 0 0,-1-3 8 0 0,1 2 0 0 0,-1 4 0 0 0,1 0 0 0 0,0-3-48 0 0,0 2 0 0 0,1 7-8 0 0,0 5 0 0 0,0-1-24 0 0,-1-2-8 0 0,1-1 0 0 0,0-4 0 0 0,1-1 0 0 0,-2-2 0 0 0,0-3 0 0 0,0 0 0 0 0,0 2-24 0 0,0-3-64 0 0,0-3 96 0 0,0 0-32 0 0,0-1 0 0 0,0-1-64 0 0,1 0 96 0 0,-1-1-32 0 0,1 0-64 0 0,-1 0 96 0 0,1-2-96 0 0,-1-2 96 0 0,1 0-96 0 0,0-1 80 0 0,-1-2-80 0 0,0-1 80 0 0,1 1-80 0 0,1-2 64 0 0,-2-1-64 0 0,0-1 64 0 0,1 0-64 0 0,-1-1 0 0 0,0 0 72 0 0,0-1-72 0 0,0 0 64 0 0,2 0-64 0 0,-2 0 64 0 0,0 0-64 0 0,0 2 64 0 0,0-1-64 0 0,0-3 64 0 0,1 1-64 0 0,-1 1 64 0 0,0 0-64 0 0,0 0 64 0 0,0 0-64 0 0,0 0 0 0 0,0 0 64 0 0,0 0-64 0 0,0 0 0 0 0,0 0 0 0 0,3-17 0 0 0,-3 14 0 0 0,0 0 0 0 0,0 0 0 0 0,-1-1 0 0 0,1 0 0 0 0,0 1 0 0 0,-1 0 0 0 0,0-2 0 0 0,-2 2 0 0 0,2 0 0 0 0,-2-1 0 0 0,2 1 0 0 0,-2 0 0 0 0,0 1-64 0 0,1 2-16 0 0,-1-1 0 0 0,0 0 0 0 0,-2 1 0 0 0,2 1-8 0 0,-2 0 0 0 0,0 3 0 0 0,1-2 0 0 0,0 1 88 0 0,-2 1-96 0 0,2-1 96 0 0,-1 1-96 0 0,1 0 96 0 0,1 0 0 0 0,1 1 0 0 0,-2-2 0 0 0,2 2 0 0 0,0-2 0 0 0,0 3 0 0 0,2 0 0 0 0,0 0 0 0 0,2 0 0 0 0,0-1 0 0 0,1 0 0 0 0,2 0 0 0 0,0 0 0 0 0,1-1 0 0 0,0 1 0 0 0,3-2 0 0 0,0 0 0 0 0,0 0 0 0 0,-1-2 0 0 0,1 2 0 0 0,0-3 72 0 0,-1-1-72 0 0,1-1 80 0 0,0-2-80 0 0,0-1 64 0 0,2 1-64 0 0,-4-2 64 0 0,2 1-64 0 0,-2-3 0 0 0,-1-1 72 0 0,-1 1-72 0 0,-1 0 0 0 0,-2 0 0 0 0,0-1 0 0 0,-4 0 0 0 0,2 0 0 0 0,-2 1 0 0 0,-1-3 0 0 0,-1 2 0 0 0,-1 0 0 0 0,-1 2 0 0 0,2 3-64 0 0,-1 0 64 0 0,1 1-72 0 0,-1 1 72 0 0,-1 1-80 0 0,-2 1 80 0 0,0 1-72 0 0,0 1 72 0 0,0 1-64 0 0,0 0 64 0 0,-1 1 0 0 0,1 2 0 0 0,1-2 0 0 0,-1 2 0 0 0,1-1 0 0 0,1 0 0 0 0,-1 1 0 0 0,3 0 0 0 0,0 0 0 0 0,1 0 0 0 0,0-1 0 0 0,2-1 0 0 0,0 2 0 0 0,2 0 0 0 0,1-1 0 0 0,1 2 64 0 0,-1-2-64 0 0,2 0 0 0 0,0 0 0 0 0,0 0 0 0 0,0 0 0 0 0,2 1 0 0 0,-2 0 0 0 0,1-2 0 0 0,0 1 0 0 0,0-1 0 0 0,0-1 0 0 0,1-2 0 0 0,2-1 64 0 0,-1 0-64 0 0,0 0 80 0 0,2-3-80 0 0,0-1 80 0 0,0 0-80 0 0,0-1 80 0 0,-1-3-80 0 0,0 0 64 0 0,-2 1-64 0 0,1-2 0 0 0,-2 0 72 0 0,-3 2-72 0 0,0-2 0 0 0,-1 3 0 0 0,-1-2 0 0 0,-1 2 0 0 0,-1-3 0 0 0,-3 2 0 0 0,0 0 0 0 0,-1-1 0 0 0,-2 3 0 0 0,1 0 0 0 0,-1 2 0 0 0,0 3 0 0 0,-2 0 0 0 0,0 1-80 0 0,2 1 80 0 0,0 1-80 0 0,0 0 80 0 0,-1 1-80 0 0,-3 2 80 0 0,1 1 0 0 0,1 1 0 0 0,-1-1-64 0 0,1 0 64 0 0,1 1 0 0 0,2-1 0 0 0,0 1 0 0 0,1 0 0 0 0,2 0 0 0 0,0 0 0 0 0,2 0 0 0 0,1 0 0 0 0,1-1 0 0 0,0 1 0 0 0,1-4 0 0 0,1 1 0 0 0,-1 0 0 0 0,2-1 0 0 0,1 2 0 0 0,1-1 0 0 0,0-1 0 0 0,0 1 0 0 0,0-1 64 0 0,1-2-64 0 0,0 2 88 0 0,1-2-16 0 0,1-2 0 0 0,0 0 0 0 0,0 0-72 0 0,-1-2 64 0 0,1-2-64 0 0,0 0 64 0 0,0 0-64 0 0,-1-2 64 0 0,0 0-64 0 0,0-1 64 0 0,-2 1-64 0 0,1-3 0 0 0,-1-1 0 0 0,-1 1 0 0 0,-1 2 0 0 0,-2-2 0 0 0,-1-1 64 0 0,0 1-64 0 0,-2 0 0 0 0,-1 2 0 0 0,-1 0 0 0 0,0 2 0 0 0,1 2 0 0 0,-3 0 0 0 0,0 1 0 0 0,-1 0 0 0 0,0 2 0 0 0,-1 0 0 0 0,0 2-80 0 0,1 0 80 0 0,1 1-72 0 0,0-1 72 0 0,-1 3-64 0 0,0-1 64 0 0,0 0 0 0 0,1-1 0 0 0,-1 2 0 0 0,2 1-64 0 0,0-2 64 0 0,0 2 0 0 0,2 0 0 0 0,0 0 0 0 0,1 2 0 0 0,2-1 0 0 0,0 2 0 0 0,2-3 0 0 0,1 2 0 0 0,0-1 0 0 0,2-1 0 0 0,0 0 0 0 0,1-1 0 0 0,2 0 0 0 0,0-3 0 0 0,0 1 0 0 0,1-3 0 0 0,-1 0 0 0 0,0 0 0 0 0,1-3 0 0 0,-2 1 0 0 0,1-3 0 0 0,-2 2 64 0 0,2-3-64 0 0,-3 0 0 0 0,1-1 72 0 0,0 0-72 0 0,-3-2 0 0 0,0 2 0 0 0,-1-3 0 0 0,0 1 0 0 0,-2-2 0 0 0,0 1 0 0 0,-2 2 0 0 0,0 0 0 0 0,1 1 0 0 0,-3 2 0 0 0,0 0 0 0 0,0 2 0 0 0,-2 0 0 0 0,2 3 0 0 0,-1 0-72 0 0,-1 3 72 0 0,0-1-64 0 0,-1 2 64 0 0,3 1-80 0 0,-3 2 80 0 0,1 3-80 0 0,1 1 80 0 0,0-2 0 0 0,-1-1 0 0 0,2-1 0 0 0,0 2 0 0 0,0-2 0 0 0,2 0 0 0 0,2-1 0 0 0,0 0 0 0 0,0-2 0 0 0,0 0 0 0 0,2-2 0 0 0,-1 0 0 0 0,2-1 0 0 0,-1 0 0 0 0,1-2 0 0 0,1 0 0 0 0,1-1 0 0 0,0 1 0 0 0,0-2 64 0 0,1 0-64 0 0,1-1 0 0 0,-1 1-88 0 0,0 0 88 0 0,1-2-280 0 0,-1 1-8 0 0,1 1 0 0 0,1 0-5888 0 0,-1 0-1184 0 0</inkml:trace>
  <inkml:trace contextRef="#ctx0" brushRef="#br0" timeOffset="2">1796 2151 1375 2906 2723,'1'0'128'0'0,"-1"-1"-128"0"0,0 1 0 0 0,0 0 0 0 0,0 1 520 0 0,-1-1 88 0 0,1 0 8 0 0,-1 1 8 0 0,1-1 208 0 0,-3 1 32 0 0,3-1 16 0 0,0 0 0 0 0,0 0 152 0 0,0 0 32 0 0,0 0 8 0 0,0 0 0 0 0,0 0-40 0 0,0 0-8 0 0,0 0 0 0 0,0 0 0 0 0,0 0-264 0 0,0 0-56 0 0,-11 10-16 0 0,9-8 0 0 0,0 2-296 0 0,0 0-56 0 0,-1 0-16 0 0,-1 1 0 0 0,2 0-112 0 0,-3 1-24 0 0,0 0-8 0 0,-2 3 0 0 0,-2 1-80 0 0,-1 0-24 0 0,1 1 0 0 0,-2 0 0 0 0,-4 3-72 0 0,0 2 96 0 0,2-3-96 0 0,-3 1 96 0 0,-3 5-96 0 0,-2 1 96 0 0,-4 4-96 0 0,-1 1 96 0 0,2-3-96 0 0,-2 1 0 0 0,1 4 72 0 0,-1-3-72 0 0,1-6 80 0 0,2 1-16 0 0,4 0-64 0 0,-2-2 96 0 0,1-3-8 0 0,-1-2-8 0 0,3 0 0 0 0,1-1 0 0 0,2-1 16 0 0,3-1 8 0 0,3-2 0 0 0,-1 0 0 0 0,0-1 16 0 0,0 2 0 0 0,3-3 0 0 0,-1 2 0 0 0,-1-1-24 0 0,1 0-8 0 0,1 1 0 0 0,0-2 0 0 0,1 0-88 0 0,0 0 64 0 0,3-2-64 0 0,-1 0 64 0 0,3-1-64 0 0,-2 0 0 0 0,2 0 72 0 0,-1-1-72 0 0,1 1 0 0 0,0-1 64 0 0,0 1-64 0 0,1-2 0 0 0,0 0 0 0 0,-1 1 0 0 0,0-1 0 0 0,0 0 0 0 0,0 1 0 0 0,1-1 0 0 0,0 0 0 0 0,0 0 64 0 0,0 0-64 0 0,0 0 0 0 0,0 0 0 0 0,0 0 0 0 0,0 0 0 0 0,0 0 0 0 0,0 0 0 0 0,0 0 0 0 0,0 0 0 0 0,0 0 0 0 0,0 0 0 0 0,0 0 64 0 0,6-17-64 0 0,-5 14 0 0 0,1-1 0 0 0,-1 1 0 0 0,0 0 0 0 0,-1 1 0 0 0,2-1 0 0 0,-2-1 0 0 0,1 0 0 0 0,-1-1 0 0 0,0 2 0 0 0,-1-1 0 0 0,1 0 0 0 0,-2 0 0 0 0,2 3 0 0 0,-2-2 0 0 0,0 0 0 0 0,-1-1 0 0 0,1 1 0 0 0,-1 1 0 0 0,0 2-96 0 0,-1-1 32 0 0,-1 1 0 0 0,2 0 0 0 0,-2 1-8 0 0,1 1 0 0 0,1 0 0 0 0,-1 1 0 0 0,-1 1 72 0 0,-1 0 0 0 0,0 2-72 0 0,-1 1 72 0 0,0 0 0 0 0,0 1 0 0 0,2 0 0 0 0,-2 2 0 0 0,2-1 0 0 0,0 0 0 0 0,3 1 0 0 0,-1-2 0 0 0,3 0 0 0 0,0-3 0 0 0,2 1 0 0 0,1 0 0 0 0,2-2 0 0 0,1 0 0 0 0,1-2 72 0 0,1-1-72 0 0,1-1 104 0 0,1-2-8 0 0,0 0-8 0 0,-1-2 0 0 0,-2 2-24 0 0,1-2 0 0 0,0-1 0 0 0,0-2 0 0 0,0 1-64 0 0,-1-1 0 0 0,-2-1 0 0 0,0 1 64 0 0,-1 1-64 0 0,-2-2 0 0 0,-1 0 0 0 0,-2 0 0 0 0,-1 1 0 0 0,1 0 0 0 0,-3 3 0 0 0,0-1 0 0 0,-2 0 0 0 0,0 2 0 0 0,-1 0 0 0 0,-2 3 0 0 0,1 1 0 0 0,0 1 0 0 0,0 1 0 0 0,-2 3 0 0 0,2 0 0 0 0,-2 3 0 0 0,1 0 0 0 0,-1 2 0 0 0,3-1 0 0 0,1 0 0 0 0,-1 2 0 0 0,1-1 0 0 0,2 0 0 0 0,1-2 0 0 0,2 1 0 0 0,1-1 0 0 0,0-4 0 0 0,1 1 0 0 0,1-2 0 0 0,2-1 0 0 0,0-1 0 0 0,3-1 0 0 0,-1-1 0 0 0,1-3 0 0 0,2-1 0 0 0,2-1 64 0 0,-1-3 0 0 0,0 2 0 0 0,-3 0-64 0 0,2-1 80 0 0,0 0-80 0 0,0-2 80 0 0,0-1-80 0 0,-2 0 0 0 0,1-1 0 0 0,-2 2 0 0 0,0 1 0 0 0,-3 0 0 0 0,-1 0 0 0 0,-1-2-88 0 0,-1 2 88 0 0,0-2-104 0 0,-2 1 40 0 0,-1 2 64 0 0,0 1-80 0 0,-2 1 80 0 0,0 1 0 0 0,-1 0-72 0 0,0 4 72 0 0,-2 0 0 0 0,0 2 0 0 0,-1 0-64 0 0,2 2 64 0 0,-2 1 0 0 0,1 1 0 0 0,0 1 0 0 0,0 0 0 0 0,1 2 0 0 0,1-1 0 0 0,3 0 0 0 0,1-1 0 0 0,1-2 0 0 0,2 1 0 0 0,2-2 0 0 0,2-1-256 0 0,0-1 0 0 0,3-1-8 0 0,2-2-8896 0 0</inkml:trace>
  <inkml:trace contextRef="#ctx0" brushRef="#br0" timeOffset="3">1080 2773 2759 3213 2662,'0'-1'120'0'0,"-1"-1"32"0"0,1 2-152 0 0,-2-1 0 0 0,2 1 0 0 0,-1 0 0 0 0,1 0 704 0 0,0-2 120 0 0,-2 2 16 0 0,0 0 8 0 0,1-2 240 0 0,-2 1 40 0 0,1 1 16 0 0,0-1 0 0 0,1 2-224 0 0,-1-2-48 0 0,2 1-8 0 0,-3 0 0 0 0,2 0-160 0 0,-1 0-32 0 0,0 1 0 0 0,-2 1-8 0 0,1 1-248 0 0,0 0-40 0 0,-3 2-16 0 0,-1 0 0 0 0,2 0-104 0 0,-4 3-16 0 0,1-1-8 0 0,-1 3 0 0 0,1-2 0 0 0,-2 3 0 0 0,-1 1 0 0 0,-2 0 0 0 0,-1 2-48 0 0,-1 0-16 0 0,1 0 0 0 0,-1-2 0 0 0,0 0-40 0 0,-1 2 0 0 0,-2 1-8 0 0,0-1 0 0 0,0-1-48 0 0,-1 2-8 0 0,-2 0 0 0 0,-1 1 0 0 0,-1 3-64 0 0,0-3 96 0 0,5-5-96 0 0,0 2 96 0 0,-1 2 8 0 0,-1-1 8 0 0,0-1 0 0 0,1-1 0 0 0,0-1-112 0 0,3 0 0 0 0,-1 0 0 0 0,1-4 0 0 0,4 1 72 0 0,1-3-72 0 0,1 1 64 0 0,1-1-64 0 0,1-1 88 0 0,2 0-24 0 0,0-1-64 0 0,-1 2 96 0 0,2-1-96 0 0,0-2 72 0 0,0 2-72 0 0,-1-1 64 0 0,3 0-64 0 0,-1 0 0 0 0,0-1 0 0 0,0 0 0 0 0,1 1 0 0 0,-1 0 0 0 0,1-2 64 0 0,-1 1-64 0 0,1 0 0 0 0,1-1 0 0 0,-1 1 72 0 0,0 0-72 0 0,2-1 64 0 0,-1-1-64 0 0,1 1 80 0 0,1-1-80 0 0,-1 0 72 0 0,1 0-72 0 0,0 0 64 0 0,1-1-64 0 0,0 1 0 0 0,0-2 0 0 0,-1 2 64 0 0,0 0-64 0 0,0 0 0 0 0,10-17 0 0 0,-7 10 0 0 0,1 1 0 0 0,-2 2 0 20-26,-1-1 0-2-2,0 1 0 0 3,0 1-88-18 25,-2 1 88 0 0,-1 1-80 0 0,0 0 80 17-28,-1 2-80-17 28,-1 1 80 0 0,0 0-104 0 0,-1 3 40 0 0,-1 1 64 0 0,-2 0-104 0 0,0 3 40 0 0,1 1 64 0 0,-1 0-104 0 0,3 0 32 16-25,-2 1 8-16 25,3-2 0 0 0,-1 0 0 0 0,0 1 64 0 0,2-1 0 0 0,-1-1 0 0 0,3 0 0 0 0,0-2 0 0 0,1-2 0 0 0,0 2 0 0 0,2-3 0 0 0,0-1 0 0 0,3 1 0 0 0,-2-3 0 0 0,2 0 64 0 0,1 0-64 0 0,1-3 64 0 0,1-2-64 17-28,0-1 64-17 28,4-2 0 0 0,-3-2 0 0 0,0 1 0 0 0,-2 1 0 0 0,0 0-64 0 0,-4-1 0 0 0,0 2 0 0 0,-3 1 0 0 0,0 0 0 0 0,-1 2 0 0 0,-2 1 0 0 0,-1 0 0 0 0,0 2 0 0 0,0 1 0 0 0,-3 1 0 0 0,2 2 0 0 0,-2 1 0 0 0,0-1 0 0 0,1 3 0 0 0,1 0 64 0 0,0-1-64 0 0,2 0 0 0 0,-1 1 0 17-26,1-2 0-17 26,2 2 0 0 0,-1 0 0 0 0,1 0 0 0 0,1-2 0 0 0,1 1 0 0 0,0-1 0 0 0,1 0 0 0 0,0-2 0 0 0,1-2 0 0 0,0 2 0 0 0,1-2 0 0 0,-1-2 0 0 0,2 0 0 0 0,-1 0 88 0 0,0-2-88 0 0,0 1 96 0 0,0-2-96 0 0,2 0 0 0 0,-2-2 72 15-28,1 1-72-15 28,-1-2 0 0 0,1 2 72 0 0,-2-2-72 0 0,-1 1 0 0 0,1 1 64 0 0,-3 2-64 0 0,2-2 0 0 0,-2 3 0 0 0,-2 0 0 0 0,2 2 0 0 0,0 0 0 0 0,0 0 0 0 0,-1 1 0 0 0,-1 0 0 0 0,1 2 0 0 0,0 0 0 0 0,0 1 0 0 0,-1 0-88 0 0,1 1 88 0 0,-2 1-104 0 0,1 1 104 0 0,0 0-72 0 0,-1 1 72 0 0,-1-2-64 0 0,1 2 64 0 0,-1-1 0 0 0,0 0 64 0 0,2 1-64 0 0,-2-1 0 0 0,1-1 0 0 0,0 3 0 0 0,1-4 64 0 0,0-1-64 0 0,2 1 0 0 0,0-2 64 0 0,0 1-64 0 0,2-2 0 0 0,1-1 72 0 0,2-1-72 0 0,0 0 0 0 0,1-3 72 0 0,1-1-72 0 0,2-1 0 0 0,0-2 72 0 0,-1 3-72 0 0,-2-3 0 0 0,1 2 0 0 0,0 0 0 0 0,-1-1-288 0 0,-2 2-16 0 0,-2 0-8 0 0,0 1 0 0 0,1 1-976 0 0,-3 0-200 0 0,0 2-40 0 0,0-1-5816 0 0</inkml:trace>
  <inkml:trace contextRef="#ctx0" brushRef="#br0" timeOffset="4">1149 2756 2759 3270 2745,'-1'0'248'0'0,"0"0"-248"0"0,1 0 0 0 0,0 0 0 0 0,0 1 512 0 0,0-1 64 0 0,-1-1 0 0 0,0 1 8 0 0,1-2 360 0 0,0 2 72 0 0,0-1 8 0 0,0 1 8 0 0,0 0-168 0 0,0 0-40 0 0,0 0-8 0 0,0 0 0 0 0,0 0-8 0 0,0 0 0 0 0,0 0 0 0 0,0 0 0 0 0,0 0-72 0 0,0 0-24 0 0,-5 17 0 0 0,4-8 0 0 0,1 3-280 0 0,-2 1-56 0 0,1 3-16 0 0,1 0 0 0 0,-1 4-48 0 0,0 2-16 0 0,1-2 0 0 0,0 1 0 0 0,2-1-40 0 0,-2 0-16 0 0,1 0 0 0 0,1 0 0 0 0,-2 2-80 0 0,0 0-24 0 0,1 2 0 0 0,-1-1 0 0 0,0 1-32 0 0,1-2-8 0 0,-1 2 0 0 0,0-2 0 0 0,0-2-8 0 0,0 0-8 0 0,0 1 0 0 0,0 0 0 0 0,-1-1 0 0 0,0-1 0 0 0,1-1 0 0 0,0 0 0 0 0,-3-1 0 0 0,3-1 0 0 0,-1-1 0 0 0,-1-1 0 0 0,1-1-80 0 0,0-2 96 0 0,1 1-96 0 0,-2-1 96 0 0,2 0-32 0 0,0-4-64 0 0,0 0 96 0 0,0-3-32 0 0,0 0-64 0 0,0-2 64 0 0,0-1-64 0 0,0-1 64 0 0,2 0-64 0 0,-2 0 64 0 0,1-1-64 0 0,0-3 64 0 0,1 2-64 0 0,-1-2 96 0 0,2-1-96 0 0,-2-1 96 0 0,0 1-96 0 0,1-2 0 0 0,-1 1 72 0 0,0-1-72 0 0,-1 1 0 0 0,0-2 0 0 0,0 2 0 0 0,0 0 0 0 0,0-1 0 0 0,-1 1 0 21-26,0 0 0-4 0,-1 1 0-17 26,0 1 0 19-28,-1 0 0-1 0,1 2 0-1 2,-1 0-64-17 26,-2 1-16 18-28,0 1 0-18 28,0 3 0 0 0,0 2 0 0 0,-2 0 0 0 0,1 2 0 0 0,-1 2 0 0 0,0 0 0 0 0,0 1 80 0 0,2-1 0 0 0,0-1-72 0 0,0 1 72 0 0,1 2 0 0 0,-1 1 0 0 0,3 1 0 0 0,-1 0 0 0 0,3-4 0 0 0,3 0 0 0 0,-1-2 0 0 0,1-1 0 0 0,0-2 0 0 0,3 1 0 0 0,0-2 0 0 0,-1-1 0 0 0,2-2 0 0 0,-1 0 0 17-27,-1-2 0-17 27,2 0 64 0 0,0-4-64 0 0,1 1 96 0 0,0-1-96 0 0,-1-3 96 0 0,-1 2-96 0 0,0-1 0 0 0,-2 1 72 0 0,-1 1-72 0 0,0 1 0 0 0,-2-1 0 0 0,0 1 0 0 0,-2 1 0 0 0,1 1 0 0 0,0 1 0 0 0,-3 1 0 0 0,0 1 0 0 0,1 0 0 0 0,-1 1 0 0 0,-1 1 0 0 0,0 2 0 0 0,0 2 0 0 0,-1 0 0 0 0,1 0 0 0 0,1-2 0 0 0,2 1 0 0 0,-1-2 0 0 0,2 1 0 0 0,2-1 0 0 0,-1-2 0 0 0,2 1 0 0 0,1-1 0 0 0,1-2 0 0 0,1-1 0 0 0,2-1 0 0 0,-1-2 0 0 0,1 0 0 0 0,1-1-96 0 0,1-1 16 0 0,-2-2 8 0 0,1 0 0 0 0,-3 2-24 0 0,-1 0 0 0 0,-1 2 0 0 0,-2 0 0 0 0,-1 0 96 0 0,-2 0-104 0 0,-1 1 40 0 0,-2 0 64 0 0,-2 1 0 0 0,-2 0 0 0 0,-2 2 0 0 0,0 0 0 0 0,-2 1 0 0 0,1 1 0 0 0,0 0 0 0 0,-1 2 0 0 0,1-1 0 0 0,2 2 0 0 0,2-2 0 0 0,2 0 0 0 0,3-1 0 0 0,1-1 0 0 0,2 0 0 0 0,1-1 0 0 0,4-2-416 0 0,1-2-40 0 0,2-3-16 0 0,1-2-8616 0 0</inkml:trace>
  <inkml:trace contextRef="#ctx0" brushRef="#br0" timeOffset="5">1222 2730 5063 3212 2783,'-3'-2'224'0'0,"1"0"48"0"0,0 1-272 0 0,1 0 0 0 0,1 1 0 0 0,-1-2 0 0 0,1 2 952 0 0,-1 0 136 0 0,0-1 24 0 0,0 1 8 0 0,0 0 120 0 0,0 0 24 0 0,0 2 8 0 0,1-1 0 0 0,0 1-472 0 0,0 2-96 0 0,1-1-24 0 0,1 3 0 0 0,-1 0-112 0 0,2 2-24 0 0,0 0-8 0 0,2 1 0 0 0,0 1-192 0 0,2 1-40 0 0,1 2-8 0 0,2 1 0 0 0,1 1-40 0 0,1 4-16 0 0,1-1 0 0 0,0 2 0 0 0,-1 1-48 0 0,0-1 0 0 0,1 0-8 0 0,0 0 0 0 0,-2-1-56 0 0,0 1-16 0 0,1 1 0 0 0,1 0 0 0 0,-2 1-16 0 0,1 0 0 0 0,-1-2 0 0 0,-1 1 0 0 0,0-3-16 0 0,0 1-8 0 0,1 2 0 0 0,1 0 0 0 0,0 0 16 0 0,-1-2 0 0 0,1 1 0 0 0,-1-4 0 0 0,0 1 8 0 0,-2-2 8 0 0,1 0 0 0 0,0-1 0 0 0,0 1 0 0 0,-1-4 0 0 0,-2-1 0 0 0,3 0 0 0 0,-2 2-16 0 0,2 1-8 0 0,0-2 0 0 0,-2-1 0 0 0,1 0-80 0 0,-1-1 80 0 0,0 0-80 0 0,-1-2 80 0 0,0 0-80 0 0,-2-1 0 0 0,-1-2 72 0 0,0-1-72 0 0,-1-1 64 0 0,-1-1-64 0 0,0 1 64 0 0,-1-1-64 0 0,0 1 0 0 0,1-2 64 0 0,-1 0-64 0 0,0 1 0 0 0,-1-1 64 0 0,0 1-64 0 0,0-1 64 0 0,1 2-64 0 0,-1-2 0 0 0,0 0 64 0 0,0 0-64 0 0,0 0 0 0 0,0 0 0 0 0,0 0 0 0 0,0 0 0 0 0,0 0 64 18-25,0 0-64-18 25,0 0 0 0 0,0 0 0 0 0,0 0 0 0 0,0 0 0 0 0,0 0 0 0 0,0 0 0 0 0,0 0 0 0 0,0 0 0 18-25,0 0 0-18 25,0 0 0 0 0,0 0 0 0 0,0 0 0 0 0,0 0 0 0 0,0 0 0 0 0,0 0 0 0 0,0 0 0 0 0,0 0 0 0 0,0 0 0 0 0,-5-18 0 0 0,5 11 0 0 0,0 0 0 0 0,-1 1 0 0 0,-1 1 0 0 0,0 0-64 0 0,-1 1 0 20-25,-2 1 0-20 25,0-1 0 0 0,-1 3-32 0 0,1 0-8 0 0,2 0 0 0 0,-2 2 0 0 0,0 1 8 0 0,0 1 0 0 0,-2 1 0 0 0,1 2 0 0 0,-2 2 96 0 0,2 1-72 0 0,2-2 72 0 0,0 1-64 0 0,0 0 64 0 0,0 3 0 0 0,2-1 0 0 0,1 1 0 0 0,1 1 0 0 0,1-2 0 0 0,2-1 0 0 0,2-2 0 0 0,1 1 0 0 0,3-4 0 0 0,-3 0 0 0 0,3-2 0 0 0,2-1 0 0 0,1-2 0 0 0,3-2 0 0 0,-2-2 0 18-25,0 1 0-18 25,0-3 0 0 0,-2-2 0 0 0,-1 1 0 16-27,-3 1 0-16 27,-1 0 0 0 0,-1 1 0 0 0,-2 0-64 0 0,-1 1 64 0 0,-1 0-64 0 0,-1-1 64 0 0,-1 2-64 20-26,-1 0 64-20 26,0-1 0 0 0,-1 4 0 0 0,-2-1 0 0 0,1 2 0 0 0,-1 0 0 0 0,0 2 0 16-28,-2 1 0-16 28,1 0 0 0 0,-1 2 0 0 0,-1 1 0 0 0,1 2 0 0 0,0 1 0 0 0,1-1 0 0 0,0 1 0 0 0,2-1 64 0 0,0 0-64 0 0,3-1 0 0 0,1-1 0 0 0,0-2 64 0 0,3 1-64 0 0,1-2 0 0 0,0 0 0 0 0,2-2 64 0 0,3-1-64 0 0,0-3 0 0 0,2 0 0 0 0,1-4 0 0 0,1 1 0 0 0,-1-2 0 0 0,1-2 0 0 0,0 0 0 0 0,-1-1 0 0 0,-2 0-64 0 0,-2 1 64 0 0,-1 1-96 0 0,-1 1-8 0 0,-3 0-8 0 0,-1 0 0 0 0,-2 1 0 0 0,-2-1 32 0 0,-4 1 8 0 0,1 2 0 0 0,-2 2 0 0 0,1 0 72 0 0,-2 2 0 0 0,-5 2 0 0 0,-3 2 0 0 0,-1 1 160 0 0,0 2-8 0 0,0 2 0 0 0,1-2 0 0 0,3 1-8 0 0,2 0 0 0 0,-1 0 0 0 0,3-2 0 0 0,3 2-32 0 0,0-1-8 0 0,3-2 0 0 0,2 1 0 0 0,1-1-104 0 0,1 1 0 0 0,1-4 0 0 0,3 1 0 0 0,1-2-264 0 0,3-2-56 0 0,2 0 0 0 0,6-3-9664 0 0</inkml:trace>
  <inkml:trace contextRef="#ctx0" brushRef="#br0" timeOffset="6">1931 2161 2303 3158 3177,'-2'1'200'0'0,"-1"0"-200"0"0,2-1 0 0 0,-1 0 0 0 0,2 0 592 0 0,-2 0 80 0 0,0 1 8 0 0,-2 0 8 0 0,-1 1 224 0 0,1-1 48 0 0,-1 0 0 0 0,2 0 8 0 0,2-1-80 0 0,1 1-24 0 0,0-1 0 0 0,3-1 0 0 0,1 1-256 0 0,0-1-48 0 0,1 1-16 0 0,3 0 0 0 0,-1 0-72 0 0,0 1-24 0 0,2 1 0 0 0,0 0 0 0 0,1 1 16 0 0,0 2 0 0 0,2 0 0 0 0,2 1 0 0 0,1 2-136 0 0,1-1-24 0 0,2 3-8 0 0,2-2 0 0 0,2 3-40 0 0,1-1 0 0 0,1 0-8 0 0,0-1 0 0 0,-3-1-56 0 0,3 0-16 0 0,4 3 0 0 0,-2-1 0 0 0,-3-1-16 0 0,1 2-8 0 0,4 1 0 0 0,1 3 0 0 0,0-1-32 0 0,-1 1-8 0 0,1-1 0 0 0,-2-1 0 0 0,0 0-16 0 0,0 1 0 0 0,0-1 0 0 0,0 0 0 0 0,0-1-8 0 0,-1-1-8 0 0,-2 1 0 0 0,1-1 0 0 0,0-2-16 0 0,-1 0 0 0 0,0 0 0 0 0,-2-1 0 0 0,1 0-64 0 0,-4-1 0 0 0,-1-1 72 0 0,-1 0-72 0 0,0-2 64 0 0,1 1-64 0 0,-4-1 80 0 0,-1 0-80 0 0,2-2 64 0 0,-2 0-64 0 0,-2-1 0 0 0,1-1 72 0 0,-4 2-72 0 0,0 0 96 0 0,0-2-96 0 0,-3 2 96 0 0,-1-1-96 0 0,0 0 0 0 0,-1 1 72 0 0,0-2-72 0 0,-1 2 0 0 0,1-1 0 0 0,-1 1 0 0 0,0 0 64 0 0,-1 0-64 0 0,1 0 0 0 0,-1 0 64 0 0,1 0-64 0 0,1-1 0 0 0,-2 1 0 0 0,2-1 0 0 0,0 1 64 0 0,-2-1-64 0 0,1 0 0 0 0,1 1 0 0 0,-1-1 64 0 0,0 1-64 0 0,0-2 64 0 0,0 3-64 0 0,0-1 64 0 0,-2-2-64 0 0,2 1 64 0 0,-1 0-64 0 0,0 1 64 0 0,0-2-64 0 0,0 0 0 0 0,-1 0 0 0 0,0 0 0 0 0,0 0 0 0 0,2 0 0 0 0,-2-2 0 0 0,0 0 0 0 0,0 0 0 0 0,-2-1 0 0 0,2 0 0 0 0,-2-1 64 0 0,0 1-64 0 0,-1-1 0 0 0,-2 0 0 0 0,0 0 0 0 0,0 0 0 0 0,-2 2 0 0 0,-2 2 0 0 0,-1 0 0 0 0,1 2 0 0 0,-2 0 0 0 0,-1 3 0 0 0,0 1 0 0 0,1-1 0 0 0,0 2 0 0 0,0 0 0 0 0,2 1-64 0 0,2 0 64 0 0,1-1 0 0 0,3 0 0 0 0,-1 1 0 0 0,3-1 0 0 0,1-1 0 0 0,0-1 0 0 0,0-1 0 0 0,1 0 0 0 0,3 1 0 0 0,0 0 0 0 0,1-2 0 0 0,2 1 0 0 0,1-1 0 0 0,0-1 0 0 0,2-1 0 0 0,0-1 0 0 0,-1 0 0 0 0,2-2 0 0 0,-1-1 64 0 0,1-1-64 0 0,-2-1 0 0 0,1-1 0 0 0,-1 0 0 0 0,-1-3 0 0 0,-3 2 0 0 0,0 1 0 0 0,-1-1 0 0 0,-1 0 0 0 0,-2-1 0 0 0,0 1 0 0 0,-2 0 0 0 0,0 1 0 0 0,-1-1 0 0 0,-1 2 0 0 0,-2 1 0 0 0,1 1 0 0 0,-3 0 0 0 0,2 2 0 0 0,-3 0 0 0 0,-2 2 0 0 0,1 2 0 0 0,0 1 0 0 0,0-1-64 0 0,2 2 64 0 0,-3 0 0 0 0,2 4 0 0 0,-2-2 0 0 0,2 2 0 0 0,1 1 0 0 0,1-1 0 0 0,3-2 0 0 0,1 0 0 0 0,0 1 0 0 0,2-3 0 0 0,0 1 0 0 0,2-1 0 0 0,0 0 0 0 0,1 0 0 0 0,0-2 0 0 0,3-1 0 0 0,0 0 0 0 0,2 0 0 0 0,0-2 0 0 0,0-2 0 0 0,2 0 0 0 0,0-1 0 0 0,-3-1 0 0 0,1 1 0 0 0,1-2 0 0 0,1-2 0 0 0,1-2 64 0 0,0-1-64 0 0,-2 1 0 0 0,-2 0 0 0 0,-2 0-64 0 0,-2 2 64 0 0,-1 1-104 0 0,-2-1 40 0 0,-2 1 64 0 0,-2 2-80 0 0,-1 0 80 0 0,-1 2 0 0 0,-3 2-72 0 0,3 0 72 0 0,-1 1 0 0 0,-2 1 0 0 0,-1 1 0 0 0,1 1 0 0 0,0 2 88 0 0,-1-1-88 0 0,1 1 96 0 0,4-1-24 0 0,-1-1 0 0 0,2 2 0 0 0,1-3 0 0 0,3 1-72 0 0,0 0 0 0 0,0-1 72 0 0,3-1-72 0 0,0 0 0 0 0,2 0 0 0 0,0-1 0 0 0,0 0 0 0 0,2-1 0 0 0,0 0 64 0 0,0-1-64 0 0,-1-1 0 0 0,1 1 0 0 0,-2-1 64 0 0,-2 0-64 0 0,0 1 0 0 0,-1-1 0 0 0,1 1 0 0 0,-3-1 0 0 0,3 1 0 0 0,-3 0 0 0 0,1 0 0 0 0,0 0 0 0 0,0 0 0 0 0,0 1 0 0 0,-1 0 0 0 0,0-2 0 0 0,1 1 0 0 0,1 1 0 0 0,-2 0 0 0 0,1-1 0 0 0,-1 1 0 0 0,0 0 0 0 0,0 0-64 0 0,0 0 64 0 0,0 0-64 0 0,0 0 64 0 0,0 0-104 0 0,0 0 40 0 0,0 0 64 0 0,0 0-112 0 0,0 0 40 0 0,0 0 8 0 0,0 0 0 0 0,0 0-24 0 0,0 0 0 0 0,0 0 0 0 0,0 0 0 0 0,0 0-64 0 0,0 0-8 0 0,0 0-8 0 0,0 0 0 0 0,0 0-456 0 0,0 0-88 0 0,0 0-24 0 0,0 0 0 0 0,0 0-960 0 0,0 0-192 0 0</inkml:trace>
  <inkml:trace contextRef="#ctx0" brushRef="#br0" timeOffset="7">2970 2663 919 2987 3505,'0'-1'80'0'0,"0"1"-80"0"0,0-1 0 0 0,0 0 0 0 0,0 1 632 0 0,-2 0 104 0 0,2 0 32 0 0,0-1 0 0 0,0 1 512 0 0,-2-1 96 0 0,0 1 32 0 0,2 0 0 0 0,0 0-280 0 0,0 0-48 0 0,0 0-16 0 0,-12 14 0 0 0,9-8-496 0 0,1 0-104 0 0,-1 5-16 0 0,0 2-8 0 0,-2 3-56 0 0,0 3-16 0 0,0 4 0 0 0,-3 4 0 0 0,0 3 40 0 0,-2 2 8 0 0,-1 3 0 0 0,-1-2 0 0 0,1-7 32 0 0,-2 2 0 0 0,-1 3 8 0 0,-4 0 0 0 0,3 1-120 0 0,-2-2-24 0 0,2 1-8 0 0,0-3 0 0 0,2-1-48 0 0,0-3-16 0 0,4-1 0 0 0,-1-2 0 0 0,3-5-128 0 0,1 0-24 0 0,2-4-8 0 0,0-2 0 0 0,2-1-16 0 0,0-2 0 0 0,1-3 0 0 0,0 0 0 0 0,1-2 0 0 0,0 0-64 0 0,0 0 96 0 0,0-4-32 0 0,0 0 0 0 0,0 0-64 0 0,1 1 96 0 0,-1-2-32 0 0,0-1 24 0 0,0 4 0 0 0,0 0 0 0 0,0 0 0 0 0,1-18-88 0 0,-1 14 0 0 0,0-2 0 0 0,-1 0 0 0 0,0 2 0 0 0,-1-2 0 0 0,0-1 0 0 0,-1 1 0 0 0,0 2 0 0 0,-1 1 0 0 0,1-2 0 0 0,-2 4 0 0 0,1-1 0 0 0,0 1 0 0 0,-2 0 0 0 0,0 1 0 0 0,0 1 0 0 0,-2 2 0 0 0,2 1-64 0 0,-4 1 64 0 0,2 1-64 0 0,-3 4 64 0 0,1-3-80 0 0,0 4 80 0 0,1-1 0 0 0,-1 1 0 0 0,1 1 0 0 0,1-1 0 0 0,0 0 0 0 0,1 0 0 0 0,1 2 0 0 0,-1-2 0 0 0,4 2 0 0 0,1-3 0 0 0,0-1 0 0 0,2-2 0 0 0,2-1 0 0 0,-1-1 0 0 0,3 1 0 0 0,2-3 0 0 0,1 0 0 0 0,0-1 0 0 0,3-2 0 0 0,-1 0 0 0 0,0-1 0 0 0,0-2 104 0 0,0 0-32 0 0,0 0-8 0 0,1-1-64 0 0,0-2 64 0 0,-3 1-64 0 0,-1 1 64 0 0,0-2-64 0 0,-1 0 0 0 0,-1 1 0 0 0,-1 0 0 26-21,-1-1 64-26 21,-2 0-64 27-19,0 0 0-27 19,-1 0 64 0 0,-2 3-64 0 0,0 1 0 0 0,1-2 0 0 0,-3 4 0 0 0,0-2-64 26-21,-1 4 64-26 21,1-1 0 0 0,-1 2 0 0 0,-1 2 0 0 0,1 0 0 0 0,-1 0-72 0 0,0 3 72 0 0,-1 0 0 0 0,1 0 0 0 0,2-2 0 0 0,2 1 0 0 0,-1 0 0 0 0,1 0 0 0 0,1 0 0 0 0,1 0 0 0 0,1 0 0 25-21,0-2 0-25 21,3 0 0 0 0,-1-1 0 0 0,2-2 0 0 0,1 0 0 0 0,2 0 0 0 0,-1-2 0 0 0,1 0 0 0 0,0-2 0 0 0,2-1 0 0 0,1-1 0 0 0,3-1 80 0 0,-2-1-80 0 0,-1 0 80 25-19,-1 1-80-25 19,-3 1 0 0 0,1-2 0 0 0,1 0 0 0 0,-3-1 0 0 0,1 0 0 0 0,-2 0 0 0 0,-2 0-72 0 0,-2-1 72 0 0,0 4-64 0 0,-2-1 64 0 0,-1 0 0 0 0,0 0-72 0 0,-3-3 72 0 0,-1-1 0 0 0,0 1 0 0 0,-1-1 0 0 0,-1 3-72 0 0,0 2 72 0 0,3 3-80 0 0,-2 1 80 0 0,1 1-72 0 0,0 1 72 0 0,1 0-64 0 0,-1 3 64 0 0,1 1 0 0 0,1 1-64 0 0,1 0 64 0 0,-1 0 0 0 0,2 3 0 0 0,1-2 0 0 0,-1-3 0 0 0,3 1-64 0 0,0-1 64 0 0,0 0-104 0 0,3-2 40 0 0,-1 0 64 0 0,1-1-328 0 0,0 0-8 0 0,1-1 0 0 0,0 0 0 0 0,1-1-816 0 0,0 0-168 0 0,1 0-32 0 0,-1-1-8 0 0,1 1-480 0 0,1-1-96 0 0</inkml:trace>
  <inkml:trace contextRef="#ctx0" brushRef="#br0" timeOffset="8">2639 3442 1375 3063 3041,'-1'-2'64'0'0,"0"2"8"0"0,1 0-72 0 0,-1-1 0 0 0,1 1 0 0 0,0 0 0 0 0,0 0 544 0 0,0 0 96 0 0,0-1 24 0 0,-1 0 0 0 0,1 0 104 0 0,0 1 16 0 0,0 0 8 0 0,0 0 0 0 0,0 0-240 0 0,0 0-40 0 0,0 0-16 0 0,0 0 0 0 0,12-11-56 0 0,-11 9-16 0 0,0 0 0 0 0,1 1 0 0 0,-1-1 136 0 0,0 1 24 0 0,1 0 8 0 0,-1-1 0 0 0,-1 2 104 0 0,1-2 16 0 0,-1 2 8 0 0,0-1 0 0 0,0 1-40 0 0,0 0-8 0 0,0-1 0 0 0,0 0 0 0 0,0 1-240 0 0,1 0-48 0 0,-1 0-16 0 0,0 0 0 0 0,0-1-176 0 0,0 1-40 0 0,0 0-8 0 0,0 0 0 0 0,0 0-8 0 0,0 0 0 0 0,0 0 0 0 0,0 0 0 0 0,0 0-8 0 0,0 0-8 0 0,0 0 0 0 0,0 0 0 0 0,0 0-32 0 0,0 0-8 0 0,0 0 0 0 0,0 0 0 0 0,0 0-16 0 0,0 0-64 0 0,0 0 96 0 0,0 0-32 0 0,0 0-64 0 0,0 0 64 0 0,0 0-64 0 0,0 0 64 0 0,0 0-64 0 0,0 0 80 0 0,0 0-80 0 0,0 0 80 0 0,0 0-80 0 0,0 0 0 0 0,0 0 0 0 0,0 0 64 0 0,0 0-64 0 0,0 0 0 0 0,0 0 0 0 0,0 0 64 0 0,0 0-64 0 0,0 0 0 0 0,0 0 72 0 0,0 0-72 0 0,0 0 0 0 0,0 0 72 0 0,0 0-72 0 0,0 0 0 0 0,0 0 64 0 0,0 0-64 0 0,-12 9 0 0 0,10-7 0 0 0,1 0 0 0 0,-1 1 0 0 0,1 0 64 0 0,-1 0-64 0 0,-1 2 0 0 0,1-1 0 0 0,-1 2 64 0 0,0-1-64 0 0,1 2 0 0 0,-3 2 0 0 0,0 2 64 0 0,-1 0-64 0 0,1-1 0 0 0,-2 1 0 0 0,1 1 64 0 0,-2-1-64 0 0,0 5 0 0 0,-2 1 64 0 0,0 0-64 0 0,-1 2 0 0 0,1-1 80 0 0,-2 2-80 0 0,1 0 64 0 0,0-2-64 0 0,0 0 96 0 0,1-2-32 0 0,-3 1 0 0 0,1 0 0 0 0,0-1 0 0 0,1-1 0 0 0,1 0 0 0 0,-2 1 0 0 0,-1 1 0 0 0,-1 3-64 0 0,-1 2 96 0 0,0 1-32 0 0,1-3 0 0 0,-2 2-64 0 0,3-1 96 0 0,-2-2-32 0 0,1-2 0 0 0,2 0-64 0 0,0-2 96 0 0,2-2-32 0 0,0-1 16 0 0,2-1 0 0 0,1 0 0 0 0,0-1 0 0 0,0 1-80 0 0,2-3 80 0 0,-1 0-80 0 0,2 0 80 0 0,-1-1-80 0 0,0 1 0 0 0,2-1 0 0 0,-1-2 64 0 0,1 1-64 0 0,-1-1 0 0 0,1-1 0 0 0,0 0 64 0 0,1-1-64 0 0,-2-1 0 0 0,3 1 0 0 0,0-2 64 0 0,-1 0-64 0 0,2 0 0 0 0,-1-1 0 0 0,1 0 64 0 0,1-1-64 0 0,-1 0 0 0 0,0-1 0 0 0,1 0 0 0 0,-1 2 0 0 0,0 0 64 0 0,5-13-64 0 0,-2 7 64 0 0,-1-1-64 0 0,1-2 0 0 0,0 2 0 0 0,0-1 0 24-25,-1 0 0-3 3,-1 1 0 1-2,0 1-88-22 24,-1 0 88 0 0,0 2-96 21-23,-2 0 16-21 23,1 0 8 0 0,-3 1 0 22-24,2 1-24-22 24,-1 2-8 0 0,-3 0 0 0 0,2 0 0 0 0,0 1 8 0 0,-2 2 0 0 0,-1 0 0 0 0,-1 2 0 0 0,3 0 32 0 0,-4 2 64 0 0,-1 2-104 0 0,1-1 40 0 0,1 0 64 0 0,-1 1 0 0 0,2 2 0 0 0,-3 1 0 0 0,4-3 0 0 0,-1 1 0 0 0,3-1 0 0 0,0 1 0 0 0,0-3 0 0 0,3 1 0 0 0,-1-2 0 0 0,2 2 0 0 0,0-2 0 0 0,2-1 0 0 0,0-1 0 20-25,1-1 0-20 25,2 0 64 0 0,0-2-64 0 0,2 1 64 0 0,0-4-64 0 0,0 1 96 0 0,0-2-24 0 0,1 0 0 0 0,0-3 0 0 0,0 0-72 0 0,-2 0 96 0 0,1 1-96 0 0,-1-1 96 0 0,-1 0-96 0 0,-3 0 0 0 0,1 0 0 0 0,-2-1 0 0 0,0 2 0 0 0,-2-1 0 0 0,0 2 0 0 0,-2 1 0 0 0,1 0 0 0 0,-1 1 0 0 0,-2 1-64 0 0,2 1 64 0 0,0 0-88 0 0,-1 1 24 0 0,0 2 0 0 0,0 0 0 0 0,-1 1 64 0 0,1 0-80 0 0,0 1 80 0 0,3-1-80 0 0,-1-2 80 0 0,1 2 0 0 0,0-2 0 0 0,1 0 0 0 0,1 1 0 0 0,0 0 0 0 0,1-2 0 0 0,1 1 0 0 0,-1-1 0 0 0,2 1 0 0 0,-2-1 0 0 0,1-1 0 0 0,1 0-128 0 0,-2 1 24 0 0,0-1 0 0 0,2 0 0 0 0,-1 0-56 0 0,0-1-16 0 0,0 1 0 0 0,-1 0 0 0 0,0-1 0 0 0,0 1 0 0 0,-1 0 0 0 0,-1 0 0 19-23,2 0 8-19 23,-2-2 0 0 0,0 1 0 0 0,0-1 0 0 0,0 2 168 0 0,-2-2 0 0 0,2 0-72 0 0,0 0 72 0 0,-1 0 0 0 0,1 2 0 0 0,0 0 0 0 0,0 0 0 0 0,0 0 0 0 0,0 0 0 0 0,0 0 64 0 0,0 0-64 0 0,0 0 64 0 0,0 0 0 0 0,0 0-64 0 0,-14 6 96 0 0,12-4 0 0 0,-1 0 0 0 0,1 1 0 0 0,0 0 0 0 0,-1 1-8 0 0,-2-1-8 0 0,1 3 0 0 0,-1 1 0 0 0,-1-1-16 0 0,0 3-64 0 0,-1-1 96 0 0,2 1-32 0 0,-4 1 0 0 0,1 1-64 0 0,-1 2 96 0 0,-2 0-32 0 0,0 1 0 0 0,-1 3-64 0 0,-3 0 96 0 0,-1-1-32 0 0,2 3 16 0 0,-2-1 0 0 0,-1 2 0 0 0,-1-2 0 0 0,3-1-8 0 0,-1 0 0 0 0,0 0 0 0 0,2-1 0 0 0,-1 0-8 0 0,1 0 0 0 0,1-2 0 0 0,-1-1 0 0 0,0 2-64 0 0,2-4 64 0 0,2-2-64 0 0,0 0 64 0 0,1-1 16 0 0,0-1 0 0 0,2-1 0 0 0,-1-1 0 0 0,0 1 0 0 0,2-1 0 0 0,-2 0 0 0 0,1 1 0 0 0,2-2-8 0 0,-1 0 0 0 0,2-1 0 0 0,0 0 0 0 0,0 0-72 0 0,1 0 64 0 0,2-2-64 0 0,-1-1 64 0 0,2 0-64 19-24,0 0 0-19 24,0 0 0 0 0,0-1 0 0 0,2-1 0 0 0,-1-1 0 0 0,1 0 0 0 0,0 1 64 20-25,-1 0-64-20 25,1-2 0 21-26,1 0 0-21 26,-2 0 0 22-31,0 1 0-1 3,0 1-72-3 2,-1 1 72-18 26,0-1-80 0 0,0 0 80 0 0,-2 2-96 0 0,1 0 96 0 0,-2 2-96 18-27,1 0 24-18 27,-1 1 0 18-27,1 1 0-18 27,-3 1 0 18-28,3 3 72-18 28,-1-1-96 17-28,0 1 96-17 28,-1 0-96 0 0,3 0 96 0 0,-2 0 0 0 0,2 1 0 0 0,1-2 0 0 0,0 1 0 0 0,0-4 0 0 0,1 0 0 0 0,1-1 0 0 0,0 0 0 16-28,2-3 0-16 28,0 0 0 0 0,0-2 0 0 0,1 1 0 0 0,2-3 0 0 0,-2-2 0 17-27,1 1-64-17 27,-1-1 64 0 0,0 1-96 0 0,-1-4 96 0 0,-1 3-96 0 0,0-1 96 17-30,-2 2-104-2 3,0-1 40-15 27,-1 1 64 0 0,-1 0-96 0 0,-2 1 96 0 0,0-1-96 0 0,0 1 96 0 0,-1 1-88 0 0,1 1 88 0 0,-2 0-64 0 0,0 0 64 0 0,2 2-72 0 0,0 0 72 0 0,1 0-80 0 0,1 0 80 0 0,-1 0-104 0 0,1 0 24 0 0,0 1 8 0 0,1-1 0 0 0,0 1-232 0 0,3 0-48 0 0,1 0 0 0 0,-4-1-5712 0 0,0 0-1136 0 0</inkml:trace>
  <inkml:trace contextRef="#ctx0" brushRef="#br0" timeOffset="9">2146 4247 6911 3212 2416,'-4'-2'304'0'0,"4"1"64"0"0,-2 0-296 0 0,2 1-72 0 0,0-1 0 0 0,0 0 0 0 0,0 1 696 0 0,0-2 120 0 0,0 2 24 0 0,0-1 8 0 0,2 0-48 0 0,-2 1-16 0 0,0 0 0 0 0,0 0 0 0 0,0 0-344 0 0,0 0-72 0 0,0 0-16 0 0,0 0 0 0 0,0 0 112 0 0,0 0 16 0 0,8 16 8 0 0,-8-10 0 0 0,1 1-72 0 0,0 0-24 0 0,0 4 0 0 0,-1 0 0 0 0,1 2-112 0 0,-1 1-24 0 0,1 4-8 0 0,0-2 0 0 0,-1 4 48 0 0,-1 1 16 0 0,0 0 0 0 0,0 1 0 0 0,-1 1-24 0 0,1 0-8 0 0,-2-1 0 0 0,0 3 0 0 0,-1 6-88 0 0,1 1-8 0 0,0-2-8 0 0,0 0 0 0 0,0 1-32 0 0,-1-1-8 0 0,2-1 0 0 0,1-3 0 0 0,1-1-32 0 0,0-3-8 0 0,1-1 0 0 0,-1-3 0 0 0,3-3-96 0 0,-3-1 64 0 0,1-2-64 0 0,0 0 0 0 0,0-2 112 0 0,-1 0-24 0 0,1 1-8 0 0,-1-4 0 0 0,0 0-16 0 0,0-3 0 0 0,0-2 0 0 0,0 0 0 0 0,0-1-64 0 0,0 0 80 0 0,-1-2-80 0 0,0 0 80 0 0,0-3-8 0 0,-1 1 0 0 0,0-1 0 0 0,-1-2 0 0 0,2-1-8 0 0,-1 1-64 0 0,0-1 96 0 0,1 0-32 0 0,-1 1-64 0 0,-1 1 0 0 0,1 1 0 0 0,1 1 0 0 0,-1 2 0 0 0,0-1 0 0 0,1 2 0 0 0,-1 2 0 0 0,0-2-72 0 0,2 1-32 17-26,-2 1-8-17 26,1 1 0 0 0,-1 1 0 16-29,1 1 0 1 1,-1 0 0-17 28,1 1 0 14-27,1 0 112-14 27,0 0 0 0 0,0-1-80 0 0,3 0 80 0 0,-2-2 0 0 0,2 0-88 15-27,1 0 88-15 27,1-2-64 0 0,0 0-32 0 0,1-1 0 0 0,-1-1 0 0 0,2-1 0 0 0,0-1-8 0 0,0-1-8 0 0,-1 0 0 0 0,-2 1 0 0 0,0-1 0 0 0,-2 1 0 0 0,0 0 0 0 0,0 1 0 0 0,-2 0 40 0 0,0 0 8 0 0,-2-1 0 0 0,0 1 0 15-28,-2 0 64-15 28,-1 0 0 0 0,0 0 0 0 0,-2 2 0 0 0,1-2 88 0 0,-1 2-24 0 0,3-2 0 0 0,-1 1 0 0 0,0 0-64 0 0,2-1 64 0 0,0 1-64 0 0,2-2 64 0 0,2 0-224 0 0,2-2-40 0 0</inkml:trace>
  <inkml:trace contextRef="#ctx0" brushRef="#br0" timeOffset="10">2192 4253 3479 3280 2423,'-3'-6'72'0'0,"1"2"24"0"0,1 2 0 0 0,0-1 0 0 0,1 1-96 0 0,0 1 0 0 0,0-1 0 0 0,0 1 0 0 0,1-2 1792 0 0,-1-2 328 0 0,1 0 72 0 0,-1 1 16 0 0,2 0-600 0 0,-1 2-112 0 0,-1 2-24 0 0,2 0-8 0 0,1 2-664 0 0,-1 2-136 0 0,1 1-24 0 0,1 1-8 0 0,0 3-280 0 0,1 0-48 0 0,2 1-16 0 0,-2 1 0 0 0,4 2-160 0 0,1 1-32 0 0,1 5 0 0 0,1-3-8 0 0,2 1-16 0 0,-1 0 0 0 0,2 1 0 0 0,-2-1 0 0 0,1 0 16 0 0,0 1 0 0 0,-1-3 0 0 0,-1 1 0 0 0,3 1 8 0 0,-2 1 8 0 0,0 0 0 0 0,0-1 0 0 0,0 1 16 0 0,-2-2 0 0 0,0-2 0 0 0,1 2 0 0 0,-1 1 16 0 0,1 0 8 0 0,1 2 0 0 0,0-1 0 0 0,-1 0-64 0 0,-1-1-16 0 0,0 0 0 0 0,-1-2 0 0 0,0 0 0 0 0,-2-2 0 0 0,-1 0 0 0 0,0-3 0 0 0,-3-2-64 0 0,2 0 0 0 0,-3-3 72 0 0,-2-1-72 0 0,1 1 0 0 0,-1-4 0 0 0,0 1 0 0 0,-1-1 64 0 0,-1-1 0 0 0,1 0 8 0 0,0 0 0 0 0,0 0 0 0 0,-1 0-8 0 0,1 0 0 0 0,0 0 0 0 0,0 0 0 0 0,0 0 0 0 0,0 0-64 0 0,0 0 96 0 0,0 0-32 0 0,0 0-64 0 0,0 0 80 0 0,0 0-80 0 0,0 0 80 0 0,0 0-80 0 0,0 0 0 0 0,-14-7 0 0 0,11 4 0 0 0,2-1 0 0 0,-4 1 0 0 0,2 0-96 0 0,-1 0 96 0 0,0 2-88 0 0,-1 0 88 0 0,-1 1-64 0 0,1 2 64 0 0,0 1-88 0 0,0 1 88 0 0,-2 2-104 0 0,1 0 40 0 0,1-2-8 0 0,2 2 0 0 0,0-1 0 0 0,1 0 0 0 0,1 1 72 0 0,2-1 0 0 0,2-1 0 0 0,0-1 0 0 0,1-1-64 0 0,2 0 64 0 0,0 0-64 0 0,1-1 64 0 0,1-2-128 0 0,1 0 24 0 0,-2-2 0 0 0,0 1 0 0 0,1-1 32 0 0,-2-1 8 0 0,1 0 0 0 0,-2 1 0 0 0,0-1 64 0 0,-2 1 0 0 0,-1 1-72 0 0,0 1 72 0 0,-2 0 0 0 0,0 0 0 0 0,0 1 0 0 0,-1-1 0 0 0,0 2 0 0 0,-1 0 0 0 0,-1 1 80 0 0,2 1-80 0 0,-2-1 192 0 0,3-2-24 0 0,0 0 0 0 0,0 0 0 0 0,-9 13-56 0 0,7-10-16 0 0,2 0 0 15-26,0 0 0-15 26,1-1-96 0 0,1 1 0 0 0,1-1 0 0 0,-1-2 0 0 0,3 0-272 0 0,0-1-48 0 0,1-1-16 0 0,2-2-6320 0 0,0 0-1272 0 0</inkml:trace>
  <inkml:trace contextRef="#ctx0" brushRef="#br0" timeOffset="11">238 3523 4143 3311 2894,'-2'4'368'0'0,"1"0"-296"0"0,0-1-72 0 0,0 0 0 0 0,0-2 280 0 0,0 3 40 0 0,-2 2 0 0 0,-2 4 8 0 0,0 4-64 0 0,-2 4-8 0 0,1-2-8 0 0,1-1 0 0 0,1-2-184 0 0,1-1-64 0 0,-1-2 0 0 0,1-3 72 0 0,1 0-272 0 0,1-3-56 0 0,0-1-16 0 0,-2-2 0 0 0,-1-2 272 0 0</inkml:trace>
  <inkml:trace contextRef="#ctx0" brushRef="#br0" timeOffset="12">72 3837 5063 3401 2713,'-7'4'224'0'0,"4"-1"48"0"0,-2 1-272 0 0,2-1 0 0 0,1-2 0 0 0,0 1 0 0 0,0 1 272 0 0,0 1 0 0 0,-3 1 0 0 0,0 3 0 0 0,1 1-272 0 0,0-2-152 0 0,2-1 24 0 0,3-3 0 0 0</inkml:trace>
  <inkml:trace contextRef="#ctx0" brushRef="#br0" timeOffset="13">1088 3601 6911 3236 2716,'-8'0'608'0'0,"5"1"-480"0"0,0 1-128 0 0,0 0 0 0 0,3 0 728 0 0,-2 0 120 0 0,0 1 24 0 0,-1 3 8 0 0,-2 3-384 0 0,0 2-80 0 0,-1 1-8 0 0,3 0-8 0 0,1 1-680 0 0,0-1-136 0 0,2-2-24 0 0,-1 1-8 0 0</inkml:trace>
  <inkml:trace contextRef="#ctx0" brushRef="#br0" timeOffset="14">1027 3909 5527 3233 2584,'-2'5'488'0'0,"-1"-1"-392"0"0,1-2-96 0 0,1-1 0 0 0,1 1 896 0 0,-2 0 152 0 0,0 4 32 0 0,-2 1 8 0 0,-1 4-368 0 0,0 0-72 0 0,2-1-8 0 0,0-2-8 0 0,2-1-536 0 0,1 0-96 0 0,0-2 0 0 0,-1-1-3488 0 0,1 1-656 0 0</inkml:trace>
  <inkml:trace contextRef="#ctx0" brushRef="#br0" timeOffset="15">1724 3617 15199 2993 2676,'-7'6'672'0'0,"4"-3"144"0"0,0 1-656 0 0,1 0-160 0 0,1-2 0 0 0,1 1 0 0 0,0 1 0 0 0,0 1 0 0 0,3 5 0 0 0,0 0 0 0 0,3 2-752 0 0,1 0-184 0 0,3-3-40 0 0,0-1-8 0 0</inkml:trace>
  <inkml:trace contextRef="#ctx0" brushRef="#br0" timeOffset="16">1780 3830 1839 3101 2770,'-6'6'160'0'0,"1"-4"-160"0"0,2 2 0 0 0,0-1 0 0 0,1 1 1544 0 0,1-2 280 0 0,0-1 48 0 0,0 3 16 0 0,-1 3-544 0 0,1 1-112 0 0,-1 1-16 0 0,2-2-8 0 0,2 1-936 0 0,0-3-184 0 0,2 0-88 0 0,2-3-5776 0 0</inkml:trace>
  <inkml:trace contextRef="#ctx0" brushRef="#br0" timeOffset="17">1401 4766 8287 3316 2205,'-1'1'736'0'0,"0"0"-584"0"0,0 0-152 0 0,1 0 0 0 0,0 1 272 0 0,-2 0 24 0 0,0 1 8 0 0,-2 3 0 0 0,-1 1 256 0 0,1 2 48 0 0,-1-2 16 0 0,0 0 0 0 0,1 2-216 0 0,-1-3-48 0 0,0 1-8 0 0,0 0 0 0 0,-2 1-416 0 0,1-1-96 0 0,1-1-8 0 0,-2-1-5392 0 0</inkml:trace>
  <inkml:trace contextRef="#ctx0" brushRef="#br0" timeOffset="18">1249 4983 919 3305 2076,'-2'2'80'0'0,"0"0"-80"0"0,1-1 0 0 0,0-1 0 0 0,0 2 776 0 0,1-1 144 0 0,-3 2 24 0 0,-1-1 8 0 0,0 3-88 0 0,-1 0-24 0 0,1-1 0 0 0,0 0 0 0 0,2 0-840 0 0,2-4-96 0 0,1 1-64 0 0,1-2 0 0 0</inkml:trace>
  <inkml:trace contextRef="#ctx0" brushRef="#br0" timeOffset="19">2118 5056 15199 3213 2184,'-7'11'672'0'0,"2"-5"144"0"0,3 1-656 0 0,-1-1-160 0 0,2-2 0 0 0,1-1 0 0 0,0 3-88 0 0,0 3-48 0 0,1 4-16 0 0,2 3 0 0 0,1 0-1416 0 0,2-1-288 0 0,4-5-64 0 0,-2 0 0 0 0</inkml:trace>
  <inkml:trace contextRef="#ctx0" brushRef="#br0" timeOffset="20">2109 5429 12895 3216 1933,'-9'8'576'0'0,"3"-4"112"0"0,2 1-552 0 0,0-3-136 0 0,2-1 0 0 0,1 0 0 0 0,0 0 280 0 0,1 1 24 0 0,-2 1 8 0 0,2-1 0 0 0,2 2-1016 0 0,1-3-192 0 0,2-2-48 0 0,1-3-8 0 0,1 0 792 0 0,-1-3 160 0 0</inkml:trace>
  <inkml:trace contextRef="#ctx0" brushRef="#br0" timeOffset="21">2697 5054 14279 2926 2019,'1'2'1272'0'0,"0"-1"-1016"0"0,0 2-256 0 0,2-1 0 0 0,-1 0-880 0 0,2 0-224 0 0,2 3-48 0 0,4 1 0 0 0,5 2 64 0 0,1-1 8 0 0,-1 1 8 0 0,2-3 0 0 0</inkml:trace>
  <inkml:trace contextRef="#ctx0" brushRef="#br0" timeOffset="22">2852 5215 2759 2966 1854,'4'4'120'0'0,"-3"-1"32"0"0,2 1-152 0 0,-2-2 0 0 0,1 1 0 0 0,-1-3 0 0 0,1 2 704 0 0,0 2 120 0 0,1 0 16 0 0,2 3 8 0 0,0 1 56 0 0,-2-1 16 0 0,2-1 0 0 0,-2 1 0 0 0,0-2-344 0 0,0 1-64 0 0,-1-1-8 0 0,0 1-8 0 0,1-1-400 0 0,0 0-96 0 0,-1 0 0 0 0,2-1-4840 0 0</inkml:trace>
  <inkml:trace contextRef="#ctx0" brushRef="#br0" timeOffset="23">3993 3462 4607 2866 3137,'0'0'408'0'0,"0"0"-328"0"0,0 0-80 0 0,0 0 0 0 0,1 0 576 0 0,-1 0 96 0 0,1-1 16 0 0,-1 2 8 0 0,2 1 296 0 0,-1-1 64 0 0,2 2 16 0 0,1 0 0 0 0,2 3-48 0 0,-1 0-16 0 0,4-1 0 0 0,0 3 0 0 0,4 2-248 0 0,2 0-56 0 0,3 2 0 0 0,2 0-8 0 0,-2 1-248 0 0,0-1-40 0 0,2 3-16 0 0,1-2 0 0 0,1-1-80 0 0,-3 2-24 0 0,0 1 0 0 0,1 1 0 0 0,1 5-96 0 0,-3-2-16 0 0,1-1-8 0 0,0-2 0 0 0,0-1-32 0 0,-1 1-8 0 0,3-1 0 0 0,-1 0 0 0 0,-1-2 16 0 0,3 0 0 0 0,2-1 0 0 0,-1 1 0 0 0,-7-4-40 0 0,4 1-8 0 0,0 1 0 0 0,0 0 0 0 0,0 1-96 0 0,-4-2 72 0 0,-3-2-72 0 0,-1-1 64 0 0,-2 0-64 0 0,-3 0 0 0 0,0-1 0 0 0,-2 0 64 0 0,-1 0-64 0 0,-2-3 0 0 0,-1 1 0 0 0,1 0 0 0 0,-1 1 64 0 0,-1 1-64 0 0,1-6 0 0 0,0 3 64 0 0,0 3-64 0 0,0-4 64 0 0,1-3-64 0 0,-1 0 64 0 0,1 2-64 0 0,1 2 0 0 0,-1-2 0 0 0,1 2 64 0 0,1 2-64 0 0,-2 0 0 0 0,3 4 0 0 0,-2-2 0 0 0,1-3 0 0 0,0-1 0 0 0,0 0 0 0 0,-1 1 0 0 0,1 1 0 0 0,0-1 0 0 0,-2-2 0 0 0,1 0 0 0 0,-1-1 0 0 0,0 0 0 0 0,-1-1 0 0 0,1 0 0 0 0,-1 3 0 0 0,-1-2 0 0 0,2-2 64 0 0,-2 0-64 0 0,0-2 0 0 0,0-4 0 0 0,0-4 0 0 0,-2 0 0 0 0,1 0 0 0 0,-2 4 64 0 0,1 2-64 0 0,0 0 0 0 0,-1-2 0 0 0,-1 0 0 0 0,0-1 0 0 0,-2 3 0 0 0,0 2 0 0 0,1 1 0 0 0,1 2 0 0 0,-3-2 0 0 0,1 0 0 0 0,-2 0 0 0 0,1 4 0 0 0,-1-1 0 0 0,1 5 0 0 0,-1 0 0 0 0,0-1 0 0 0,2 3 0 0 0,2 2 0 0 0,-1 0 0 0 0,4 1 0 0 0,1 0 0 0 0,1 2 0 0 0,1-1 0 0 0,3-4 0 0 0,0-1 0 0 0,2 1 0 0 0,-1-1 0 0 0,2 1 0 0 0,1-3 0 0 0,0-3 0 0 0,2 0 0 0 0,2 0 0 0 0,0-2 0 0 0,-1-2 0 0 0,2 2 0 0 0,-1-2 0 0 0,0-2 0 0 0,0-1-72 0 0,-2-1 72 0 0,-3 0 0 0 0,0 0 0 0 0,-2 3-96 0 0,-3-3 96 0 0,0-2-96 0 0,-1 1 96 0 0,-4 2-80 0 0,0 2 80 0 0,-1-3-64 0 0,-2-1 64 0 0,-1 0-64 0 0,-2 1 64 0 0,1 4-64 0 0,-2 2 64 0 0,-2 7 0 0 0,-1-1-80 0 0,-1 1 80 0 0,-1-1 0 0 0,0 3 0 0 0,1 1 0 0 0,1 2 0 0 0,2-1 0 0 0,0 1 0 0 0,3-1 64 0 0,2-3-64 0 0,2-1 72 0 0,2 1-72 0 0,1-2 0 0 0,2 0 72 0 0,1-2-72 0 0,1 0 0 0 0,1-1 0 0 0,2 0 0 0 0,2-1 0 0 0,2-1 0 0 0,1-3 64 0 0,1 0-64 0 0,1-3 0 0 0,0-1 0 0 0,-1-1 72 0 0,-1 2-72 0 0,-2-2 0 0 0,0 0 0 0 0,-2-3 0 0 0,-1 1 0 0 0,-3 2 0 0 0,-1 1 0 0 0,-2-1 0 0 0,-1-1 0 0 0,0 1 0 0 0,-1 2 0 0 0,0-2 0 0 0,-1-3-104 0 0,1 1 40 0 0,-2 1-184 0 0,1 2-32 0 0,-1 1-8 0 0,-2-2-9032 0 0</inkml:trace>
  <inkml:trace contextRef="#ctx0" brushRef="#br0" timeOffset="24">3928 3514 2759 2916 3116,'-5'2'248'0'0,"0"1"-248"0"0,3 1 0 0 0,0 0 0 0 0,1-3 544 0 0,0 1 56 0 0,-3 4 8 0 0,-2 1 8 0 0,0 1 312 0 0,0 2 56 0 0,4 2 8 0 0,2-5 8 0 0,3-2-312 0 0,2-4-64 0 0,3-1-16 0 0,0-1 0 0 0,1-2-256 0 0,0-1-48 0 0,-1-2-16 0 0,0 1 0 0 0,-2 0-136 0 0,-3 1-32 0 0,0 2-8 0 0,-1-3 0 0 0,-2-2-112 0 0,-2 1 0 0 0,0 0 0 0 0,-1 4 0 0 0,-1 1-552 0 0,1-1-136 0 0</inkml:trace>
  <inkml:trace contextRef="#ctx0" brushRef="#br0" timeOffset="25">4763 4160 5423 2812 3391,'0'-3'480'0'0,"0"1"-384"0"0,0 0-96 0 0,0 0 0 0 0,0 2 248 0 0,0-1 24 0 0,0 1 8 0 0,0-3 0 0 0,0 1 296 0 0,0-3 64 0 0,0 1 16 0 0,0-1 0 0 0,0 0 48 0 0,0 2 0 0 0,0-2 8 0 0,0 2 24 0 0,0 1 40 0 0,0 0 16 0 0,-2 0 0 0 0,1-1 0 0 0,1 1-80 0 0,-2 0-8 0 0,2 2-8 0 0,-1 0 16 0 0,0 1-120 0 0,-1 1-24 0 0,1 1-8 0 0,-1 2 0 0 0,1 3-296 0 0,0 1-56 0 0,0 0-16 0 0,0 3 0 0 0,0 4-88 0 0,1 1-16 0 0,-1-4-8 0 0,1 3 16 0 0,1 4-16 0 0,-1 2-8 0 0,1 3 0 0 0,-1 2 0 0 0,1 1 8 0 0,-1 3 0 0 0,0 0 0 0 0,-1-1 16 0 0,1 0-32 0 0,-1-2 0 0 0,0 1-64 0 0,-1-7 96 0 0,2-4-96 0 0,-1 3 0 0 0,-1 2 0 0 0,1 2 0 0 0,0 1 0 0 0,0-2 0 0 0,0-1 96 0 0,1-2-8 0 0,0-1 16 0 0,0-1 8 0 0,1-3 0 0 0,-1-3 0 0 0,1 1-16 0 0,0-3 0 0 0,-1-2 0 0 0,0 1 0 0 0,0-1-96 0 0,0-1 88 0 0,0 0-88 0 0,0-1 80 0 0,0-2-80 0 0,0-1 96 0 0,0 0-96 0 0,1-1 96 0 0,-1-1-96 0 0,0 0 0 0 0,2-2 72 0 0,-2 0-72 0 0,1 0 0 0 0,1-2 64 0 0,-2 0-64 0 0,1-1 0 0 0,0-1 72 0 0,-1 4-72 0 0,0 0 96 0 0,0-19-96 0 0,0 14 64 0 0,-1-2-64 0 0,0-1 0 0 0,1 1 0 0 0,-2-1 0 0 0,-1 2 0 0 0,2 1 0 0 0,-1 0 0 0 0,0 0 0 0 0,-1 1 80 0 0,1 4-80 0 0,-2-1 64 0 0,2-1-64 0 0,-2 2 0 0 0,0 0-80 0 0,-2 2 80 0 0,0 0 0 0 0,0 2 0 0 0,-2 2-64 0 0,1-1 64 0 0,0 1 0 0 0,-1 0 0 0 0,2 2 0 0 0,0 0 0 0 0,0 1 0 0 0,2-2 0 0 0,0 0-64 0 0,2 2 64 0 0,0-1 0 0 0,2 0 0 0 0,0 0 0 0 0,2-1 0 0 0,1 2 0 0 0,2-2 0 0 0,-1-1 0 0 0,1-1 0 0 0,2-1 0 0 0,1 0 0 0 0,5-2 0 0 0,-2 0 0 0 0,2-2 0 0 0,0-1 0 0 0,1-2 0 0 0,-1-1 0 0 0,-1-2 0 0 0,1-1 0 0 0,-2 0 0 0 0,-1-1 0 0 0,-4 2 0 0 0,1-2 0 0 0,-2 0 0 0 0,-3-1 0 0 0,-1 2 0 0 0,-2-2 0 0 0,-1 3 0 0 0,-3-1 0 0 0,-2 1 0 0 0,1 3 0 0 0,-4-1 0 0 0,0 2 0 0 0,-1 2 0 0 0,1 0 0 0 0,1 2 0 0 0,-1 2 0 0 0,-1 1 0 0 0,-1 0 0 0 0,3 1 0 0 0,-2 1 0 0 0,2 2 0 0 0,1-1 0 0 0,2 0 0 0 0,-1 0 0 0 0,3 1 64 0 0,0 1-64 0 0,2-3 0 0 0,1-1 0 0 0,1 1 0 0 0,1-1 0 0 0,3 1 0 0 0,0-1 0 0 0,2 0 0 0 0,1-3 0 0 0,0-1 0 0 0,2-1 0 0 0,-1-3 0 0 0,1 0 0 0 0,2-1 0 0 0,-1-2 0 0 0,3-1 0 0 0,-3-1 0 0 0,1-1 0 0 0,-3-1 0 0 0,0 1 0 0 0,-4 1 0 0 0,-1 0 0 0 0,-2 0 0 0 0,-2 2 64 0 0,-1-1-64 0 0,-3 0 0 0 0,0 2 0 0 0,-1-1 0 0 0,-2 2 80 0 0,-1 2-80 0 0,0-2 64 0 0,0 3-64 0 0,0 0 0 0 0,-1 1 0 0 0,2 1 0 0 0,-1 2 0 0 0,0-1 0 0 0,1 1 0 0 0,1 0 0 0 0,1 0-112 0 0,3 0 16 0 0,0-1 0 0 0,1 1 0 0 0,2-1-120 0 0,0 0-16 0 0,3 1-8 0 0,2-2 0 0 0,0 1-776 0 0,2-2-152 0 0</inkml:trace>
  <inkml:trace contextRef="#ctx0" brushRef="#br0" timeOffset="26">4767 4914 2303 2834 3023,'0'0'200'0'0,"-1"-2"-200"0"0,0 2 0 0 0,1 0 0 0 0,-1-1 520 0 0,0 1 64 0 0,1-1 16 0 0,-3 0 0 0 0,1-1 504 0 0,1-1 104 0 0,-1 2 16 0 0,1-1 8 0 0,0 2-16 0 0,1 0 0 0 0,1 1 0 0 0,1 1 0 0 0,0-1-288 0 0,-1 2-64 0 0,3 1-16 0 0,0 2 0 0 0,1 0-120 0 0,1 3-24 0 0,1-2-8 0 0,1 3 0 0 0,-1-3-248 0 0,1 1-40 0 0,2 2-16 0 0,4 3 0 0 0,0 1-168 0 0,3 0-32 0 0,-2-1 0 0 0,4 3-8 0 0,2 1-64 0 0,2 1-16 0 0,2 4 0 0 0,0 2 0 0 0,1 0-8 0 0,0 2-8 0 0,-2-2 0 0 0,1-1 0 0 0,-6-5-24 0 0,1 0-64 0 0,-1 2 96 0 0,1 0-32 0 0,0 1 0 0 0,0 1-64 0 0,0 0 96 0 0,2 1-32 0 0,0 2 16 0 0,-2-2 0 0 0,0 2 0 0 0,-1 0 0 0 0,-1-2-8 0 0,-3 0 0 0 0,0 1 0 0 0,-3-1 0 0 0,-1-3 24 0 0,-1-1 8 0 0,1 1 0 0 0,-2-1 0 0 0,-2-4 8 0 0,-1 0 0 0 0,-1 0 0 0 0,2 3 0 0 0,-2 1-24 0 0,2-2-8 0 0,0 2 0 0 0,0-2 0 0 0,0-1 0 0 0,1 1 0 0 0,-1 0 0 0 0,1-1 0 0 0,0-1-16 0 0,0-2 0 0 0,0-1 0 0 0,0-3 0 0 0,0-1-64 0 0,-1 0 80 0 0,1-3-80 0 0,-1 2 80 0 0,0 5-80 0 0,-1-1 0 0 0,1-4 0 0 0,-2-1 64 0 0,0-1-64 0 0,0-1 0 0 0,0-2 72 0 0,-2 0-72 0 0,0 1 64 0 0,2-3-64 0 0,-2 1 64 0 0,-1-1-64 0 0,1 0 64 0 0,-1 2-64 0 0,1-2 64 0 0,0-3-64 0 0,0-2 64 0 0,-1 1-64 0 0,-1 6 64 0 0,1-4-64 0 0,0 2 0 0 0,0-1 64 0 0,-1 2-64 0 0,1-2 0 0 0,-1-4 0 0 0,0 2 0 0 0,1 1 0 0 0,0-2 0 0 0,0 3 0 0 0,-2-3 0 0 0,1-5 0 0 0,-1 1 0 0 0,0 0 0 0 0,0 0 0 0 0,-1 1 0 0 0,-2-1 0 0 0,-1 0 0 0 0,0 3 0 0 0,-2-1 0 0 0,-1 2 0 0 0,1 2-128 0 0,-1 0 24 0 0,-1 2 0 0 0,-2 2 0 0 0,3 2 8 0 0,0 3 8 0 0,-2-1 0 0 0,0 3 0 0 0,1-1 88 0 0,2 0 0 0 0,2-1 0 0 0,0 2 0 0 0,1 0 0 0 0,2-2 0 0 0,2 3 0 0 0,1-5 0 0 0,0-2 0 0 0,1 1 0 0 0,4 2 0 0 0,0-3 0 0 0,0-2 0 0 0,-1 1 0 0 0,3 1 0 0 0,0-1 0 0 0,1-2 0 0 0,0 0 0 0 0,0-2 0 0 0,0 0 0 0 0,-1-2 0 0 0,-1 1 0 0 0,-2-2 0 0 0,-1 1-64 0 0,-2-2 64 0 0,-1 2 0 0 0,-1-1 0 0 0,-2 1 0 0 0,-1-1 0 0 0,0 1-80 0 0,-3 2 80 0 0,-2 3 0 0 0,-1 5 0 0 0,-1-2-64 0 0,1-1 64 0 0,0 2 0 0 0,-1 4 0 0 0,0 0 0 0 0,1 0 0 0 0,1-1 0 0 0,3-1 0 0 0,0-1 0 0 0,3-2 0 0 0,1 0 0 0 0,0-1 0 0 0,3-1 0 0 0,2 0 0 0 0,0-1 0 0 0,0-1 0 0 0,3-1 0 0 0,2-1 0 0 0,2-3 0 0 0,0-2 0 0 0,0 2 0 0 0,0-3 0 0 0,-2 1 0 0 0,-2-1 0 0 0,-2 1 0 0 0,0 1 0 0 0,-4 0-80 0 0,0 2 8 0 0,-3 0 0 0 0,-1 2 0 0 0,-1-2 0 0 0,-1-1 72 0 0,-2 2 0 0 0,-2 3-72 0 0,-2 2 72 0 0,1 7-64 0 0,-2-2 64 0 0,1-1-80 0 0,0 1 80 0 0,2-3 0 0 0,1 1 0 0 0,1-2-64 0 0,-1-2 64 0 0,3-1 0 0 0,0 2 0 0 0,-1-1-80 0 0,2 1 80 0 0,1 2-256 0 0,1-3-8 0 0,0 1-8 0 0,2-2-6432 0 0,2 0-1288 0 0</inkml:trace>
  <inkml:trace contextRef="#ctx0" brushRef="#br0" timeOffset="27">5087 4648 1375 2577 3244,'-1'-1'128'0'0,"0"-1"-128"0"0,1 2 0 0 0,0 0 0 0 0,-1 0 600 0 0,0 0 96 0 0,1 0 16 0 0,-1-2 8 0 0,-1 1 304 0 0,-1 0 64 0 0,2 0 16 0 0,-1-1 0 0 0,1 2-128 0 0,0-1-24 0 0,1 1-8 0 0,0-1 0 0 0,0 1-232 0 0,0 0-40 0 0,1 0-16 0 0,0 0 0 0 0,0 0-104 0 0,1 0-16 0 0,0 0-8 0 0,-2 0 0 0 0,0 0-24 0 0,0 0-8 0 0,0 0 0 0 0,15 0 0 0 0,-11 0-72 0 0,2-1-8 0 0,1 0-8 0 0,1-1 0 0 0,0 0-72 0 0,1 2-16 0 0,2-1 0 0 0,0 0 0 0 0,-1-1-120 0 0,2 2-24 0 0,0-1-8 0 0,3 1 0 0 0,0-3-64 0 0,0 2-8 0 0,-2 1-8 0 0,0 0 0 0 0,-1-2-24 0 0,-1 2 0 0 0,-1 2 0 0 0,-2-2 0 0 0,-1 0-64 0 0,-2 0 0 0 0,-1 0 0 0 0,-2 0 64 0 0,0 0-64 0 0,-1 1 0 0 0,-1-1 0 0 0,-2 0 0 0 0,1-1 0 0 0,-2 1 0 0 0,1 0 0 0 0,-2 0 0 0 0,0-2-312 0 0,-2 2-24 0 0,0 0-8 0 0,0 0 0 0 0,-1-2-1312 0 0,-1 1-264 0 0</inkml:trace>
  <inkml:trace contextRef="#ctx0" brushRef="#br0" timeOffset="28">5123 4619 1839 2576 3341,'-2'2'80'0'0,"0"-1"16"0"0,1 0-96 0 0,-1 1 0 0 0,1-2 0 0 0,0 1 0 0 0,1 1 608 0 0,-3 0 96 0 0,-1 4 16 0 0,0 1 8 0 0,-2 2 240 0 0,0 0 56 0 0,1 0 0 0 0,1 1 8 0 0,-1 0-88 0 0,1 0-16 0 0,0 1-8 0 0,1-2 0 0 0,1 1-56 0 0,0-3 0 0 0,1 2-8 0 0,-1-3 0 0 0,2 1-176 0 0,0-3-32 0 0,0 1-8 0 0,0-1 0 0 0,0-1-192 0 0,-1-2-48 0 0,1 1-8 0 0,0 0 0 0 0,0-1-120 0 0,1 0-24 0 0,-1 0-8 0 0,0-1 0 0 0,0 0-48 0 0,2 0-16 0 0,-2 1 0 0 0,0 0 0 0 0,1-1-48 0 0,0 0-16 0 0,2-1 0 0 0,-2 0 0 0 0,4 0 0 0 0,-2-1 0 0 0,2 0 0 0 0,1 0 0 0 0,0 0-40 0 0,0-1-8 0 0,2 0 0 0 0,0 1 0 0 0,0 0-64 0 0,0 0 96 0 0,-1 1-96 0 0,0 1 96 0 0,1 0 8 0 0,-2 0 8 0 0,1 2 0 0 0,-2 0 0 0 0,0 1-112 0 0,0 0 0 0 0,-2 1 0 0 0,1-1 0 0 0,1 2 0 0 0,-2 0 0 0 0,2 0 0 0 0,-1 1 0 0 0,0 0 0 0 0,-1-1 0 0 0,1 1 0 0 0,-1 2 0 0 0,1-3 0 0 0,-1 1 0 0 0,0-1 0 0 0,-2 1 0 0 0,0-1 0 0 0,-2 1 0 0 0,0 0 0 0 0,-2-1 0 0 0,0 0 0 0 0,-1-1 0 0 0,-2 1 0 0 0,0 0 0 0 0,-3-1 0 0 0,-1 1 0 0 0,-1-2 0 0 0,0 2 0 0 0,1-2 0 0 0,-1 1 0 0 0,-1-1 0 0 0,1 0 0 0 0,-1 0 0 0 0,3-2 64 0 0,-1 1-64 0 0,2-2 0 0 0,2 1 0 0 0,1-2 0 0 0,-1 1 0 0 0,2-2 0 0 0,0 1 0 0 0,1 1 0 0 0,0-3 0 0 0,1 2 0 0 0,0-1 0 0 0,0-1 0 0 0,2 1 0 0 0,-1 0 0 0 0,0-1-96 0 0,2 0-24 0 0,0 1 0 0 0,0 0 0 0 0,2-2-416 0 0,2 1-80 0 0</inkml:trace>
  <inkml:trace contextRef="#ctx0" brushRef="#br0" timeOffset="29">5463 4713 10135 2423 3279,'-4'1'448'0'0,"1"0"96"0"0,0 1-440 0 0,1-1-104 0 0,0 0 0 0 0,0 1 0 0 0,0 1 1216 0 0,-2 3 216 0 0,-3 3 40 0 0,-2 3 16 0 0,1 3-272 0 0,1-1-64 0 0,1 0 0 0 0,4-2-8 0 0,1 0-664 0 0,1-3-136 0 0,2 1-24 0 0,1-2-8 0 0,2 0-160 0 0,1-1-32 0 0,1-1-8 0 0,1-2 0 0 0,2-1-16 0 0,-1-1-8 0 0,3-2 0 0 0,-1-2 0 0 0,3-1-8 0 0,0-1 0 0 0,1-3 0 0 0,-1-1 0 0 0,-1 1-16 0 0,-2 0 0 0 0,-1-1 0 0 0,0-1 0 0 0,-2 1-64 0 0,-2-2 0 0 0,-1 0 0 0 0,-1-1 64 0 0,-4 0-64 0 0,0-2 0 0 0,-2 2 0 0 0,-2 0 64 0 0,-1 0-64 0 0,-2 0 0 0 0,-2-1 72 0 0,-2 2-72 0 0,-1 1 80 0 0,0 0-16 0 0,0 3-64 0 0,1 0 96 0 0,-2 0-96 0 0,0 2 88 0 0,0 3-88 0 0,1 0 80 0 0,1 1-80 0 0,2 1 0 0 0,-1-1 0 0 0,2 1 0 0 0,2 1 0 0 0,1 0 0 0 0,1 0 0 0 0,-1 0-88 0 0,3 0-144 0 0,0 1-32 0 0,2 0-8 0 0,0-1-9416 0 0</inkml:trace>
  <inkml:trace contextRef="#ctx0" brushRef="#br0" timeOffset="30">2147 1254 3223 2773 3059,'1'0'288'0'0,"-1"-1"-288"0"0,0 0 0 0 0,0 0 0 0 0,2 0 608 0 0,-2-1 64 0 0,1 1 8 0 0,1-2 8 0 0,0-2 288 0 0,0 1 56 0 0,2-2 16 0 0,0-1 0 0 0,-2 2-96 0 0,2-1-24 0 0,-2 3 0 0 0,0-2 0 0 0,2-1-152 0 0,-1-1-32 0 0,1 2-8 0 0,0-2 0 0 0,-1 2-128 0 0,0 0-24 0 0,0 0-8 0 0,-2 1 0 0 0,1 0-120 0 0,-1 0-24 0 0,0 1-8 0 0,0 1 0 0 0,-1 1-128 0 0,0-1-24 0 0,0 0-8 0 0,0 2 0 0 0,0-1-96 0 0,0 0-16 0 0,0 1-8 0 0,-1 0 0 0 0,1 0-64 0 0,0 0-16 0 0,0 1 0 0 0,-1 0 0 0 0,1-1-64 0 0,0 0 0 0 0,0 0 72 0 0,0 0-72 0 0,0 20 0 0 0,0-14 0 0 0,0 0 0 0 0,1-1 64 0 0,-1 4-64 0 0,0 0 64 0 0,0 1-64 0 0,0 2 64 0 0,0 0-64 0 0,0 1 96 0 0,1 0-32 0 0,-1 0 0 0 0,1 1-64 0 0,-1-1 96 0 0,1 1-32 0 0,0-2 0 0 0,1-1-64 0 0,-2 0 64 0 0,1-2-64 0 0,0 0 64 0 0,0-2-64 0 0,0-1 0 0 0,1-2 0 0 0,0 0 0 0 0,0 0-80 0 0,-1-3-24 0 0,1 1-8 0 0,0-2-9336 0 0</inkml:trace>
  <inkml:trace contextRef="#ctx0" brushRef="#br0" timeOffset="31">2178 1387 5527 2773 3112,'0'0'488'0'0,"0"0"-392"0"0,0 0-96 0 0,0 0 0 0 0,0 0 1032 0 0,0 1 184 0 0,0-1 40 0 0,1 0 8 0 0,0 2 272 0 0,1 0 48 0 0,0-1 16 0 0,-2-1 0 0 0,0 0-592 0 0,0 0-112 0 0,19 3-32 0 0,-12-3 0 0 0,1 0-392 0 0,-1 0-88 0 0,2 0-8 0 0,1-3-8 0 0,-1 2-192 0 0,2-3-40 0 0,0 2-8 0 0,-1 0 0 0 0,1 1-128 0 0,-1 1 64 0 0,-2-2-64 0 0,0 2 0 0 0,-2 0 0 0 0,-1 0 0 0 0,0 0 0 0 0,-2 0 0 0 0,0 2-320 0 0,-1-2-88 0 0</inkml:trace>
  <inkml:trace contextRef="#ctx0" brushRef="#br0" timeOffset="32">2129 1897 9215 3048 3662,'0'-3'816'0'0,"2"1"-656"0"0,-1 0-160 0 0,-1 2 0 0 0,1-1 832 0 0,0-1 128 0 0,2-1 24 0 0,0-2 8 0 0,2-1 192 0 0,1-1 32 0 0,1-2 16 0 0,0 4 0 0 0,0 0-632 0 0,1 0-128 0 0,-2 2-24 0 0,0 1-8 0 0,1 2-248 0 0,-1-2-56 0 0,-1 2-8 0 0,1 2 0 0 0,-1 0-64 0 0,0 0-64 0 0,0 1 96 0 0,-1 0-96 0 0,0 2 88 0 0,0-1-88 0 0,-2 2 80 0 0,0 0-80 0 0,0 2 64 0 0,-2-1-64 0 0,-1 2 0 0 0,-2-1 72 0 0,0 3-72 0 0,-1-2 0 0 0,0 0 0 0 0,-2 1 64 0 0,0 0-64 0 0,0 0 0 0 0,0 2 0 0 0,-2-2 64 0 0,2-1-64 0 0,0 0 64 0 0,0 0-64 0 0,2-3 64 0 0,-1 1 64 0 0,3-3 0 0 0,-2 2 8 0 0,3-3 0 0 0,-1 0 24 0 0,1-2 0 0 0,1 1 0 0 0,1-2 0 0 0,0 2-8 0 0,1-2 0 0 0,2 1 0 0 0,1-1 0 0 0,-2 0 8 0 0,2 1 0 0 0,1-1 0 0 0,-1 0 0 0 0,4 0 16 0 0,0 0 8 0 0,0 0 0 0 0,0-1 0 0 0,0 0-96 0 0,1 1-24 0 0,1 0 0 0 0,2-2 0 0 0,-1 2 0 0 0,0-2-64 0 0,0 1 96 0 0,-3 1-32 0 0,0 0-64 0 0,-3 0 0 0 0,0 1 0 0 0,-2 1 64 0 0,0-2-64 0 0,-1 2 0 0 0,-2-2 0 0 0,1 2 0 0 0,-1-1 0 0 0,-1 0-96 0 0,0 0 32 0 0,0 1 64 0 0,2-1-336 0 0,-2 0-8 0 0,0 1 0 0 0,0-2 0 0 0,0 2-168 0 0,1-1-40 0 0,-1-1-8 0 0,0 0-8560 0 0</inkml:trace>
  <inkml:trace contextRef="#ctx0" brushRef="#br0" timeOffset="33">873 2400 4607 3091 3505,'0'0'408'0'0,"-2"-2"-328"0"0,1 2-80 0 0,1 0 0 0 0,0-2 528 0 0,0 2 88 0 0,0-1 24 0 0,-2-1 0 0 0,2-1 192 0 0,0-1 48 0 0,-1 1 8 0 0,2-1 0 0 0,1-2 16 0 0,-1 1 8 0 0,2 1 0 0 0,1-2 0 0 0,0 1-80 0 0,1 0-8 0 0,-1 1-8 0 0,1-1 0 0 0,-1 1-128 0 0,1 1-24 0 0,0-1-8 0 0,3 0 0 0 0,-3 2-240 0 0,0-1-40 0 0,1 2-16 0 0,0 1 0 0 0,1 0-200 0 0,-2 2-48 0 0,3 0-8 0 0,-3 2 0 0 0,-1-1-104 0 0,0 3 0 0 0,0-1 0 0 0,-1 3 0 0 0,0 0 0 0 0,-3 2-96 0 0,1 1 96 0 0,-2 0-104 0 0,1 1-48 0 0,-3-1-8 0 0,0 1 0 0 0,-1-1 0 0 0,0-1 72 0 0,0-1 16 0 0,-2-2 0 0 0,2 0 0 0 0,0-2 72 0 0,0 1 0 0 0,2 0 0 0 0,-1-4 0 0 0,1-2 0 0 0,0-2 72 0 0,2 1-8 0 0,-1-1-64 0 0,1 0 256 0 0,1 0 0 0 0,-1 0 0 0 0,2 0 0 0 0,0 1-128 0 0,2 0-24 0 0,1-1-8 0 0,0 0 0 0 0,3 1-96 0 0,0 0 72 0 0,0 1-72 0 0,0 0 64 0 0,2 2-64 0 0,-1 0 0 0 0,-1 1 72 0 0,1 0-72 0 0,-3 1 0 0 0,1 1 0 0 0,-1 1 0 0 0,-3-1 0 0 0,0 1 0 0 0,-1 0 0 0 0,-2 1 0 0 0,0 0 0 0 0,-3-1 0 0 0,1 1 0 0 0,-1-1 0 0 0,-2 1 64 0 0,0-1-64 0 0,-2-1 0 0 0,0 1 0 0 0,0-1 64 0 0,-1-1-64 0 0,1 1 0 0 0,0-3 0 0 0,-2 2 64 0 0,1-4-64 0 0,0 2 0 0 0,1-2 0 0 0,0 0 0 0 0,-3 0 0 0 0,2 0 0 0 0,-1-2 0 0 0,1 2 64 0 0,0 0-64 0 0,0-1 0 0 0,3 0 64 0 0,-1 1-64 0 0,2-2 0 0 0,-1 2 0 0 0,3-2 0 0 0,0 2 0 0 0,0 2 0 0 0,2-2 0 0 0,0 0 0 0 0,0 0 0 0 0,2 0 0 0 0,0 0-160 0 0,0 2 32 0 0,3 0-6096 0 0,-5-2-1224 0 0</inkml:trace>
  <inkml:trace contextRef="#ctx0" brushRef="#br0" timeOffset="34">3134 2404 7831 2519 3027,'5'-2'696'0'0,"-4"0"-560"0"0,-1 0-136 0 0,-1 2 0 0 0,1 0 960 0 0,0-2 168 0 0,0 1 32 0 0,1-4 8 0 0,-1 2 296 0 0,2-1 56 0 0,-1 1 16 0 0,-1 0 0 0 0,1 1-736 0 0,-1 1-136 0 0,0 0-32 0 0,-1 3-8 0 0,0 0-368 0 0,-1 1-80 0 0,1 2-16 0 0,-3 0 0 0 0,4-5-64 0 0,-8 17-8 0 0,4-9-8 0 0,-1 2 0 0 0,0 1-80 0 0,0-1 64 0 0,1 1-64 0 0,0-1 64 0 0,0 1-64 0 0,1-1 80 0 0,0-2-80 0 0,1 0 80 0 0,0-1-16 0 0,1-1-64 0 0,0-1 96 0 0,1 0-32 0 0,0-1 32 0 0,1-1 8 0 0,1-1 0 0 0,1 2 0 0 0,0-3 8 0 0,-1 0 0 0 0,3-1 0 0 0,-1 1 0 0 0,3 0 16 0 0,-2 0 8 0 0,3-1 0 0 0,0 0 0 0 0,0 1-24 0 0,3 0-8 0 0,-1-1 0 0 0,0 1 0 0 0,2-1-104 0 0,-1 0 72 0 0,2 0-72 0 0,-2 0 64 0 0,0 0-64 0 0,-1-1 0 0 0,0 1 0 0 0,-4-1 0 0 0,0 0-88 0 0,0 0-32 0 0,-2-1-8 0 0,0 0 0 0 0,-1 2-400 0 0,0-2-80 0 0,-2-1-24 0 0,0 2-8712 0 0</inkml:trace>
  <inkml:trace contextRef="#ctx0" brushRef="#br0" timeOffset="35">3300 2416 3223 2458 3088,'0'0'288'0'0,"-1"0"-288"0"0,1 0 0 0 0,0 0 0 0 0,0 1 1440 0 0,-2 0 240 0 0,1 1 48 0 0,0 0 0 0 0,-1 1 192 0 0,-2 3 40 0 0,1 0 8 0 0,2 0 0 0 0,-1 2-880 0 0,1 0-184 0 0,0 1-32 0 0,1 1-8 0 0,0 0-472 0 0,0 3-96 0 0,1 1-16 0 0,-1-2-8 0 0,0 1-144 0 0,0-2-24 0 0,0 1-8 0 0,-1-1 0 0 0,1-1 16 0 0,0 1 0 0 0,-1-1 0 0 0,0 0 0 0 0,1 1-16 0 0,-1-1 0 0 0,1-1 0 0 0,0-1 0 0 0,-1-1-96 0 0,1 0 88 0 0,0 1-88 0 0,-1-2 80 0 0,1 1-80 0 0,-1-1 0 0 0,1-2 0 0 0,0 1 64 0 0,0 0-64 0 0,0-3 0 0 0,0 2 0 0 0,0 0 0 0 0,1-1 0 0 0,0 0 0 0 0,0-3 0 0 0,-1 2 0 0 0,2-2 0 0 0,-1 0-96 0 0,1-1 32 0 0,1 0 64 0 0,0-2-392 0 0,1-1-24 0 0</inkml:trace>
  <inkml:trace contextRef="#ctx0" brushRef="#br0" timeOffset="36">5067 3886 7831 2572 3150,'0'-1'696'0'0,"0"-1"-560"0"0,2 2-136 0 0,-2-2 0 0 0,0 2 640 0 0,0 0 96 0 0,0-2 16 0 0,0 0 8 0 0,0-1 360 0 0,-2 0 80 0 0,2 2 16 0 0,-2 1 0 0 0,0 1-536 0 0,0 1-104 0 0,0 3-16 0 0,-1 0-8 0 0,1 3-296 0 0,-3 1-64 0 0,2 2-16 0 0,-2 1 0 0 0,2 0 48 0 0,-1 2 0 0 0,-2 0 8 0 0,1 0 0 0 0,-1 0 72 0 0,2-2 16 0 0,0-1 0 0 0,0-2 0 0 0,1 0-128 0 0,0-1-16 0 0,1-3-8 0 0,0-1 0 0 0,2 1-16 0 0,-1-2-8 0 0,1 0 0 0 0,1 0 0 0 0,0-1-24 0 0,0 0-8 0 0,0-1 0 0 0,2 0 0 0 0,0-1 16 0 0,2 1 8 0 0,-1 0 0 0 0,2-1 0 0 0,2 0 48 0 0,0 0 8 0 0,2-1 0 0 0,0 0 0 0 0,1 0-24 0 0,0 0 0 0 0,-1 0 0 0 0,1 0 0 0 0,2-1-40 0 0,0 2 0 0 0,0-1-8 0 0,0 0 0 0 0,-3 0-120 0 0,-1 1 72 0 0,0-2-72 0 0,0 2 64 0 0,-2-1-64 0 0,-1 0 0 0 0,-1-1 0 0 0,-2 2 0 0 0,2-2-240 0 0,-2 0-40 0 0,1 0-8 0 0,-2-1-6464 0 0,1 0-1304 0 0</inkml:trace>
  <inkml:trace contextRef="#ctx0" brushRef="#br0" timeOffset="37">5202 3919 3223 2602 3111,'-3'-4'288'0'0,"1"3"-288"0"0,1-1 0 0 0,0 2 0 0 0,0-1 288 0 0,0 1 8 0 0,1 0 0 0 0,-1 1 0 0 0,-1-1 1016 0 0,-1 2 208 0 0,2 2 40 0 0,-1-1 8 0 0,0 3-408 0 0,0 0-72 0 0,0 3-24 0 0,-1 1 0 0 0,2 0-208 0 0,-1 3-48 0 0,0 0-8 0 0,1 2 0 0 0,0-1-256 0 0,1 1-48 0 0,-2-1-16 0 0,1 0 0 0 0,1-4-112 0 0,0 4-24 0 0,-1-1-8 0 0,0-2 0 0 0,0 0-64 0 0,0 1-16 0 0,1 0 0 0 0,-1-1 0 0 0,1 0-104 0 0,0-1-24 0 0,0-3-8 0 0,0 1 0 0 0,0-3-40 0 0,0 1-8 0 0,0-2 0 0 0,0 0 0 0 0,1-2-72 0 0,0 0 0 0 0,1-1 0 0 0,0-2 64 0 0,1-2-64 0 0,2-1-136 0 0,-1-2 32 0 0,2-3-9248 0 0</inkml:trace>
  <inkml:trace contextRef="#ctx0" brushRef="#br0" timeOffset="38">5497 4015 3679 2487 3183,'0'1'80'0'0,"0"0"16"0"0,0 0 8 0 0,0 0 0 0 0,0 0-104 0 0,0-1 0 0 0,0 1 0 0 0,-2 1 0 0 0,2 0 696 0 0,2 1 112 0 0,-2-1 24 0 0,1 1 8 0 0,0-1 40 0 0,0-1 8 0 0,0-1 0 0 0,0 0 0 0 0,0 0-168 0 0,1-2-32 0 0,-1 0-8 0 0,1 0 0 0 0,0 0-120 0 0,-1-1-24 0 0,0-1-8 0 0,0 1 0 0 0,1-2-40 0 0,-1 2-8 0 0,-1-2 0 0 0,1 0 0 0 0,-1-1-40 0 0,1 0-16 0 0,-1 2 0 0 0,0-2 0 0 0,-1 1-136 0 0,1 0-32 0 0,-2-1-8 0 0,2 0 0 0 0,-3 1-96 0 0,1 0-24 0 0,0-1 0 0 0,0 1 0 0 0,1 1-64 0 0,-2 1-64 0 0,0-2 96 0 0,-1 0-96 0 0,1 1 72 0 0,-2 1-72 0 0,0-1 0 0 0,0 2 72 0 0,-1-1-72 0 0,-1 2 0 0 0,-1 0 0 0 0,0 1 64 0 0,-1 1-64 0 0,0 1 0 0 0,1 1 0 0 0,0 0 64 0 0,0 2-64 0 0,2 1 0 0 0,-2-1 0 0 0,2 3 0 0 0,-2 1 0 0 0,4 0 0 0 0,-2 2 0 0 0,2-2 0 0 0,0 1 0 0 0,2 1 0 0 0,0-2 0 0 0,2-2 0 0 0,0 0 0 0 0,1-1 0 0 0,1 2 0 0 0,1-2 0 0 0,1-2 64 0 0,-1-1 32 0 0,2-1 0 0 0,-1-1 0 0 0,3 1 80 0 0,0-3 16 0 0,1-1 8 0 0,1-2 0 0 0,-1 0-56 0 0,-1 0-16 0 0,1-2 0 0 0,2 1 0 0 0,-2-1-48 0 0,0 1-16 0 0,0-1 0 0 0,-1 1 0 0 0,-1 0-64 0 0,0 1 80 0 0,-1 1-80 0 0,-1 1 80 0 0,-1 0-80 0 0,-1 1 80 0 0,0 0-80 0 0,-1 1 80 0 0,2 0-80 0 0,-1 0 0 0 0,0 2 72 0 0,0 1-72 0 0,-1 1 0 0 0,2 0 0 0 0,-2 2 0 0 0,1 0 0 0 0,-1 1 0 0 0,0 0 0 0 0,-1 0 0 0 0,0 2 64 0 0,0-1-64 0 0,-1 1 0 0 0,-1-1 0 0 0,0 1 0 0 0,-2 1 0 0 0,1-1 0 0 0,0 0 0 0 0,-1-2 0 0 0,0 1 0 0 0,-1-2 0 0 0,0 3 0 0 0,-3 0 64 0 0,0-1-64 0 0,1-1 0 0 0,-2 1 0 0 0,1-3 0 0 0,1 1 0 0 0,-1-2 64 0 0,0 1-64 0 0,-2-1 0 0 0,5-2 64 0 0,-3 0-64 0 0,1 1 64 0 0,-1-1-64 0 0,0-1 80 0 0,2 0-16 0 0,0-1-64 0 0,1 0 96 0 0,0 2-96 0 0,0-2 88 0 0,0 0-88 0 0,0 1 80 0 0,2-1-80 0 0,0 0 0 0 0,0 0 0 0 0,2-1 64 0 0,-2 1-64 0 0,2 0 0 0 0,0 0 0 0 0,0-2 0 0 0,0 2 0 0 0,1 0 0 0 0,0 0 0 0 0,0 0 0 0 0,1 0-120 0 0,0 0-8 0 0,1 0-8 0 0,1-1 0 0 0,0 0-400 0 0,-3 1-72 0 0</inkml:trace>
  <inkml:trace contextRef="#ctx0" brushRef="#br0" timeOffset="39">5677 6053 1375 2708 3316,'0'0'128'0'0,"-1"-1"-128"0"0,0 0 0 0 0,1 0 0 0 0,0 0 376 0 0,0 1 48 0 0,-2-3 16 0 0,2 0 0 0 0,-1 0 208 0 0,0-2 48 0 0,1 0 8 0 0,0 2 0 0 0,0 0 152 0 0,1 0 32 0 0,0 0 8 0 0,1 1 0 0 0,0 0 0 0 0,0 0 0 0 0,2 0 0 0 0,0 2 0 0 0,0-1-104 0 0,0 1-24 0 0,2 1 0 0 0,0 1 0 0 0,1 0-160 0 0,-1 0-40 0 0,4 1-8 0 0,1 3 0 0 0,3-1-80 0 0,3 1-8 0 0,3-1-8 0 0,2 1 0 0 0,-1-1-112 0 0,1-1-32 0 0,2 0 0 0 0,2 1 0 0 0,4 2-72 0 0,0-1-24 0 0,-5 1 0 0 0,3 1 0 0 0,7 3-96 0 0,0 0-32 0 0,-2 0 0 0 0,-1 1 0 0 0,2 0-32 0 0,-2 2-64 0 0,1-2 88 0 0,-2 1-88 0 0,-2-2 80 0 0,0 1-80 0 0,-2-2 64 0 0,-4-1-64 0 0,-3-1 64 0 0,-3-1-64 0 0,1 0 64 0 0,-3-1-64 0 0,0 1 0 0 0,-4-3 0 0 0,-1-2 0 0 0,0 1 0 0 0,-1-2 0 0 0,-1-1 0 0 0,0-1 72 0 0,-1-2-72 0 0,1 1 96 0 0,-1 0-24 0 0,-1-1 0 0 0,1-1 0 0 0,0 0-72 0 0,0-1 96 0 0,0 1-96 0 0,-3 0 96 0 0,0 1-96 0 0,-2-1 0 0 0,-1 1 0 0 0,-1 1 64 0 0,0 0-64 0 0,-2-1 0 0 0,-2 1 0 0 0,0-1 0 0 0,2 3 0 0 0,-4-1 0 0 0,-1 2 0 0 0,-4 1 0 0 0,-2 0 0 0 0,2 2 0 0 0,-1 1 0 0 0,2 1 0 0 0,2-1 0 0 0,2 1 0 0 0,2-2 0 0 0,2 1 0 0 0,1 1 0 0 0,2-1 0 0 0,1-1 0 0 0,2 1 0 0 0,0-1-64 0 0,3-1 64 0 0,0 0 0 0 0,2-3 0 0 0,0 1 0 0 0,4 1 0 0 0,-1-4 0 0 0,2 1 0 0 0,0-1 0 0 0,-1-2 0 0 0,-1 2 0 0 0,-1-3 0 0 0,-1 3 0 0 0,-3-2 0 0 0,-3 2 0 0 0,0 0 0 0 0,-2 0 0 0 0,-2 1 0 0 0,0 2 0 0 0,-3-1 0 0 0,0 1 0 0 0,-2 1 0 0 0,-1 1 0 0 0,-1 0 0 0 0,0 1 0 0 0,-1 2 0 0 0,1 0 0 0 0,2 0 0 0 0,1 1 0 0 0,2-1 0 0 0,1-1 0 0 0,2 0 64 0 0,0-1-64 0 0,3 0 0 0 0,0-1 72 0 0,3-2-72 0 0,0-1 0 0 0,2-2 0 0 0,0-1 0 0 0,1 0 0 0 0,-2-1 0 0 0,0-1 72 0 0,2-1-72 0 0,-3-1 0 0 0,0 0 64 0 0,-2 1-64 0 0,-3 0 0 0 0,-1 1 0 0 0,-2-1 0 0 0,-1 1 0 0 0,-2 0 0 0 0,-2 2 0 0 0,-1 0 0 0 0,0 0 0 0 0,-3 2 0 0 0,2-2 0 0 0,1 2-192 0 0,1 0-64 0 0,1 0-8 0 0,0 1-9176 0 0</inkml:trace>
  <inkml:trace contextRef="#ctx0" brushRef="#br0" timeOffset="40">5568 6073 6911 2748 3318,'1'-1'608'0'0,"-2"-2"-480"0"0,0 3-128 0 0,0 0 0 0 0,1 0 632 0 0,-1-2 104 0 0,-2 2 16 0 0,0 0 8 0 0,-1 0 264 0 0,-4 2 48 0 0,1 4 16 0 0,-2 1 0 0 0,0 4-376 0 0,-2 3-72 0 0,2 2-8 0 0,-4 3-8 0 0,1 2-192 0 0,-3 2-40 0 0,1 3-8 0 0,-3 1 0 0 0,-1 4 0 0 0,-2 1-8 0 0,1-2 0 0 0,-1 1 0 0 0,-2-2 8 0 0,5-3 8 0 0,2-5 0 0 0,-1 4 0 0 0,-2 4-136 0 0,-2 5-32 0 0,-1 1-8 0 0,-1 0 0 0 0,2 1-88 0 0,0-4-24 0 0,3-4 0 0 0,2-2 0 0 0,3-4-8 0 0,2-3-8 0 0,2-1 0 0 0,2-4 0 0 0,1-1-24 0 0,2-3-64 0 0,1-1 96 0 0,1-3-32 0 0,1-1-64 0 0,0-3 0 0 0,1-1 72 0 0,1-2-72 0 0,-1 0 0 0 0,2-4 0 0 0,0-2 0 0 0,0-2 64 0 0,1-1-64 0 0,-2-1 0 0 0,-1 1 0 0 0,-1-2 0 0 0,0 0 0 0 0,-3 2-128 0 0,0-1 16 0 0,0 3 8 0 0,-2 3-48 0 0,0 3-8 0 0,2 2 0 0 0,-4 1 0 0 0,-1 2 64 0 0,-2 1 16 0 0,0 4 0 0 0,0-2 0 0 0,0 2 80 0 0,2 1-80 0 0,1 0 80 0 0,-1 0-80 0 0,3-1 80 0 0,1 1 0 0 0,0-2 0 0 0,4 1 0 0 0,-2-4 0 0 0,4 0 0 0 0,1-1 0 0 0,2 0 0 25-18,1-1 0-25 18,1-2 0 0 0,3 0 0 0 0,-2-2 0 0 0,2-2 0 0 0,1-2 0 0 0,-3 0 0 0 0,2-2 0 0 0,-2 1 0 0 0,0 0 0 0 0,-3-1 0 0 0,-1 1 0 0 0,-3 2 0 0 0,-1-1 0 0 0,-2 0 0 0 0,-3 0 0 0 0,1 1 0 25-20,-1 1 0-25 20,-2 1 0 0 0,-2 1 0 0 0,0 0 0 0 0,0 1 0 0 0,-1 1 0 0 0,2 2 64 0 0,0 1-64 0 0,1-1 64 0 0,0 2-64 0 0,1-1 64 0 0,2 0-64 0 0,0 1 0 0 0,2 1 64 0 0,1 0-64 0 0,1-1 0 0 0,0 1 0 0 0,3-1 0 0 0,0-2 0 0 0,2 2-408 0 0,3-1-88 0 0,2-1-16 0 0,3-2-8152 0 0</inkml:trace>
  <inkml:trace contextRef="#ctx0" brushRef="#br0" timeOffset="41">5727 6050 3223 2687 3348,'0'-5'288'0'0,"0"3"-288"0"0,0-1 0 0 0,0 1 0 0 0,1 0 384 0 0,-1 1 16 0 0,1 0 8 0 0,1-2 0 0 0,0 1 672 0 0,1-2 136 0 0,-2 0 24 0 0,-1 1 8 0 0,1 2 72 0 0,-2 2 24 0 0,1 2 0 0 0,-2 1 0 0 0,0 1-392 0 0,-1 2-80 0 0,0 1-8 0 0,1 3-8 0 0,-1 0-296 0 0,0 2-56 0 0,2-2-16 0 0,-1 4 0 0 0,1 3-160 0 0,0 5-32 0 0,-2 4-8 0 0,3 3 0 0 0,-2 3-32 0 0,2 1 0 0 0,-1 0-8 0 0,-1-2 0 0 0,1-4-72 0 0,0 4-16 0 0,0 2 0 0 0,1 1 0 0 0,-2-4-16 0 0,2 2-8 0 0,-1 1 0 0 0,-1 1 0 0 0,0 0 24 0 0,1-1 8 0 0,-1-4 0 0 0,0-2 0 0 0,0-2-88 0 0,0-2-16 0 0,1 1-64 0 0,0-5 96 0 0,-1-4-16 0 0,2 3-8 0 0,0-1 0 0 0,0-1 0 0 0,0 1 8 0 0,0-4 0 0 0,0-3 0 0 0,0-2 0 0 0,0-1-80 0 0,0-4 80 0 0,2-1-80 0 0,-1-3 80 0 0,0 0-80 0 0,1-3 0 0 0,0-3 0 0 0,2-1 0 0 0,0 0 0 0 0,-2-2 64 0 0,1-3-64 0 0,0 1 0 0 0,-1 1 0 0 0,-2 0 0 0 0,0-2 0 0 0,-3 3 0 0 0,0 0 0 0 0,-3 3-136 0 0,-2 3 32 0 0,-1 4 8 0 0,2 0-8 0 0,-3 3 0 0 0,-2 3 0 0 0,-1 2 0 0 0,0 4 104 0 0,-1 0-96 0 0,1 4 96 0 0,1-3-96 0 0,2 2 96 0 0,2-1 0 0 0,2-1 0 0 0,3 0 0 0 0,1-3 0 0 0,3 0 0 0 0,2-1 0 0 0,1-3 0 0 0,2-1 0 0 0,1 0 0 0 0,-1 0 0 0 0,2-4 0 0 0,1 0 0 0 0,1-5 0 0 0,0 2 0 0 0,0-3 0 0 0,-1-1 0 0 0,0 0 0 26-18,1 0 0-26 18,-2-1 0 0 0,0-2 0 27-18,-2 1 0-27 18,-1 0 0 0 0,-1 2 0 0 0,-1-1 0 0 0,-3 0 0 0 0,0 2 0 0 0,-3 1 0 0 0,-1 1 0 25-18,-1 0 0-25 18,-3 2 0 0 0,0 0 0 0 0,-1 2 0 0 0,-2 1 0 0 0,1 1 96 0 0,-2 0-96 0 0,1 2 144 0 0,0 1-24 0 0,1 0-8 0 0,2 0 0 0 0,0 0-112 0 0,1 0 88 0 0,1 0-88 0 0,2-1 80 25-18,1 3-80-25 18,2-2 0 0 0,-1 2 0 0 0,4-1 0 0 0,1-1 0 0 0,0-3 0 0 0,4-1-88 0 0,2-1 88 0 0,2-2-440 0 0,1 0-40 0 0,4-1-16 0 0,2-2-9272 0 0</inkml:trace>
  <inkml:trace contextRef="#ctx0" brushRef="#br0" timeOffset="42">3970 3466 2303 2826 3283,'-2'-1'200'0'0,"0"0"-200"0"0,1 1 0 0 0,1 0 0 0 0,-1 0 400 0 0,-1 0 40 0 0,-1 0 8 0 0,-2 0 0 0 0,-3 0 128 0 0,0-2 24 0 0,1 4 8 0 0,0-1 0 0 0,1 2 72 0 0,1 0 24 0 0,0 0 0 0 0,1 3 0 0 0,0 0-64 0 0,2 1 0 0 0,0-1-8 0 0,0 1 0 0 0,0-1-152 0 0,2 0-24 0 0,0 1-8 0 0,2-1 0 0 0,0 0-88 0 0,1-1-16 0 0,2-1-8 0 0,-1 0 0 0 0,1-1 0 0 0,0-2 0 0 0,3 1 0 0 0,-1-2 0 0 0,-2 0-48 0 0,0-2 0 0 0,1 1-8 0 0,0-1 0 0 0,2-1-112 0 0,-1-1-16 0 0,0 0-8 0 0,-1-1 0 0 0,1-1-144 0 0,-3 0 64 0 0,0 2-64 0 0,-1-1 0 0 0,0 0 0 0 0,-1 1 0 0 0,-2-2 0 0 0,0 1 0 0 0,-1-1 0 0 0,-1 2 0 0 0,0-1 0 0 0,-2 0 0 0 0,0 2-128 0 0,-1-1 0 0 0,0 1 0 0 0,-2 1 0 0 0,-1 1-64 0 0,0 1-8 0 0,0 1-8 0 0,0 1 0 0 0,2-1 128 0 0,-2 2 80 0 0,1 0-96 0 0,-1 3 96 0 0,1 0 0 0 0,1-1 96 0 0,0 4 0 0 0,-2 0 0 0 0,3 2 160 0 0,-1 0 24 0 0,3 1 8 0 0,0-1 0 0 0,2 0 16 0 0,1-2 8 0 0,3 0 0 0 0,-1 1 0 0 0,3-3-24 0 0,1 0-8 0 0,2-3 0 0 0,0 1 0 0 0,2-4-56 0 0,1 2-16 0 0,1-3 0 0 0,0-3 0 0 0,1 0-64 0 0,3-3-16 0 0,1 0 0 0 0,-2-2 0 0 0,-3 2-64 0 0,1-3-64 0 0,0 0 96 0 0,-2 0-96 0 0,-3 1 0 0 0,-2-2 0 0 0,-2 1 0 0 0,-3 0 0 0 0,0 0 0 0 0,-2-1 0 0 0,-1 1 0 0 0,-3-2 0 0 0,-1 1 0 0 0,-2 1 0 0 0,-2 1 0 0 0,-1 0 0 0 0,0 4 0 0 0,-1 0 0 0 0,0 3 0 0 0,1 1 0 0 0,3 1 0 0 0,-2 2 0 0 0,-1 2 0 0 0,-1 3 0 0 0,1 0 0 0 0,1 2 0 0 0,1 0 0 0 0,2 1 0 0 0,1 2 0 0 0,2-2 80 0 0,2 0-80 0 0,2-1 64 0 0,2 1-64 0 0,3-1 0 0 0,3 0 0 0 0,4-2 0 0 0,5-2-472 0 0,4-1-56 0 0</inkml:trace>
  <inkml:trace contextRef="#ctx0" brushRef="#br0" timeOffset="43">3976 3493 4607 2858 3223,'-1'-3'408'0'0,"0"1"-328"0"0,0 2-80 0 0,1 0 0 0 0,-1 0 336 0 0,-1-1 48 0 0,0 0 16 0 0,-2-1 0 0 0,-3 1 104 0 0,-1 1 16 0 0,-3-2 8 0 0,0 4 0 0 0,1-1-184 0 0,-1 2-40 0 0,1 0-8 0 0,0 1 0 0 0,0 2 64 0 0,2 0 16 0 0,0 0 0 0 0,1 1 0 0 0,4-1 104 0 0,0 1 16 0 0,2 1 8 0 0,2-1 0 0 0,0 0 8 0 0,3 1 0 0 0,2-1 0 0 0,1 0 0 0 0,1-1-16 0 0,0 0 0 0 0,2 0 0 0 0,1-1 0 0 0,0-2-152 0 0,0-1-32 0 0,0-2-8 0 0,-1 0 0 0 0,0 0-136 0 0,-1-3-24 0 0,0 1-8 0 0,-2-3 0 0 0,1 1-40 0 0,-3-1-16 0 0,0-1 0 0 0,-2-1 0 0 0,0 0-80 0 0,-2-1 80 0 0,-1 1-80 0 0,-1-1 80 0 0,-1 1-80 0 0,-1-1 0 0 0,0 3 0 0 0,-2-1 64 0 0,1 2 8 0 0,-2 0 0 0 0,0 1 0 0 0,-1 1 0 0 0,1 1 88 0 0,-1 2 8 0 0,-2 1 8 0 0,1 1 0 0 0,1 1-48 0 0,-1 1-16 0 0,0 0 0 0 0,1 2 0 0 0,-1 0-112 0 0,2-1 88 0 0,0 1-88 0 0,1-2 80 0 0,1 2-80 0 0,2-2 0 0 0,0 0 0 0 0,2 0 0 0 0,2-1 0 0 0,2-2-112 0 0,4 1 16 0 0,1-3-5584 0 0,3-1-1112 0 0</inkml:trace>
  <inkml:trace contextRef="#ctx0" brushRef="#br0" timeOffset="44">3305 2840 6911 3405 2969,'0'0'608'0'0,"0"0"-480"0"0,0 1-128 0 0,1-1 0 0 0,-1 0 584 0 0,1 1 96 0 0,1 0 24 0 0,0 1 0 0 0,1-1 256 0 0,3 2 64 0 0,-1 0 0 0 0,1 0 8 0 0,-1-2-512 0 0,1 2-104 0 0,-2 0-16 0 0,1-1-8 0 0,0 2-296 0 0,-1-1-96 0 0,1 1 0 0 0,-1-1 0 0 0,1 0-432 0 0,-2-1-144 0 0</inkml:trace>
  <inkml:trace contextRef="#ctx0" brushRef="#br0" timeOffset="45">3470 2951 4607 3270 2966,'0'0'408'0'0,"0"0"-328"0"0,1-1-80 0 0,-1 1 0 0 0,0 0 608 0 0,0 0 96 0 0,0 1 32 0 0,0-1 0 0 0,0 0-440 0 0,0 1-80 0 0,0 0-24 0 0,0-1 0 0 0,0 0-192 0 0</inkml:trace>
  <inkml:trace contextRef="#ctx0" brushRef="#br0" timeOffset="46">3085 2737 5983 3515 3073,'0'1'536'0'0,"0"-1"-432"0"0,1 1-104 0 0,0-1 0 0 0,0 0 480 0 0,-1 2 80 0 0,2-2 16 0 0,1 2 0 0 0,1 1 432 0 0,2 0 88 0 0,2 1 24 0 0,-1 0 0 0 0,3 0-384 0 0,-1 1-64 0 0,1-1-24 0 0,-1 0 0 0 0,0 0-424 0 0,-2 1-80 0 0,2-1-16 0 0,-1 1-8 0 0,0-1-120 0 0,-2 2 0 0 0,2-2 0 0 0,-2 1-4432 0 0,0 0-832 0 0</inkml:trace>
  <inkml:trace contextRef="#ctx0" brushRef="#br0" timeOffset="47">3460 2981 9215 3351 3029,'-5'-2'408'0'0,"3"2"80"0"0,0 0-392 0 0,1 2-96 0 0,1-2 0 0 0,0 0 0 0 0,0 0 0 0 0,1 1 88 0 0,1 1-88 0 0,0 0 80 0 0,3 2 152 0 0,-5-4 32 0 0,0 0 8 0 0,17 8 0 0 0,-11-4 200 0 0,0-1 40 0 0,0 0 0 0 0,0 1 8 0 0,0 0-200 0 0,-1-1-48 0 0,-1-1-8 0 0,1 2 0 0 0,0 0-136 0 0,-1-2-24 0 0,0 1-8 0 0,1 1 0 0 0,-2-2-96 0 0,0 0 0 0 0,1 0 0 0 0,-1 1-4016 0 0,0-1-768 0 0</inkml:trace>
  <inkml:trace contextRef="#ctx0" brushRef="#br0" timeOffset="48">3675 3187 9215 3413 2884,'-1'0'816'0'0,"1"1"-656"0"0,0 0-160 0 0,0-1 0 0 0,0 2 344 0 0,0-2 32 0 0,1 2 8 0 0,0 0 0 0 0,0 1 80 0 0,0 1 16 0 0,3 2 8 0 0,0-3 0 0 0,2 1-328 0 0,-2-1-64 0 0,2-1-8 0 0,-2 0-8 0 0,1 0-80 0 0,0 2-88 0 0,-1 0 24 0 0,1-2-5496 0 0</inkml:trace>
  <inkml:trace contextRef="#ctx0" brushRef="#br0" timeOffset="49">3821 3335 12439 3283 2816,'-3'-2'544'0'0,"2"2"128"0"0,0 0-544 0 0,-1 2-128 0 0,2-2 0 0 0,0 2 0 0 0,2-2 296 0 0,-1 2 32 0 0,0 1 8 0 0,3 2 0 0 0,1 1 72 0 0,3-1 8 0 0,-1 0 8 0 0,3 0 0 0 0,1 1-224 0 0,0-1-40 0 0,1 1-16 0 0,-2-1 0 0 0,2 0-144 0 0,-2 1 0 0 0,-1-3 0 0 0,-1 2 0 0 0,-2-3 0 0 0,-1 1 0 0 0,0-1 0 0 0,-2-1 0 0 0,-1 1-376 0 0,0-1-48 0 0,0 0-16 0 0,-2 0 0 0 0,0 0-480 0 0,2 0-96 0 0,-4 0-16 0 0,2 1-4176 0 0</inkml:trace>
  <inkml:trace contextRef="#ctx0" brushRef="#br0" timeOffset="50">4352 3242 919 3048 3019,'0'-3'80'0'0,"1"1"-80"0"0,-1 0 0 0 0,0 0 0 0 0,0 1 336 0 0,1-2 48 0 0,0 0 16 0 0,1-5 0 0 0,1 1 368 0 0,-1-3 64 0 0,2 2 24 0 0,-2-1 0 0 0,0 3 176 0 0,-1 0 40 0 0,1 1 8 0 0,-1 1 0 0 0,-1 1-48 0 0,1 3-8 0 0,-1-1 0 0 0,0 0 0 0 0,0 1-224 0 0,0 1-56 0 0,0 0-8 0 0,-1 2 0 0 0,0 3-288 0 0,-1 1-64 0 0,0 1-16 0 0,-1 3 0 0 0,-1 2-152 0 0,-1 0-32 0 0,0 2-8 0 0,-3 1 0 0 0,2-1-64 0 0,0-1-16 0 0,1-2 0 0 0,-1 0 0 0 0,2-1 8 0 0,1-1 0 0 0,-1-1 0 0 0,3-3 0 0 0,-1 0 32 0 0,2-1 8 0 0,0-1 0 0 0,0 0 0 0 0,3-1 48 0 0,-2 0 0 0 0,2-1 8 0 0,0-2 0 0 0,1 1-16 0 0,0-1-8 0 0,0 0 0 0 0,1-1 0 0 0,1 1-40 0 0,2-2-8 0 0,-1 2 0 0 0,1-3 0 0 0,-1 2-56 0 0,1 0-8 0 0,2-1-64 0 0,0 1 96 0 0,0 0-32 0 0,-2 0-64 0 0,1 0 88 0 0,0 0-88 0 0,-2 1 64 0 0,0 0-64 0 0,0 0 0 0 0,-2 0 0 0 0,1 0 0 0 0,-2 0 0 0 0,0 0 0 0 0,0 0 0 0 0,0 0-352 0 0,-2-1-80 0 0,3 0-16 0 0,0-1-8456 0 0</inkml:trace>
  <inkml:trace contextRef="#ctx0" brushRef="#br0" timeOffset="51">4524 3226 4607 2945 3104,'0'0'200'0'0,"-1"-2"48"0"0,1 2-248 0 0,0 0 0 0 0,0 2 0 0 0,-1-2 0 0 0,0 2 984 0 0,-1 2 144 0 0,-1 1 32 0 0,-1 5 8 0 0,-1 2 104 0 0,1 0 16 0 0,-1 2 8 0 0,1-1 0 0 0,1 0-312 0 0,1 0-64 0 0,0 2-16 0 0,-1-2 0 0 0,3 1-240 0 0,-2-1-56 0 0,1 0 0 0 0,1 2-8 0 0,0-2-216 0 0,0-1-48 0 0,0-2-8 0 0,0-1 0 0 0,0 0-144 0 0,0 1-32 0 0,0 0-8 0 0,0 0 0 0 0,0-2-72 0 0,0 0-8 0 0,1-2-64 0 0,-1 0 96 0 0,0-2-96 0 0,2-1 0 0 0,-2 1 0 0 0,0-2 0 0 0,2-1 0 0 0,0 1 0 0 0,-1-2 0 0 0,1 0 0 0 0,-1 0-224 0 0,1-2-64 0 0,1 0-8 0 0,0-1-8 0 0,-1-1-1136 0 0,1 0-232 0 0</inkml:trace>
  <inkml:trace contextRef="#ctx0" brushRef="#br0" timeOffset="52">4767 3285 2759 2812 2698,'0'0'248'0'0,"0"0"-248"0"0,1-1 0 0 0,-1 1 0 0 0,1 0 448 0 0,-1-1 48 0 0,2 1 8 0 0,-1 0 0 0 0,2-2 232 0 0,-1 1 40 0 0,1-1 16 0 0,-1 1 0 0 0,0 0 8 0 0,-1 1 8 0 0,1-2 0 0 0,-1 0 0 0 0,1 1 24 0 0,-1 0 0 0 0,0-1 0 0 0,0 1 0 0 0,-1-1-96 0 0,2 1-8 0 0,-2-1-8 0 0,0 1 0 0 0,0-2-272 0 0,0 2-48 0 0,0 0-16 0 0,-2-1 0 0 0,2 1-216 0 0,-2 0-40 0 0,1-1-16 0 0,-1 1 0 0 0,-1 0-112 0 0,0 0 64 0 0,0 0-64 0 0,-1 1 0 0 0,0 0 72 0 0,-1 1-72 0 0,0 1 64 0 0,0 0-64 0 0,-1 1 0 0 0,1-1 0 0 0,-1 1 64 0 0,0 0-64 0 0,1 1 64 0 0,-1 0-64 0 0,2 2 96 0 0,0-2-32 0 0,0 1-64 0 0,1 0 0 0 0,0 0 0 0 0,2 0 0 0 0,-1 0 0 0 0,0-1 0 0 0,1 2 0 0 0,1-1 0 0 0,1 1 0 0 0,1-1 0 0 0,0-1 0 0 0,2 0 0 0 0,-1-1 88 0 0,1 1-24 0 0,-1 0-64 0 0,2-1 96 0 0,1-1 48 0 0,-1 1 8 0 0,1 1 0 0 0,1-2 0 0 0,1 2 16 0 0,1 0 8 0 0,-1 1 0 0 0,0 0 0 0 0,-2-2-40 0 0,2 1-8 0 0,-1 1 0 0 0,0-1 0 0 0,0 2-48 0 0,0-1-16 0 0,-2 0 0 0 0,0-1 0 0 0,0 1-64 0 0,-1 2 0 0 0,0-1 0 0 0,-2 0 0 0 0,0-1 0 0 0,-1 0 0 0 0,-1 0 0 0 0,-1 0 0 0 0,0 1 0 0 0,0-1 0 0 0,-1-1 0 0 0,-1 2 0 0 0,0-2 0 0 0,0 1 0 0 0,-1 0 0 0 0,-2 0 0 0 0,0 1 0 0 0,0-2 0 0 0,0 1 0 0 0,-1-1 0 0 0,0 0 0 0 0,0-2 0 0 0,1 0 0 0 0,-2 0 0 0 0,2-1 0 0 0,-1-1 0 0 0,1 0 64 0 0,1-1-64 0 0,0 0 0 0 0,2-1 0 0 0,-1 1 0 0 0,1-3 64 0 0,1 0-64 0 0,-1 1 0 0 0,1-3 72 0 0,1-1-72 0 0,-2 2 80 0 0,3-3-16 0 0,0 1-64 0 0,0-3 96 0 0,3-1-96 0 0,-2 1 88 0 0,3 1-88 0 0,-1-2 80 0 0,3 3-80 0 0,0 0 64 0 0,-1 2-64 0 0,2-2 64 0 0,2 2-64 0 0,1-2 0 0 0,-1 1 0 0 0,1 0 0 0 0,-2 1 0 0 0,0-1 0 0 0,2 0 64 0 0,-2 1-64 0 0,1-2 0 0 0,-1 1 0 0 0,1 0 0 0 0,-4 0 0 0 0,0 2 0 0 0,-1-2 0 0 0,0 0 0 0 0,-3-1 0 0 0,1 0 0 0 0,-2 0 0 0 0,-2-1 0 0 0,1-1 0 0 0,-3 3 64 0 0,0-1-64 0 0,-1 2 64 0 0,0-1-64 0 0,-1 2 0 0 0,0 1 64 0 0,0 1-64 0 0,0 0 0 0 0,-1 2 64 0 0,0-1-64 0 0,0 0 0 0 0,0 1 64 0 0,1 2-64 0 0,1-1 0 0 0,-1 2 0 0 0,1 0 0 0 0,-1 0 0 0 0,1 1 0 0 0,1 1 0 0 0,1 0 0 0 0,-2 2-296 0 0,4-1-24 0 0,-1 1-8 0 0,3 2-8768 0 0</inkml:trace>
  <inkml:trace contextRef="#ctx0" brushRef="#br0" timeOffset="53">1759 233 3679 3213 3054,'1'-3'328'0'0,"-1"0"-264"0"0,0 1-64 0 0,0 1 0 0 0,0 0 536 0 0,0 0 88 0 0,0-4 16 0 0,0 0 8 0 0,1-1 344 0 0,-1-1 64 0 0,-1 1 8 0 0,1 0 8 0 0,0 1-240 0 0,-1 1-56 0 0,1 1-8 0 0,0 1 0 0 0,0 1-224 0 0,0 0-40 0 0,0-1-16 0 0,1 2 0 0 0,-1 0-120 0 0,0 0-24 0 0,0 0-8 0 0,0 0 0 0 0,0 0-16 0 0,0 0-8 0 0,0 0 0 0 0,0 0 0 0 0,0 0 16 0 0,0 0 8 0 0,0 19 0 0 0,0-12 0 0 0,-1 2-56 0 0,1 0-16 0 0,0 3 0 0 0,-2 4 0 0 0,2-1-16 0 0,-1 1-8 0 0,0 1 0 0 0,1 1 0 0 0,-2 2-32 0 0,2 1-8 0 0,-2-2 0 0 0,1 1 0 0 0,1-1-104 0 0,0 0-32 0 0,0 3 0 0 0,0 1 0 0 0,0 0 0 0 0,3 2-64 0 0,-3-1 96 0 0,2-2-32 0 0,0-1 0 0 0,-1-2-64 0 0,0 1 96 0 0,-1-3-32 0 0,1-1 8 0 0,0-3 0 0 0,1-1 0 0 0,-2-3 0 0 0,1 0-8 0 0,-1 1 0 0 0,-1-2 0 0 0,1-1 0 0 0,0 0 0 0 0,-2-2-64 0 0,1 3 96 0 0,0-3-32 0 0,0 1-64 0 0,-1-1 0 0 0,-1-1 72 0 0,1 0-72 0 0,1-1 0 0 0,0 0 0 0 0,-1 0 0 0 0,1-1 64 0 0,0 0-64 0 0,-1-1 0 0 0,1-1 0 0 0,-1 1 0 0 0,1-1 0 0 0,-1 0 0 0 0,1 0 0 0 0,0-1 0 0 0,-1 0 0 0 0,0-3 0 0 0,0 2 0 0 0,0-2 0 0 0,-1-1 0 0 0,-1-2 0 0 0,1 1 0 0 0,0-2 0 0 0,-1 1 0 0 0,1-2 0 0 0,-1 0 0 0 0,0 0 0 0 0,2 3 0 0 0,0-2 0 0 0,-2-1-64 0 0,1 2 64 0 0,0-2-72 0 0,0 1 72 0 0,0 1-80 0 0,0 1 80 0 0,0 2 0 0 0,1-1-72 0 0,0 1 72 0 0,0 1 0 0 0,0-1 0 0 0,1 1 0 0 0,-1 0 0 0 0,0 0 0 0 0,1 1 0 0 0,-1 0 0 0 0,2-1 0 0 0,-1 1-64 0 0,-1 2 64 0 0,2-2 0 0 0,0 0 0 0 0,0 2 0 0 0,0 0 0 0 0,0 0 0 0 0,0 0 0 0 0,2 0 0 0 0,-1 3 0 0 0,-1-2 0 0 0,0-1 0 0 0,0 0 0 0 0,0 0 0 0 0,7 16 0 0 0,-4-9 0 0 0,0 0 0 0 0,-1 3 0 0 0,2-1 0 0 0,-1 0 0 0 0,0 1 0 0 0,2 1 0 0 0,0 2 96 0 0,0-4-32 0 0,-2 1 0 0 0,3 0 0 0 0,-2 0 8 0 0,2-1 0 0 0,-1 1 0 0 0,1 0-8 0 0,-2-3 0 0 0,1 1 0 0 0,-1-1 0 0 0,1-3 0 0 0,-3 0-64 0 0,1-1 96 0 0,2 1-32 0 0,-1-2 16 0 0,0 0 0 0 0,0-2 0 0 0,3-2 0 0 0,-1 0 48 0 0,1-4 0 0 0,3-1 8 0 0,0-3 0 0 0,1-1 24 0 0,0-3 8 0 0,2-1 0 0 0,1-1 0 0 0,-2-1-16 0 0,-1 1-8 0 0,1 1 0 0 0,-5 2 0 0 0,1 2-72 0 0,-3 2-8 0 0,-1 3-64 0 0,-3 2 96 0 0,0 0-96 0 0,-1 3 0 0 0,0 0 0 0 0,0 0 0 0 0,-1 0 0 0 0,1 0 0 0 0,0 2 0 0 0,0-1 0 0 0,1 1-480 0 0,2-2-96 0 0,2 0-24 0 0,1-2-9720 0 0</inkml:trace>
  <inkml:trace contextRef="#ctx0" brushRef="#br0" timeOffset="54">2278 181 2303 3041 3175,'0'-1'200'0'0,"0"0"-200"0"0,0 0 0 0 0,0 1 0 0 0,0-2 632 0 0,0 1 80 0 0,-2 1 24 0 0,2-3 0 0 0,0-1 448 0 0,-2 0 96 0 0,0-1 24 0 0,1 2 0 0 0,0-1-248 0 0,-1 1-56 0 0,1-1-8 0 0,0 2 0 0 0,-1-1-208 0 0,1 2-48 0 0,0 0 0 0 0,-1 0-8 0 0,2 1-168 0 0,-1 0-32 0 0,-1 1-8 0 0,1 0 0 0 0,-1 1-184 0 0,1 2-40 0 0,0 1-8 0 0,-1 1 0 0 0,1 0-96 0 0,-1 3-32 0 0,1 0 0 0 0,0 2 0 0 0,0 2 16 0 0,0 0 0 0 0,1 1 0 0 0,-1 0 0 0 0,0 0 24 0 0,1 1 8 0 0,-1 0 0 0 0,1 0 0 0 0,-1-2-120 0 0,1 0-24 0 0,0 3-64 0 0,0-1 96 0 0,-1 0 0 0 0,1-1 0 0 0,0 0 0 0 0,0 0 0 0 0,0 1 8 0 0,0 0 0 0 0,0 0 0 0 0,0-1 0 0 0,2-2-24 0 0,-1 1-8 0 0,0-3 0 0 0,0 0 0 0 0,0 0-72 0 0,-1-3 96 0 0,0 0-96 0 0,1-2 96 0 0,0 0-96 0 0,-1-1 0 0 0,1-2 0 0 0,-1 2 0 0 0,0-4 0 0 0,0 1 0 0 0,0 0 0 0 0,0-2 0 0 0,1 0-320 0 0,0 0-48 0 0,0-2-16 0 0,1-1-9024 0 0</inkml:trace>
  <inkml:trace contextRef="#ctx0" brushRef="#br0" timeOffset="55">2245 193 6911 3038 3163,'-1'-6'304'0'0,"1"2"64"0"0,-1 0-296 0 0,1 0-72 0 0,0 3 0 0 0,0-1 0 0 0,1-1 576 0 0,-1-2 96 0 0,1-1 16 0 0,1-3 8 0 0,1-2 456 0 0,0 0 88 0 0,1-2 16 0 0,3 1 8 0 0,0 1-504 0 0,0 0-104 0 0,1 0-16 0 0,2 0-8 0 0,0 4-232 0 0,1-1-48 0 0,3 1 0 0 0,1 2-8 0 0,-5 2-24 0 0,0 1 0 0 0,1 2 0 0 0,-1 1 0 0 0,-1 2-152 0 0,1 1-32 0 0,-2 3-8 0 0,-3 0 0 0 0,0-1-128 0 0,-1 4 0 0 0,-1 0 0 0 0,-3 2 0 0 0,-1 1 80 0 0,-1 2-16 0 0,-2 2 0 0 0,0 1 0 0 0,-2 0-64 0 0,0 0 0 0 0,-2-1 0 0 0,0-2 0 0 0,-1 1 0 0 0,0-3-88 0 0,1-1 24 0 0,-1-1 0 0 0,1-2 64 0 0,-1-2 0 0 0,1 0 64 0 0,0-1-64 0 0,0 0 88 0 0,0-3-24 0 0,2-1 0 0 0,0 1 0 0 0,0-2 72 0 0,1 0 16 0 0,2-1 0 0 0,-1-1 0 0 0,2 0-64 0 0,1-2-16 0 0,-1 2 0 0 0,2-3 0 0 0,0 2-216 0 0,2-4-48 0 0,1 2 0 0 0,2 1-8608 0 0</inkml:trace>
  <inkml:trace contextRef="#ctx0" brushRef="#br0" timeOffset="56">2501 391 3223 2887 3090,'-1'-4'136'0'0,"1"2"40"0"0,0 0-176 0 0,0 0 0 0 0,0 2 0 0 0,0-2 0 0 0,0 1 584 0 0,0 0 88 0 0,1-2 8 0 0,0-1 8 0 0,0-1 944 0 0,1 1 184 0 0,1 0 40 0 0,0-1 0 0 0,-1 1-608 0 0,1 2-128 0 0,1-2-32 0 0,1 1 0 0 0,-1 0-352 0 0,1 1-80 0 0,0 1-16 0 0,0-2 0 0 0,2 2-256 0 0,-3 0-48 0 0,0 0-16 0 0,-1 1 0 0 0,2 1-152 0 0,-3-1-32 0 0,1 1-8 0 0,0 0 0 0 0,0 2 0 0 0,-1-3-8 0 0,-1 2 0 0 0,0 0 0 0 0,0 0-120 0 0,-1-1 0 0 0,1 1 0 0 0,-1-1 0 0 0,0 0 0 0 0,-1-1 0 0 0,0 2 0 0 0,0-2 0 0 0,0 2 96 0 0,-2 0-24 0 0,-1 0-8 0 0,1-1 0 0 0,-2 2-64 0 0,-1 0 0 0 0,0 1 0 0 0,-3-1 0 0 0,1 1 0 0 0,-1 1 0 0 0,-2-1 0 0 0,4 1 0 0 0,-1 0 0 0 0,-1 0 0 0 0,4-1 0 0 0,-1 1 0 0 0,2-1 0 0 0,1 0 0 0 0,1 1 0 0 0,1-1 0 0 0,0 0 0 0 0,2-2 0 0 0,1 3 0 0 0,1 0 0 0 0,1-1 0 0 0,0 1 0 0 0,3 1 0 0 0,0 0 0 0 0,0 1 0 0 0,1-1 0 0 0,-1 1 0 0 0,1 0 0 0 0,0 1 0 0 0,-1 1 0 0 0,0-1 0 0 0,0 1 0 0 0,-2-1 0 0 0,0 0 0 0 0,-2 2 0 0 0,-1-2 0 0 0,1 1 0 0 0,-3-1 0 0 0,-2 1 0 0 0,1 0 0 0 0,-1-1 0 0 0,-1 0 0 0 0,-2-1 0 0 0,2-2 0 0 0,-2 0 0 0 0,-1-1 0 0 0,1-1 0 0 0,-1-1 0 0 0,-1 0 0 0 0,1-1 0 0 0,-2-1 0 0 0,3-1 0 0 0,-1-1 0 0 0,-1 1 0 0 0,1-2 0 0 0,-2 0 0 0 0,3 0 0 0 0,-3-1 0 0 0,1 1 0 0 0,1-2 0 0 0,0 0 0 0 0,1 0 0 0 0,0 1 0 0 0,1 0 0 0 0,1-1 0 0 0,2 1 0 0 0,-1 2 0 0 0,2-1 0 0 0,0 2-416 0 0,2 0-32 0 0,1 0 0 0 0,2 1-5456 0 0,2-1-1096 0 0</inkml:trace>
  <inkml:trace contextRef="#ctx0" brushRef="#br0" timeOffset="57">2714 432 2759 2895 3094,'1'-5'248'0'0,"0"3"-248"0"0,-1-1 0 0 0,0 0 0 0 0,0 2 752 0 0,0 0 104 0 0,0 0 16 0 0,-1 0 8 0 0,0 0 1056 0 0,0 0 208 0 0,-1 0 48 0 0,0 1 8 0 0,0 2-1048 0 0,-1 1-200 0 0,2 2-48 0 0,-2-1-8 0 0,1 4-464 0 0,0-1-96 0 0,2 3-16 0 0,0-1-8 0 0,-1 1-176 0 0,1 1-32 0 0,1 0-8 0 0,-1-1 0 0 0,1-1 16 0 0,1 1 0 0 0,0-3 0 0 0,1-1 0 0 0,1 0-16 0 0,0 0-8 0 0,1-3 0 0 0,-1 0 0 0 0,0 0-88 0 0,2-3 96 0 0,0 0-96 0 0,0 0 96 0 0,1-3-8 0 0,-1 0 0 0 0,1-1 0 0 0,-1-1 0 0 0,1 1-24 0 0,-1-3-64 0 0,1 0 96 0 0,-3 0-32 0 0,1-1-64 0 0,0 0 96 0 0,-1-2-96 0 0,0 1 96 0 0,-1-1-96 0 0,0 2 0 0 0,-1 0 72 0 0,0 3-72 0 0,-2 1 0 0 0,2 0 0 0 0,-2 1 0 0 0,0 0 64 0 0,0 1-64 0 0,0 0 0 0 0,-2 2 0 0 0,2-1 0 0 0,0 1 0 0 0,-1 0 0 0 0,0 0 0 0 0,0 1 64 0 0,0 0-64 0 0,0 1 0 0 0,1-2 0 0 0,0 0 0 0 0,0 0 0 0 0,0 0 0 0 0,0 0 0 0 0,0 18 0 0 0,0-13 0 0 0,1-1 0 0 0,1 3 0 0 0,0-1 0 0 0,1-1 0 0 0,0-1 0 0 0,1 2 0 0 0,1-1 0 0 0,-2 0 0 0 0,2-1 0 0 0,0 0 0 0 0,-1-1 0 0 0,1-1 0 0 0,1 2 0 0 0,-1-2 0 0 0,2-2 0 0 0,-2 2 120 0 0,1-2-16 0 0,1 0 0 0 0,-1-2 0 0 0,2 1-104 0 0,-1-1 0 0 0,-1-1 64 0 0,1-1-64 0 0,1 1 64 0 0,-1-3-64 0 0,-1 1 88 0 0,1 0-88 0 0,-3 0 0 0 0,3 0 0 0 0,-1-2 0 0 0,1-2 0 0 0,-1 0 0 0 0,2-1 0 0 0,-1-2 0 0 0,-1 0 0 0 0,1 1 0 0 0,-2-2 0 0 0,0 0 0 0 0,-1 2 0 0 0,1 0 0 0 0,-4 0 0 0 0,1 2 0 0 0,-1 1 0 0 0,-1 0 0 0 0,0 0 0 0 0,-1 2 0 0 0,0-1 0 0 0,-1 1 0 0 0,2 0 0 0 0,-3 0 0 0 0,3 2 0 0 0,-2-2 64 0 0,1 1-64 0 0,1 1 0 0 0,-1-1 0 0 0,0 1 72 0 0,1 2-8 0 0,-1 0-64 0 0,1-1 96 0 0,0 3-96 0 0,0 0 0 0 0,0 0 0 0 0,0 0 0 0 0,0 1 0 0 0,-2 1 0 0 0,2 1 0 0 0,0 2 0 0 0,0 0 0 0 0,-2 0 0 0 0,2 1 0 0 0,0-1 0 0 0,-1 4 0 0 0,1-1 0 0 0,0 1 0 0 0,0 0 0 0 0,1 1 0 0 0,-1-1 0 0 0,0 3 0 0 0,2 1 0 0 0,-2-1 0 0 0,2-1 0 0 0,-2 0 0 0 0,0-1 0 0 0,1 2 0 0 0,-1 1 0 0 0,0 1 0 0 0,0 0 0 0 0,0-5 0 0 0,1 2 0 0 0,0-1 0 0 0,-1 3 0 0 0,1 0 0 0 0,1-2 0 0 0,0-1 0 0 0,-1 0 0 0 0,2-1 0 0 0,-2-2 0 0 0,2 0 0 0 0,-1-1 0 0 0,1-1 0 0 0,-2-1 0 0 0,1-2 0 0 0,0 0 0 0 0,0-1 0 0 0,0-1 0 0 0,0 0 0 0 0,0-2 0 0 0,-1 0 0 0 0,1-2 0 0 0,-1 0 0 0 0,2-3 72 0 0,-2 1 48 0 0,2-1 8 0 0,-1 1 0 0 0,1-3 0 0 0,-1-2-24 0 0,2-2 0 0 0,-1 3 0 0 0,0-1 0 0 0,1 0-32 0 0,2-2-8 0 0,-1 2 0 0 0,2 2 0 0 0,-2 0-64 0 0,1 4 0 0 0,0-1 0 0 0,1 1 0 0 0,-3 3 0 0 0,2 1 0 0 0,-3 0 0 0 0,2 1 0 0 0,-2 1 0 0 0,0 1 0 0 0,-1 1 0 0 0,1 1 0 0 0,-2 1-144 0 0,0 0 32 0 0,-1 2 8 0 0,0-1 0 0 0,0 0-64 0 0,-1 1-16 0 0,0 2 0 0 0,-2 1 0 0 0,1 0 64 0 0,-1 0 16 0 0,1-1 0 0 0,-1 1 0 0 0,0-2 104 0 0,1-2 0 0 0,-1 1-80 0 0,0-1 80 0 0,0-1 0 0 0,2 0 0 0 0,-1-2 0 0 0,1 0 0 0 0,1-1 0 0 0,0 0 0 0 0,0 0 0 0 0,1-1 0 0 0,0 1 96 0 0,1-2-32 0 0,0 0 0 0 0,2-1 0 0 0,-1 0 16 0 0,2-2 0 0 0,2 2 0 0 0,-1-2 0 0 0,1 0-80 0 0,1-1 80 0 0,1-1-80 0 0,-1-2 80 0 0,1 2-80 0 0,-3-2 0 0 0,2 1 0 0 0,-1-1 0 0 0,1 0 72 0 0,0-2-72 0 0,-1 1 80 0 0,-1 0-80 0 0,-1 1 0 0 0,1-1 0 0 0,1 1 0 0 0,-1 0 0 0 0,-1 1 96 0 0,0 1-24 0 0,1 2-8 0 0,-1-1 0 0 0,1 2-64 0 0,0 0 0 0 0,-2 2 0 0 0,0 0 0 0 0,1 2 0 0 0,-2 0 0 0 0,0-1 0 0 0,0 3 0 0 0,-1 0 0 0 0,0 1 0 0 0,0 1 0 0 0,-1 0 0 0 0,0 2-88 0 0,-2-2 88 0 0,0 3-64 0 0,-2-1 64 0 0,2-1-72 0 0,-3-1 72 0 0,-1 2-80 0 0,0-2 80 0 0,0 1 0 0 0,-3 0 0 0 0,1-2 0 0 0,0 0 0 0 0,0 1 0 0 0,1-2 0 0 0,0-2 0 0 0,0 0 0 0 0,0 0 0 0 0,0 0 0 0 0,1-2 0 0 0,1 0 0 0 0,-1 0 0 0 0,0-2 0 0 0,0 0 0 0 0,-1-1-6432 0 0,1 1-1216 0 0</inkml:trace>
  <inkml:trace contextRef="#ctx0" brushRef="#br0" timeOffset="58">338 931 2759 3358 3030,'0'-4'248'0'0,"0"1"-248"0"0,0 1 0 0 0,0 0 0 0 0,0 1 496 0 0,0 0 48 0 0,0 0 16 0 0,0-1 0 0 0,0 1 496 0 0,0-2 104 0 0,0-1 24 0 0,0 0 0 0 0,1 1-248 0 0,-1-1-40 0 0,0 3-16 0 0,0-2 0 0 0,0 1-176 0 0,1 2-32 0 0,-1-2 0 0 0,0 2-8 0 0,1-1-184 0 0,-1 1-32 0 0,1 1 0 0 0,-1 0-8 0 0,0-1-152 0 0,0 0-24 0 0,0 0-8 0 0,9 19 0 0 0,-6-10 40 0 0,2 1 8 0 0,-1 3 0 0 0,2 0 0 0 0,-2 3-80 0 0,0-1-24 0 0,1 2 0 0 0,0-2 0 0 0,0 1-40 0 0,-1-3 0 0 0,2 1-8 0 0,-1-1 0 0 0,0 0-40 0 0,2 0-8 0 0,-2-1 0 0 0,1-3 0 0 0,-2-1 8 0 0,0 1 0 0 0,1-2 0 0 0,0 2 0 0 0,2-1-112 0 0,-3-3 72 0 0,0 0-72 0 0,0-1 64 0 0,0-2 24 0 0,-1 0 0 0 0,0-2 0 0 0,1-1 0 0 0,0-1 16 0 0,0 0 8 0 0,-1-2 0 0 0,2-3 0 0 0,-1-1 32 0 0,2-1 8 0 0,0-3 0 0 0,0-1 0 0 0,1-1-32 0 0,-1-1-8 0 0,2-1 0 0 0,-1-3 0 0 0,1-1 0 0 0,-1 0 0 0 0,0 1 0 0 0,-1 2 0 0 0,0 2-16 0 0,-1 2 0 0 0,-1-1 0 0 0,-1 3 0 0 0,0 3-96 0 0,-1 0 0 0 0,-1 1 0 0 0,0 1 0 0 0,-1 0 0 0 0,0 3 0 0 0,0-1 72 0 0,0 0-72 0 0,0 2 64 0 0,-1-1-64 0 0,1 1 0 0 0,0 0 64 0 0,0-1-64 0 0,0 1 0 0 0,1 0 0 0 0,-1 0 0 0 0,0 0 0 0 0,0 1 0 0 0,1 0 0 0 0,-1 0 0 0 0,0 0 0 0 0,0 1 0 0 0,-1 0 0 0 0,1 1 0 0 0,-1 2-328 0 0,1 1-8 0 0,0 0 0 0 0,1 3-6240 0 0,0 0-1248 0 0</inkml:trace>
  <inkml:trace contextRef="#ctx0" brushRef="#br0" timeOffset="59">731 1176 1839 3270 3073,'-1'-2'160'0'0,"1"0"-160"0"0,0 0 0 0 0,0 0 0 0 0,0 1 792 0 0,0 1 120 0 0,0-1 24 0 0,0-1 8 0 0,1 0 448 0 0,0 0 88 0 0,2-2 24 0 0,0 0 0 0 0,-1 0-240 0 0,1 2-48 0 0,0-1 0 0 0,1 0-8 0 0,0 1-384 0 0,0 1-80 0 0,-1 0-8 0 0,0 0-8 0 0,0 0-272 0 0,1 1-48 0 0,-1 1-16 0 0,0-1 0 0 0,0 0-152 0 0,-1 0-32 0 0,1 0-8 0 0,-1 0 0 0 0,1 0 0 0 0,-1 0 0 0 0,-2 1 0 0 0,2-1 0 0 0,-1 0-136 0 0,-1 0-64 0 0,1-1 64 0 0,-1 1-64 0 0,0 1 80 0 0,0-1-80 0 0,0 0 96 0 0,-1-1-96 0 0,1 1 88 0 0,0 0-88 0 0,0 0 80 0 0,0 0-80 0 0,0 0 64 0 0,-17 5-64 0 0,11-2 0 0 0,0 0 72 0 0,-2 0-72 0 0,-1 1 0 0 0,0-1 0 0 0,-1 2 0 0 0,1-1 0 0 0,2 1 0 0 0,-1-1 0 0 0,1 0 0 0 0,1 0 0 0 0,2 0 0 0 0,1-1 0 0 0,0-1 0 0 0,0 0 0 0 0,2 1 0 0 0,0 0 0 0 0,1 1 0 0 0,1 2 0 0 0,2-1 0 0 0,1 0 0 0 0,1 1 0 0 0,0-2 0 0 0,-1 0 0 0 0,2 0 0 0 0,-1 0 0 0 0,1 0 0 0 0,1 1 0 0 0,-1-1 0 0 0,0 2 0 0 0,0 1 0 0 0,0 0 0 0 0,-2 4 0 0 0,0-4 0 0 0,-1-1 0 0 0,-2-2 0 0 0,0 3 0 0 0,-2 0 0 0 0,0 2 0 0 0,0-3 0 0 0,-2-2 0 0 0,-2 0 0 0 0,1 3 0 0 0,0-3 0 0 0,-2-4 0 0 0,0 1 0 0 0,0 4 0 0 0,0-4 0 0 0,0-3 0 0 0,1 0 0 0 0,0 4 0 0 0,-1-3 0 0 0,1-5 0 0 0,0 0 0 0 0,2 1 0 0 0,-1 1 0 0 0,2 0 0 0 0,0 1 0 0 0,0 0 0 0 0,2 2 0 0 0,-1 2 0 0 0,1 2 0 0 0,1-3-112 0 0,2-2-16 0 0,-1-2 0 0 0,3 0 0 0 0,1-1-1024 0 0,1 2-200 0 0,1 0-48 0 0,-1 2-8 0 0</inkml:trace>
  <inkml:trace contextRef="#ctx0" brushRef="#br0" timeOffset="60">924 1183 6967 3076 3011,'-1'-3'152'0'0,"-1"0"32"0"0,1 1 8 0 0,1 1 0 0 0,-1 1-192 0 0,0 0 0 0 0,0 0 0 0 0,-1 1 0 0 0,0 0 1424 0 0,-1 0 240 0 0,0 2 56 0 0,1 0 8 0 0,-3 1-960 0 0,4-1-192 0 0,-1 0-40 0 0,1 0-8 0 0,1 1-288 0 0,-2 2-56 0 0,0 0-16 0 0,2 1 0 0 0,0 3-16 0 0,2 0-8 0 0,-1-1 0 0 0,0 1 0 0 0,0-1 40 0 0,2 1 8 0 0,1-4 0 0 0,0 0 0 0 0,0 3-80 0 0,1-3-16 0 0,-1-5 0 0 0,2 0 0 0 0,0 0-24 0 0,-1-2-8 0 0,1 0 0 0 0,-2 0 0 0 0,0-1 40 0 0,1 1 8 0 0,2 1 0 0 0,-2-5 0 0 0,0 0-8 0 0,0 1 0 0 0,-1-2 0 0 0,0 1 0 0 0,2-1 8 0 0,-1-2 0 0 0,-2 0 0 0 0,0 2 0 0 0,0-1 32 0 0,-2 0 8 0 0,2 1 0 0 0,-2 2 0 0 0,0-3-24 0 0,0 1 0 0 0,0-1 0 0 0,-1 1 0 0 0,0 1 0 0 0,0 1-8 0 0,0 1 0 0 0,0 2 0 0 0,-1 0-48 0 0,1 1-8 0 0,-1 0 0 0 0,1 0 0 0 0,0 0-64 0 0,-1 1 0 0 0,1 1 0 0 0,-1 1 64 0 0,1 2-64 0 0,0-5 0 0 0,0 0 0 0 0,0 18 0 0 0,1-12 0 0 0,1 3 0 0 0,-1-2 0 0 0,2 1 0 0 0,-1 1 0 0 0,3-1 0 0 0,0-1 0 0 0,0-1 0 0 0,0 2 0 0 0,0-2 0 0 0,1-4 0 0 0,-1 0 0 0 0,1-2 0 0 0,-1 1 0 0 0,2-1 0 0 0,-1 1 0 0 0,0 0 0 0 0,1 0 0 0 0,-1-1 0 0 0,1-4 0 0 0,-2 0 0 0 0,2-2 0 0 0,-1 0 0 0 0,-1 0 0 0 0,0 2 0 0 0,0-3 0 0 0,1 0 64 0 0,-1-1-64 0 0,1-2 0 0 0,-1-1 0 0 0,2-2 0 0 0,-2-1 64 0 0,1 0-64 0 0,-2 0 0 0 0,0 0 0 0 0,-1-1 0 0 0,0 2 0 0 0,-2 0 0 0 0,0 2 0 0 0,-1 1 0 0 0,0 1 0 0 0,-2 1 0 0 0,1 1 64 0 0,-1 2-64 0 0,1 0 0 0 0,-2 1 0 0 0,0 0 0 0 0,2 0 0 0 0,0 2 64 0 0,-1 0-64 0 0,0 1 64 0 0,1-1-64 0 0,-1 1 72 0 0,1 1-72 0 0,1 0 80 0 0,-2 3-80 0 0,2-2 64 0 0,-2 1-64 0 0,2 2 0 0 0,0 0 72 0 0,0 1-72 0 0,0 2 0 0 0,0 1 0 0 0,2 0 0 0 0,-2 1 0 0 0,2 0 0 0 0,-2 0 0 0 0,1 0 0 0 0,1 1 0 0 0,-1-1 0 0 0,1 3 64 0 0,0-3-64 0 0,-1-1 0 0 0,0 0 0 0 0,0-2 0 0 0,1 2 0 0 0,-1 2 0 0 0,2-1 0 0 0,-1 3 0 0 0,0-2 0 0 0,0-1 0 0 0,1 1 0 0 0,-1-1 0 0 0,1 0 0 0 0,-2 0 0 0 0,1-1 0 0 0,0 3 0 0 0,0-4 0 0 0,-1 2 0 0 0,0-5 0 0 0,0 0 0 0 0,0-2 0 0 0,0-1 0 0 0,-1 1 0 0 0,1 2 0 0 0,0-1 0 0 0,0-2 0 0 0,0-1 0 0 0,0-1 0 0 0,-1-1 0 0 0,1-1 80 0 0,0-2 0 0 0,-1 5 0 0 0,0 0 0 0 0,5-19 16 0 0,-4 12 0 0 0,3-1 0 0 0,-2-1 0 0 0,2-1-96 0 0,2-1 64 0 0,0-1-64 0 0,0 1 64 0 0,1 2-64 0 0,0 0 0 0 0,0 1 0 0 0,0 3 0 0 0,1 1 0 0 0,-2 2 0 0 0,-1 0 0 0 0,0 2 0 0 0,-1 2 0 0 0,0 0 0 0 0,-1 0 0 0 0,0 3 0 0 0,-2-1-96 0 0,0 1 24 0 0,-1 2 0 0 0,-1-1 0 0 0,-1 3-48 0 0,0-1-8 0 0,-1-2 0 0 0,0 1 0 0 0,0 2 56 0 0,-1 0 8 0 0,2 0 0 0 0,-1-1 0 0 0,1-2 64 0 0,-1-1 0 0 0,1 0 0 0 0,1 0-64 0 0,0 0 64 0 0,1-2 0 0 0,1 0 0 0 0,0 0 0 0 0,1 2 0 0 0,0-3 0 0 0,1 0 0 0 0,1-2 0 0 0,1 0 0 0 0,1-3 88 0 0,1-5-88 0 0,0 2 96 0 0,0 1-32 0 0,-1 0 0 0 0,2-3 0 0 0,0 1 0 0 0,-1-1-64 0 0,2 1 64 0 0,0-2-64 0 0,0 0 64 0 0,-1-1-64 0 0,0 3 64 0 0,-1 1-64 0 0,2-1 64 0 0,-1 1-64 0 0,-2 2 80 0 0,2 1-80 0 0,-1 0 80 0 0,0 1-16 0 0,-1 1-64 0 0,2 0 96 0 0,-2 1-32 0 0,-1 1-64 0 0,-1-1 0 0 0,0 3 0 0 0,-1-1 64 0 0,-1 1-64 0 0,0 1 0 0 0,-1 0 0 0 0,-1 1 0 0 0,0 0 0 0 0,-2 1 0 0 0,1 0 0 0 0,-1 0 0 0 0,-2 0-96 0 0,1-1 96 0 0,-1 0-96 0 0,-1 0 96 0 0,1 2-72 0 0,-2-1 72 0 0,0-2 0 0 0,-2 0 0 0 0,2 2 0 0 0,-1-1 0 0 0,2 0 0 0 0,-1 0 0 0 0,2-1 0 0 0,0-3 0 0 0,0 0 0 0 0,-1 0 0 0 0,4-1 0 0 0,-2-1 0 0 0,1-3 0 0 0,0 2 0 0 0,1 1 0 0 0,1 1 0 0 0,-2 0 0 0 0,2-1 0 0 0,2 0-128 0 0,-2-2 0 0 0,3-2 0 0 0,0 2-9280 0 0</inkml:trace>
  <inkml:trace contextRef="#ctx0" brushRef="#br0" timeOffset="61">2220 4155 1375 3262 3400,'0'-1'128'0'0,"-2"0"-128"0"0,2 0 0 0 0,0 1 0 0 0,0-1 296 0 0,0 0 40 0 0,-2 0 8 0 0,1-3 0 0 0,-1 0 352 0 0,-1 0 72 0 0,0-1 8 0 0,0 0 8 0 0,1 1-32 0 0,-3 2-8 0 0,1-1 0 0 0,1 2 0 0 0,-2-1 16 0 0,0 2 0 0 0,0 0 0 0 0,-1 2 0 0 0,0-1-144 0 0,-1 2-24 0 0,1 1-8 0 0,0 1 0 0 0,-1-1-328 0 0,1 1-72 0 0,-1 2-16 0 0,0-1 0 0 0,2 1-168 0 0,-1-1 64 0 0,2 1-64 0 0,-1-1 0 0 0,3 0 0 0 0,0-1 0 0 0,0 0 0 0 0,2-1 0 0 0,0 1 0 0 0,0-2 64 0 0,1 0-64 0 0,1 1 0 0 0,1-2 176 0 0,2 0 0 0 0,0 1 0 0 0,1-3 0 0 0,0 2 144 0 0,4-4 32 0 0,-2 2 8 0 0,2-1 0 0 0,-1-1-128 0 0,1-2-24 0 0,0 0-8 0 0,0 0 0 0 0,-2-1-72 0 0,0 0-8 0 0,-3 1-8 0 0,0-1 0 0 0,-1 0-112 0 0,-4 0 88 0 0,2 1-88 0 0,-4-1 80 0 0,1-1-80 0 0,-3 1 80 0 0,0-1-80 0 0,0 0 80 0 0,0 0-8 0 0,-3 2 0 0 0,2-2 0 0 0,-2 3 0 0 0,1-1-8 0 0,-2 1 0 0 0,2 0 0 0 0,-1 3 0 0 0,1-2-64 0 0,1 4 80 0 0,-1-2-80 0 0,1 3 80 0 0,-1 0-80 0 0,0 1 96 0 0,2 1-96 0 0,-2 1 96 0 0,2 1-8 0 0,-1 0 0 0 0,1 2 0 0 0,0 0 0 0 0,0 1-88 0 0,2-1 80 0 0,0-1-80 0 0,0 0 80 0 0,2 0 0 0 0,0 0 0 0 0,2-1 0 0 0,0 0 0 0 0,2 1-8 0 0,0-2 0 0 0,0-1 0 0 0,1 0 0 0 0,1-2 24 0 0,0 0 8 0 0,1-3 0 0 0,0 0 0 0 0,-1 0 24 0 0,1-3 0 0 0,1 1 0 0 0,-2-3 0 0 0,2-1-24 0 0,-1 1 0 0 0,0-2 0 0 0,-3 0 0 0 0,-1-1-104 0 0,1 1 72 0 0,-3-2-72 0 0,1 0 64 0 0,-2-1-64 0 0,-2 1 0 0 0,0 0 72 0 0,-1 1-72 0 0,-1-1 0 0 0,-2 3 0 0 0,0-1 0 0 0,1 2 0 0 0,-2 0 0 0 0,1 1 0 0 0,-1 2 0 0 0,-1 2 0 0 0,0 0 0 0 0,-1 2-120 0 0,1 0 24 0 0,0 1 0 0 0,0 1 0 0 0,0 1 8 0 0,0 1 0 0 0,1 0 0 0 0,2-1 88 0 0,0 2 0 0 0,2 0 0 0 0,0 0 0 0 0,1 0 0 0 0,1-1 0 0 0,-1 1 0 0 0,4-1 0 0 0,-1 1 0 0 0,1-1 0 0 0,1 2 0 0 0,2-1 0 0 0,-1-3 0 0 0,0 2 72 0 0,3 0-72 0 0,-1-1 80 0 0,1-2 16 0 0,1-1 0 0 0,-1 0 0 0 0,1-2 0 0 0,2-1-16 0 0,-1-1 0 0 0,0-1 0 0 0,0-1 0 0 0,0 0-16 0 0,-1-2-64 0 0,1 1 96 0 0,-3-3-32 0 0,2 1-64 0 0,-3-1 0 0 0,0 0 0 0 0,-1-2 64 0 0,-2 3-64 0 0,0-2 0 0 0,-2 1 0 0 0,-3 2 64 0 0,2-2-64 0 0,-3 2 0 0 0,-1-1 0 0 0,0 1 0 0 0,-2 3 0 0 0,1-1 0 0 0,-1 2 0 0 0,-1 2 0 0 0,0 1-112 0 0,2 1 40 0 0,-2 4 8 0 0,-1-2 0 0 0,0 4 64 0 0,1-1-80 0 0,1 3 80 0 0,0-1-80 0 0,1 0 80 0 0,2 0 0 0 0,2-2 0 0 0,-1 1 0 0 0,3 0 0 0 0,0-1 0 0 0,3 2 64 0 0,0-3-64 0 0,1 1 0 0 0,3-3 0 0 0,1 1 0 0 0,1-1 64 0 0,1-1-64 0 0,-1-2 0 0 0,1 1 0 0 0,1 0 0 0 0,1-2-232 0 0,0 1-88 0 0</inkml:trace>
  <inkml:trace contextRef="#ctx0" brushRef="#br0" timeOffset="62">1742 3531 1839 3116 3172,'0'-3'160'0'0,"0"0"-160"0"0,-2 0 0 0 0,2 2 0 0 0,0-1 544 0 0,0 1 80 0 0,0-3 16 0 0,-1-2 0 0 0,-1-3 288 0 0,0 0 56 0 0,-2 2 8 0 0,0 1 8 0 0,-1 0-152 0 0,0 4-32 0 0,-1 0-8 0 0,-1 2 0 0 0,0 2-216 0 0,-2 0-48 0 0,-1 2 0 0 0,0 2-8 0 0,1 0-248 0 0,-1 1-40 0 0,0 1-16 0 0,2 2 0 0 0,1-3-24 0 0,2 3-8 0 0,1-1 0 0 0,1 0 0 0 0,1 0-64 0 0,1 0-8 0 0,0 1-8 0 0,1-3 0 0 0,1 2 96 0 0,1-1 16 0 0,1-2 8 0 0,0 1 0 0 0,2-2 32 0 0,-1 0 8 0 0,5-2 0 0 0,-2-1 0 0 0,2 0-32 0 0,0-3-8 0 0,1 0 0 0 0,0-3 0 0 0,1 0-16 0 0,1-1-8 0 0,-1-1 0 0 0,0-1 0 0 0,-3 1-104 0 0,1-1-16 0 0,-3 1-8 0 0,1-1 0 0 0,-3-1-88 0 0,-2 2 0 0 0,0-1 0 0 0,-1 1 0 0 0,-1 0 0 0 0,-1-2 0 0 0,-2 2 64 0 0,0 0-64 0 0,-1-1 0 0 0,-1 1 0 0 0,-1 0 0 0 0,0 2 0 0 0,0 0 0 0 0,0 3 0 0 0,0 0 0 0 0,0 2 0 0 0,0-1 0 0 0,0 3 0 0 0,1 0 0 0 0,0 0 64 0 0,0 2-64 0 0,0-1 96 0 0,0 2-96 0 0,1-1 96 0 0,0 1 40 0 0,1 0 16 0 0,1-1 0 0 0,2 1 0 0 0,0-1-56 0 0,2 0 0 0 0,1-2-8 0 0,-1 1 0 0 0,2-1-88 0 0,2-2 0 0 0,0 1 0 0 0,0-2 0 0 0,2 0-224 0 0,-1 0-32 0 0,1-3 0 0 0,2 2-8 0 0,-1-2-1264 0 0,0 0-248 0 0,-1 0-48 0 0,0 0-16 0 0</inkml:trace>
  <inkml:trace contextRef="#ctx0" brushRef="#br0" timeOffset="63">1149 3459 1375 3216 3245,'-2'1'128'0'0,"0"0"-128"0"0,0 0 0 0 0,1 1 0 0 0,0-2 560 0 0,-1 2 88 0 0,-3 1 24 0 0,-2 2 0 0 0,-1 1 288 0 0,0 1 64 0 0,1 0 16 0 0,2-2 0 0 0,0-1-144 0 0,4 1-24 0 0,0-1-8 0 0,1-2 0 0 0,1 1-96 0 0,3-1-32 0 0,0-2 0 0 0,2 0 0 0 0,2 0-192 0 0,0-2-32 0 0,0 0-16 0 0,0 0 0 0 0,-2 1-152 0 0,0-3-32 0 0,-1 2-8 0 0,2-2 0 0 0,-2 0-224 0 0,0 0-80 0 0,-2 0 0 0 0,0 0 72 0 0,0 1-72 0 0,-2-3 0 0 0,0 3 0 0 0,-2-1 0 0 0,0 0 0 0 0,-2 2 0 0 0,0-3 0 0 0,-2 1 64 0 0,-1 0-64 0 0,0-1 0 0 0,-2 3 0 0 0,1-2 0 0 0,-1 3 80 0 0,-1-1-80 0 0,3 2 96 0 0,-2 1-96 0 0,0 1 0 0 0,2 0 0 0 0,0 1 0 0 0,0 0 0 0 0,-1 1 80 0 0,3 0-80 0 0,-1 0 64 0 0,1 1-64 0 0,0 1 112 0 0,0 0-16 0 0,1 0-8 0 0,0 1 0 0 0,1-1 64 0 0,0 1 8 0 0,2 2 8 0 0,0-2 0 0 0,2-1-8 0 0,1 0 0 0 0,1 0 0 0 0,-1-1 0 0 0,3-1 16 0 0,0 0 0 0 0,1-1 0 0 0,0-2 0 0 0,1 1-16 0 0,1-2 0 0 0,0 0 0 0 0,1-2 0 0 0,-2 1-56 0 0,0-2-8 0 0,-1 0-8 0 0,1-2 0 0 0,-1 1-24 0 0,-1-3-64 0 0,0 1 96 0 0,-3-1-32 0 0,0 1-64 0 0,0-3 0 0 0,-2 2 0 0 0,-1-1 0 0 0,-1 1 0 0 0,-2 0 0 0 0,1-2 0 0 0,-4 2 0 0 0,1-1 64 0 0,-2 1-64 0 0,-1 1 64 0 0,0 1-64 0 0,-2 2 0 0 0,1 1 0 0 0,-1 2 0 0 0,1 3 0 0 0,-1 0 0 0 0,1 2 0 0 0,2 1 0 0 0,-1 0 0 0 0,1 2 0 0 0,-1 0-88 0 0,1 3 88 0 0,1-2-64 0 0,2 0 64 0 0,0-1 0 0 0,2 2 0 0 0,2-1 0 0 0,1-1 0 0 0,2-1 0 0 0,1-2 0 0 0,0 0 0 0 0,2-1-288 0 0,1-1-8 0 0,3-1-8 0 0,1-2-5376 0 0,2 0-1072 0 0</inkml:trace>
  <inkml:trace contextRef="#ctx0" brushRef="#br0" timeOffset="64">396 3290 2303 3358 3476,'0'-3'200'0'0,"0"1"-200"0"0,0 1 0 0 0,-1 0 0 0 0,0-1 480 0 0,0 2 48 0 0,0-3 16 0 0,-4-1 0 0 0,-1-2 8 0 0,-1 1 8 0 0,-1 3 0 0 0,-1 0 0 0 0,3 2-176 0 0,-2 2-40 0 0,1 0-8 0 0,-1 3 0 0 0,3 1-16 0 0,1 0-8 0 0,-1-1 0 0 0,0 3 0 0 0,1-1 112 0 0,1 0 24 0 0,2 2 8 0 0,-1 0 0 0 0,2-1 88 0 0,2 0 24 0 0,1 1 0 0 0,2-2 0 0 0,0-1-72 0 0,1 1-16 0 0,2-1 0 0 0,3-1 0 0 0,-1-1-40 0 0,2-2-16 0 0,1 0 0 0 0,0-3 0 0 0,1 0-144 0 0,0-1-32 0 0,1-2-8 0 0,-2-2 0 0 0,0 1-64 0 0,-1-1-16 0 0,0-1 0 0 0,-2 0 0 0 0,-2 0-72 0 0,-1-1-24 0 0,-2 2 0 0 0,-2-2 0 0 0,0 1-64 0 0,-3-2 0 0 0,-1 3 0 0 0,-2-2 0 0 0,0 2 0 0 0,-3-1 0 0 0,1 1 64 0 0,-2 1-64 0 0,-2-1 0 0 0,0 2 0 0 0,1 1 0 0 0,-1-1 0 0 0,0 2-224 0 0,-1 0 24 0 0,3 2 0 0 0,-2 0 0 0 0,1 2 8 0 0,0 0 8 0 0,0 2 0 0 0,1-1 0 0 0,0 1 88 0 0,-1 2 24 0 0,2-1 0 0 0,-1 3 0 0 0,1-1 136 0 0,1-1 32 0 0,-1 1 8 0 0,2 1 0 0 0,0 0 160 0 0,1 0 32 0 0,2-1 8 0 0,1 1 0 0 0,0-2-72 0 0,0 1-8 0 0,3-1-8 0 0,0-1 0 0 0,1 1 40 0 0,1-1 0 0 0,0-2 8 0 0,1 2 0 0 0,2-4-88 0 0,0 1-16 0 0,4-4-8 0 0,-1 1 0 0 0,0-2-16 0 0,-1-1 0 0 0,3-1 0 0 0,-2-1 0 0 0,1 0-136 0 0,0 0 80 0 0,-2-2-80 0 0,-2-1 64 0 0,1 1-64 0 0,-4 0 0 0 0,-1-2 0 0 0,0 0 0 0 0,-3 1 0 0 0,-1 0 0 0 0,-1 0 64 0 0,-3 1-64 0 0,-1 0 0 0 0,-1-1 0 0 0,-3 1 0 0 0,0 2 0 0 0,-1 1 0 0 0,-1 1 0 0 0,0 1 0 0 0,-1 2 0 0 0,-1 2 0 0 0,2 2 0 0 0,-1 0-96 0 0,1 4 96 0 0,1 1 0 0 0,0 1 0 0 0,1 1 0 0 0,1 0 0 0 0,2 2 0 0 0,0-1 0 0 0,3 1 0 0 0,3-2 0 0 0,0-1 0 0 0,2-1 0 0 0,1 1 0 0 0,3-1 0 0 0,3 1-624 0 0,4-2-64 0 0</inkml:trace>
  <inkml:trace contextRef="#ctx0" brushRef="#br0" timeOffset="65">6623 6372 2759 2545 3441,'0'-2'248'0'0,"0"2"-248"0"0,0-2 0 0 0,0 2 0 0 0,0-1 0 0 0,0 1-80 0 0,0-2 0 0 0,-1-2 0 0 0,0 0 584 0 0,-1 0 112 0 0,1 0 24 0 0,-4 0 8 0 0,2 3-216 0 0,0-2-48 0 0,-3 2 0 0 0,1 0-8 0 0,-2 1-136 0 0,-1 0-24 0 0,2 2-8 0 0,-1-1 0 0 0,-2 1-72 0 0,2-2-8 0 0,-1 1-8 0 0,1 0 0 0 0,0 0 104 0 0,0 0 16 0 0,2 0 8 0 0,0 1 0 0 0,0 0 56 0 0,0 0 16 0 0,0 2 0 0 0,2 0 0 0 0,1 0 16 0 0,0 1 8 0 0,2-1 0 0 0,0 2 0 0 0,1 0 72 0 0,1 1 8 0 0,1-1 8 0 0,0 0 0 0 0,4 1-48 0 0,-1 0-16 0 0,2-2 0 0 0,1 0 0 0 0,1-2 32 0 0,1 0 8 0 0,1-2 0 0 0,3-1 0 0 0,-1-2-88 0 0,2-1-8 0 0,-1-3-8 0 0,2 0 0 0 0,-3-3-80 0 0,1 2-24 0 0,0-2 0 0 0,-3-1 0 0 0,-2 1-72 0 0,-2 0-8 0 0,-2 1-8 0 0,-2-1 0 0 0,-2 0-112 0 0,-2 0 0 0 0,-2 0 64 0 0,0 2-64 0 0,-1 0 0 0 0,-2 1 0 0 0,-3-1 0 0 0,-2 1-80 0 0,0 2 8 0 0,-3 0 0 0 0,0 2 0 0 0,1-1 0 0 0,0 3-88 0 0,1-2-8 0 0,-2 4-8 0 0,2-1 0 0 0,-2 2 96 0 0,1 0 80 0 0,1 3-104 0 0,-2-2 40 0 0,2 3 64 0 0,1 0 0 0 0,0-1 0 0 0,2 1 0 0 0,0 0 0 0 0,2 2 96 0 0,2-2 0 0 0,0 1-8 0 0,3 0 40 0 0,0-1 16 0 0,3 1 0 0 0,1-1 0 0 0,1 2 32 0 0,1-3 8 0 0,3 1 0 0 0,0-2 0 0 0,0-1 72 0 0,0-2 24 0 0,-1 2 0 0 0,3-3 0 0 0,1-1-72 0 0,2-3-16 0 0,0 1 0 0 0,2-3 0 0 0,-2 1-88 0 0,0-4-16 0 0,1 2-8 0 0,-2-1 0 0 0,0-2-80 0 0,-2 2 80 0 0,0-2-80 0 0,-3 1 80 0 0,-2 0-80 0 0,-1 1 0 0 0,-2-3 0 0 0,-2 2 0 0 0,-2-1 64 0 0,-2 2-64 0 0,0 0 64 0 0,-3 1-64 0 0,0 2 0 0 0,-2 1 0 0 0,0 1 0 0 0,-1 2 0 0 0,2 1-80 0 0,-2 1-32 0 0,0 2-8 0 0,0 1 0 0 0,1 0 48 0 0,1 1 8 0 0,0 0 0 0 0,1 0 0 0 0,1 1-8 0 0,1-2 0 0 0,2 2 0 0 0,1-2 0 0 0,0 1-344 0 0,2 0-72 0 0,0-1-16 0 0,3 1-7368 0 0</inkml:trace>
  <inkml:trace contextRef="#ctx0" brushRef="#br0" timeOffset="66">6581 6445 3223 2427 3255,'-1'-1'288'0'0,"-1"1"-288"0"0,1 0 0 0 0,0 1 0 0 0,1 0 584 0 0,0 0 64 0 0,-3 1 16 0 0,-1 2 0 0 0,0 3 136 0 0,-3 2 24 0 0,1 4 8 0 0,-1 4 0 0 0,1 0-72 0 0,-1 4-16 0 0,1 4 0 0 0,-3 2 0 0 0,1 3-32 0 0,-1 1-8 0 0,0 3 0 0 0,0-2 0 0 0,-1 3-104 0 0,1 0-24 0 0,-2-1-8 0 0,1 1 0 0 0,-2 0-88 0 0,1 2-8 0 0,-2 2-8 0 0,0 1 0 0 0,1 0-128 0 0,0-3-24 0 0,3-5-8 0 0,-2 1 0 0 0,2 1-88 0 0,0-2-24 0 0,1-7 0 0 0,2-1 0 0 0,1 2-32 0 0,-1-2 0 0 0,1 0-8 0 0,0-2 0 0 0,0-1-32 0 0,0-2-8 0 0,0-1 0 0 0,-1-2 0 0 0,2 0 8 0 0,-2-1 0 0 0,1-2 0 0 0,-1-1 0 0 0,2-2-24 0 0,-2-1-8 0 0,1-1 0 0 0,2-1 0 0 0,-2-2-24 0 0,3 1 0 0 0,-1-3 0 0 0,0-2 0 0 0,1 0-64 0 0,2-1 0 0 0,-2-1 72 0 0,1 0-72 0 0,-1-1 0 0 0,1 1 0 0 0,1-3 0 0 0,-1 2 64 0 0,0 1-64 0 0,0-2 0 0 0,1 1-64 0 0,0 0 64 0 0,0 1-224 0 0,0 0-8 0 0,0 1 0 0 0,0 0 0 0 0,1 1-816 0 0,0-1-160 0 0</inkml:trace>
  <inkml:trace contextRef="#ctx0" brushRef="#br0" timeOffset="67">6340 7505 4143 2875 3302,'-1'-6'368'0'0,"0"2"-296"0"0,-1 3-72 0 0,2-2 0 0 0,-1 1 448 0 0,-1 1 64 0 0,0 1 24 0 0,-2-1 0 0 0,-3 0 376 0 0,-3-1 80 0 0,-1 2 8 0 0,-2 2 8 0 0,3 0-312 0 0,-1 2-64 0 0,1 0-16 0 0,1 3 0 0 0,0 0-112 0 0,3 2-24 0 0,-1 0-8 0 0,2 2 0 0 0,0-1-112 0 0,3 1-16 0 0,0-1-8 0 0,2-1 0 0 0,2 1-48 0 0,-1-4-16 0 0,0 0 0 0 0,3-1 0 0 0,0 1 40 0 0,3-2 8 0 0,0-1 0 0 0,3-1 0 0 0,1-2-48 0 0,0 0-8 0 0,3-2 0 0 0,1-3 0 0 0,0-1-96 0 0,-2-1-16 0 0,0-1-8 0 0,-3 1 0 0 0,-1-1-72 0 0,-2-1-8 0 0,-2 0-64 0 0,-2 1 96 0 0,-2 0-96 0 0,-3 1 0 0 0,-2-1 64 0 0,-2 2-64 0 0,-1 0 0 0 0,-2 1 0 0 0,-1 2 0 0 0,-2 1 0 0 0,-2 2 0 0 0,-1 1 0 0 0,0 1 0 0 0,-1 3 0 0 0,2 2 96 0 0,-1 0-32 0 0,2 2-64 0 0,-1 0 96 0 0,1 2 0 0 0,3-1 0 0 0,1 2 0 0 0,2-3 0 0 0,2 0-32 0 0,0-1 0 0 0,3 2-64 0 0,0-2 96 0 0,3 2-32 0 0,0-1-64 0 0,4 0 88 0 0,0-2-88 0 0,3-1 120 0 0,1 0-32 0 0,2-3-8 0 0,2 0 0 0 0,1-2 48 0 0,1-2 16 0 0,0-1 0 0 0,1-2 0 0 0,-1-2-72 0 0,0-1-8 0 0,-1-1-64 0 0,-2-1 96 0 0,-3 2-96 0 0,0-3 0 0 0,1 0 64 0 0,-4-2-64 0 0,-1-1 0 0 0,-3 2 0 0 0,0 0 0 0 0,-4 0 0 0 0,1 0 0 0 0,-2 1 64 0 0,-2 0-64 0 0,-1 0 0 0 0,-2 1 64 0 0,-1 0-64 0 0,0 4 0 0 0,0 0 72 0 0,-2 2-72 0 0,0 2 0 0 0,0 2 0 0 0,0 1 64 0 0,0 2-64 0 0,1 1 0 0 0,0 0 0 0 0,2 1 0 0 0,0 0 0 0 0,1-1 0 0 0,4 0 0 0 0,2-2 0 0 0,-1 1 0 0 0,3-1-72 0 0,0 0 72 0 0,3-1-104 0 0,2-1-480 0 0,3-1-96 0 0,0-1-24 0 0,2-2-5016 0 0,1 0-1000 0 0</inkml:trace>
  <inkml:trace contextRef="#ctx0" brushRef="#br0" timeOffset="68">6680 6488 919 2544 3465,'2'-7'80'0'0,"-2"3"-80"0"0,1 0 0 0 0,-1 1 0 0 0,0 1 464 0 0,1 2 80 0 0,-1-3 8 0 0,0 2 8 0 0,1-3 264 0 0,0-1 48 0 0,-1 1 16 0 0,-1 2 0 0 0,1 0-48 0 0,-2 2-8 0 0,1 2 0 0 0,-1 0 0 0 0,2 3-344 0 0,0 1-72 0 0,-1 0-8 0 0,2 0-8 0 0,1 1-16 0 0,0 1-8 0 0,2 0 0 0 0,0 3 0 0 0,1 0 24 0 0,1 2 8 0 0,0 2 0 0 0,2 0 0 0 0,-1 4 72 0 0,1 0 8 0 0,0 4 8 0 0,0 0 0 0 0,0 0-48 0 0,-1 4-16 0 0,-1 0 0 0 0,1 2 0 0 0,-1 2-16 0 0,-1 2-8 0 0,1 2 0 0 0,1 1 0 0 0,-1 3-88 0 0,1 1-8 0 0,2 0-8 0 0,0 0 0 0 0,2-1-72 0 0,-1-5-8 0 0,1-2-8 0 0,-1-5 0 0 0,0-1-56 0 0,0-2-16 0 0,1 0 0 0 0,0-1 0 0 0,0-1-48 0 0,-1 0 0 0 0,0-3-8 0 0,0 0 0 0 0,0-1 8 0 0,0-3 8 0 0,-1 0 0 0 0,-1-2 0 0 0,0 0 0 0 0,0-4 0 0 0,-2 0 0 0 0,1-1 0 0 0,-2-3-32 0 0,1 0-8 0 0,-2 0 0 0 0,-1-3 0 0 0,0 1-64 0 0,-2-2 0 0 0,0-1 72 0 0,-1 0-72 0 0,-1-1 0 0 0,0-1 0 0 0,-1-1 0 0 0,-1-2 64 0 0,0 0-64 0 0,0 0 0 0 0,-3-3 64 0 0,1 1-64 0 0,-1 1 0 0 0,-2 1 0 0 0,2 0 0 0 0,-3 3 0 0 0,1 1 0 0 0,-3 2 0 0 0,1 2 0 0 0,-2 3 0 0 0,0 2 0 0 0,1 0 0 0 0,0 0 0 0 0,1 1 0 0 0,2 0 0 0 0,2 0 0 0 0,1 0 0 0 0,3-1 0 0 0,1 0 0 0 0,1-2 0 0 0,1 2 0 0 0,2-3 0 0 0,2 1 0 0 0,0-2 0 0 0,1-1 0 0 0,2-1-64 0 0,2-1 64 0 0,-1-1 0 0 0,2-1 0 0 0,0-3 0 0 0,-1 0 0 0 0,-1-3 0 0 0,2 1 0 0 0,-1-1 0 0 0,-1-3 0 0 0,-1 1 0 0 0,-3 2 0 0 0,-1-1-64 0 0,-1 2 64 0 0,-2 0 0 0 0,-2 2 0 0 0,-1 1 0 0 0,0 0 0 0 0,-3 2 0 0 0,0 1 0 0 0,0 0 0 0 0,-1 2 0 0 0,0 0 0 0 0,1 1 0 0 0,1-1 0 0 0,1 1 0 0 0,1 0 0 0 0,1 0 0 0 0,1 0 0 0 0,1-1 0 0 0,1 0 0 0 0,1 1 0 0 0,1-3 0 0 0,1 1 0 0 0,1-2 0 0 0,2 1 0 0 0,1-4 0 0 0,-1 3 0 0 0,0-2 0 0 0,-2 1 0 0 0,0-1-96 0 0,-1 0-136 0 0,-2 1-32 0 0,0 0-8 0 0,-2-2 0 0 0,1 2-528 0 0,-2-1-96 0 0,0-1-32 0 0,0 0-7408 0 0</inkml:trace>
  <inkml:trace contextRef="#ctx0" brushRef="#br0" timeOffset="69">6803 6452 919 2476 3527,'-3'-3'80'0'0,"1"0"-80"0"0,0 0 0 0 0,0 1 0 0 0,1 1 624 0 0,1-1 112 0 0,-1 1 16 0 0,1-2 8 0 0,-2 0 360 0 0,1-3 64 0 0,1 1 24 0 0,0 0 0 0 0,3 1-48 0 0,-2 1-8 0 0,3 2 0 0 0,-1-1 0 0 0,1 2-336 0 0,2 2-72 0 0,0 0-8 0 0,3 3-8 0 0,1 2-240 0 0,0-1-40 0 0,0 1-16 0 0,2 3 0 0 0,2 3-80 0 0,4 2-24 0 0,1 2 0 0 0,4 2 0 0 0,2 2-72 0 0,3 3-24 0 0,2 2 0 0 0,2 3 0 0 0,1 0-72 0 0,0 2-8 0 0,1 1-8 0 0,0 2 0 0 0,-1 0-64 0 0,-3-4-16 0 0,-2-4 0 0 0,3 3 0 0 0,6 0-64 0 0,2-1 0 0 0,3 1 0 0 0,2 0 0 0 0,-2-2 208 0 0,1-1 0 0 0,-3 1 0 0 0,-5-2 0 0 0,-4-4-32 0 0,-2-2-8 0 0,-3 0 0 0 0,-3 0 0 0 0,-2-1-168 0 0,-3-2 0 0 0,-2-1 0 0 0,-3-2 0 0 0,-1 0 80 0 0,0 0-16 0 0,-1-2-64 0 0,-1 2 96 0 0,0-2 0 0 0,-2-2-8 0 0,1-2 0 0 0,-3-1 0 0 0,-2 0-24 0 0,0-2 0 0 0,1-1 0 0 0,-1-1 0 0 0,-2 1 24 0 0,1-1 0 0 0,1 1 0 0 0,-2-1 0 0 0,1-1-16 0 0,0 1 0 0 0,0 0 0 0 0,0-2 0 0 0,1 1-72 0 0,-3 0 0 0 0,2 0 72 0 0,-1 1-72 0 0,1-2 0 0 0,-2 0 0 0 0,1 0 0 0 0,0 1 0 0 0,-2-1 0 0 0,2 0 0 0 0,1 0 0 0 0,-2 0 0 0 0,1-1 0 0 0,-1 1 0 0 0,0 0 0 0 0,1-2 0 0 0,-1 1 0 0 0,0 0 0 0 0,0 0 0 0 0,0 0 0 0 0,-1-2 0 0 0,0 0 0 0 0,-1 0 0 0 0,1 0 0 0 0,-1-1 0 0 0,-1 1 0 0 0,0-1 0 0 0,-1 0 0 0 0,0 2 0 0 0,-3-1 0 0 0,-1 3 0 0 0,-3 0 0 0 0,-2 3 0 0 0,1 0 0 0 0,-3 3 0 0 0,-1 0 0 0 0,-2 3 0 0 0,-1 0 0 0 0,1 3 0 0 0,1 0 0 0 0,1 1 0 0 0,0-1 0 0 0,3 0 0 0 0,2 1 0 0 0,3-2 0 0 0,2-2 0 0 0,4 0 0 0 0,0-3 0 0 0,2 1 0 0 0,3-3 0 0 0,2 0 0 0 0,0 0 0 0 0,4-3 0 0 0,1-1 0 0 0,2-1 0 0 0,2-2 0 0 0,2 1 0 0 0,0-4 0 0 0,1-1 0 0 0,-1 0 0 0 0,-2 0 0 0 0,-1-1 0 0 0,-1-1 0 0 0,-3 0 64 0 0,-2 0-64 0 0,-3 1 0 0 0,-1 0-64 0 0,-3 0 64 0 0,1 2-72 0 0,-4 1 72 0 0,-1-1-80 0 0,-2 1 80 0 0,0 1 0 0 0,-2 2-72 0 0,0 2 72 0 0,-3 0 0 0 0,-1 2 0 0 0,-1 2 0 0 0,-1 1 0 0 0,0 1 0 0 0,0 1 0 0 0,1 0 0 0 0,0 2 0 0 0,1-1 0 0 0,3 1 0 0 0,1-1 88 0 0,2 0-88 0 0,2-1 96 0 0,2-1-96 0 0,1 0 64 0 0,1 0-64 0 0,4-2 64 0 0,0 0-64 0 0,3-2 0 0 0,1-1 0 0 0,2-1 0 0 0,3 0 0 0 0,0-3 0 0 0,3-1 0 0 0,-1 0 0 0 0,0-2 0 0 0,-2-1 64 0 0,0-2-64 0 0,-3 2 0 0 0,-2-2 0 0 0,-3 0 0 0 0,-2 2 0 0 0,-2-1 0 0 0,-2 2 0 0 0,-2 0 0 0 0,-2 1 0 0 0,-3 2 0 0 0,-1-1-160 0 0,-3 2-56 0 0,-3 2-8 0 0,-1 1 0 0 0,0 1 352 0 0,-1 1 64 0 0,0 0 8 0 0,2 1 8 0 0,2 1-208 0 0,-1-1 0 0 0,5 0 0 0 0,-1 0 0 0 0,3 1 0 0 0,0-2-88 0 0,2 1 24 0 0,0 0 0 0 0,2-1-264 0 0,0-1-56 0 0,2 2 0 0 0,0-3-8864 0 0</inkml:trace>
  <inkml:trace contextRef="#ctx0" brushRef="#br0" timeOffset="70">5661 7137 455 2681 3491,'1'-2'0'0'0,"-1"-1"0"0"0,1 2 0 0 0,-1-1 0 0 0,1 1 256 0 0,-1-1 0 0 0,1-1 8 0 0,-1-1 0 0 0,2 0 120 0 0,0-3 32 0 0,-1-4 0 0 0,0 2 0 0 0,0-1 80 0 0,-1 1 16 0 0,-1 0 8 0 0,1 1 0 0 0,-1-1 96 0 0,0 2 24 0 0,0 1 0 0 0,0-1 0 0 0,1 0 248 0 0,-2 3 48 0 0,2 0 16 0 0,-1 1 0 0 0,0 1-56 0 0,0 1 0 0 0,0 1-8 0 0,0 2 0 0 0,0 0-200 0 0,-3 4-40 0 0,-1 2-8 0 0,-2 3 0 0 0,-1 4-264 0 0,-2 3-56 0 0,-2 3-16 0 0,1 2 0 0 0,-2 0-80 0 0,-4 2-24 0 0,-1 4 0 0 0,-2 0 0 0 0,4-4 72 0 0,-5 3 16 0 0,-2 7 0 0 0,-2 0 0 0 0,0 4 16 0 0,0-1 8 0 0,0 0 0 0 0,4-4 0 0 0,1-3-88 0 0,2-3-24 0 0,2 0 0 0 0,3-4 0 0 0,2-4-96 0 0,1 2-16 0 0,0 1-8 0 0,1-1 0 0 0,0 1-16 0 0,2 0-64 0 0,1-3 96 0 0,0-3-32 0 0,3 0 0 0 0,-1-1 0 0 0,3-5 0 0 0,-1 0 0 0 0,2-4-64 0 0,2-1 80 0 0,0-2-80 0 0,1-3 80 0 0,0 1-80 0 0,0-4 0 0 0,1 0 0 0 0,2-4 0 0 0,0-2 0 0 0,0-3 0 0 0,1-1 0 0 0,-2-1 64 0 0,0-1-64 0 0,-2-3 0 0 0,-1 2 0 0 0,0-1 0 0 0,-2 1-64 0 0,-2-1-32 0 0,-1 1-8 0 0,-1 0 0 0 0,-2 5-24 0 0,-2 3-8 0 0,1 2 0 0 0,-2 3 0 0 0,-4 3 40 0 0,0 3 16 0 0,-2 2 0 0 0,-1 3 0 0 0,-1 2 80 0 0,0 2-80 30-18,-1 2 80-1 0,2 3-80-1-1,3-2 80-28 19,0 2 0 0 0,2-1 64 0 0,2 0-64 0 0,4-2 96 0 0,0-1-24 0 0,3-2 0 26-18,2-1 0-26 18,2-1 0 0 0,2-3 0 0 0,0 0 0 0 0,3-1 0 0 0,0-3-8 0 0,3-2-64 0 0,1-1 96 26-18,-1-2-32-26 18,3 0 0 0 0,-2-2-64 0 0,2-1 96 0 0,0-2-32 0 0,-2-1-64 0 0,-1 0 64 0 0,-2 1-64 0 0,-1 0 64 0 0,-1 0-64 27-20,-3-1 0-27 20,-1 3 0 0 0,0-2 0 0 0,-4 2 0 0 0,0 1 0 0 0,-1 0 0 0 0,0 1 0 0 0,-1 0 0 0 0,0 0 0 0 0,-2 0 0 0 0,2 0 0 0 0,1 2 0 0 0,0-2-112 0 0,1 0 16 0 0,0-1 0 0 0,1 0-360 0 0,1 0-72 0 0,3-1-16 0 0,0-1-8320 0 0</inkml:trace>
  <inkml:trace contextRef="#ctx0" brushRef="#br0" timeOffset="71">5048 6773 5063 2858 3481,'1'-2'448'0'0,"-1"0"-352"0"0,2 0-96 0 0,-4 1 0 0 0,2 1 736 0 0,0-1 128 0 0,0-1 24 0 0,0-1 8 0 0,-4 1 192 0 0,-1-1 32 0 0,-3 6 16 0 0,-1 2 0 0 0,-2 3-464 0 0,-2 2-88 0 0,-1 4-16 0 0,-2 4-8 0 0,-1 1-104 0 0,-1 5-16 0 0,-4 3-8 0 0,-2 3 0 0 0,-1 2-32 0 0,-1 2-8 0 0,0 1 0 0 0,1 1 0 0 0,0 0 0 0 0,0-3 0 0 0,1 2 0 0 0,3-6 0 0 0,5-6-40 0 0,-1 1 0 0 0,0 1-8 0 0,-1 1 0 0 0,1 0-120 0 0,0 0-32 0 0,1 0 0 0 0,1 0 0 0 0,1-2-96 0 0,-1-1-32 0 0,2-2 0 0 0,1 0 0 0 0,2-2 0 0 0,0-2-64 0 0,-1 0 96 0 0,1-3-32 0 0,3 2-64 0 0,0-5 0 0 0,3-1 0 0 0,0-1 0 0 0,1-3 0 0 0,2 0 0 0 0,-1-3 0 0 0,2-1 0 0 0,2-2 0 0 0,-1-3 0 0 0,4-3 64 0 0,0-3-64 0 0,1-2 64 0 0,-1-2-64 0 0,2 0 96 0 0,-2-2-32 0 0,0-2-64 0 0,-1 0 0 0 0,-2 1 0 0 0,0 1 0 0 0,-4 3 0 0 0,0-1 0 0 0,-1 2 0 0 0,-2 3 0 0 0,1 3 0 0 0,-1 1-88 0 0,0 2 88 0 0,-2 2-64 0 0,0 6 64 0 0,-2 0-104 0 0,3 1 40 0 0,-2 4 64 0 0,-1 0-80 0 0,0 2 80 0 0,2 0 0 0 0,1 1-72 0 0,-1 0 72 0 0,2-2 0 0 0,2 1 0 0 0,1-3 0 0 0,1 0 0 0 0,2-1 0 0 0,1-3 0 0 0,3-2 0 0 0,-1 1 0 28-19,1-3 0-28 19,1-1 0 0 0,2-3 0 0 0,1 1 0 0 0,1-4 0 0 0,-1-1 0 0 0,1-1 0 0 0,-1-1 0 0 0,-1 0 0 0 0,0 0 0 0 0,-4 0 0 0 0,0 0 0 0 0,-2 0 0 0 0,-2 2 0 0 0,-4-1 0 0 0,1 2 0 0 0,-3-1 0 0 0,1 1 0 0 0,-4 2 0 0 0,1 0 0 26-18,-2 2 0-26 18,0 1 0 0 0,0 2 0 0 0,-1 1 0 0 0,1 2 0 0 0,0 1 0 0 0,1 1 0 0 0,1 0 0 0 0,0 2 0 0 0,1 0 0 0 0,-2 1 0 0 0,3 1 0 0 0,1 0 0 0 0,2-1 0 0 0,3 0 0 0 0,0-3-96 0 0,0-1 16 0 0,2-2 8 0 0,0 1-6080 0 0,4-1-1216 0 0</inkml:trace>
  <inkml:trace contextRef="#ctx0" brushRef="#br0" timeOffset="72">5085 7944 1839 2950 3173,'1'-1'160'0'0,"-1"1"-160"0"0,0-1 0 0 0,0 0 0 0 0,0 0 528 0 0,1 1 72 0 0,-1-4 8 0 0,1 1 8 0 0,1-3 296 0 0,-2 0 56 0 0,1 1 16 0 0,0 2 0 0 0,0-2 80 0 0,0 2 24 0 0,0 0 0 0 0,-1-2 0 0 0,0 4-48 0 0,1-2-8 0 0,-1 2 0 0 0,0-1 0 0 0,0 1-264 0 0,0 1-48 0 0,-1 1-16 0 0,0 2 0 0 0,-2 4-232 0 0,-1 2-56 0 0,0 3 0 0 0,1 0-8 0 0,0-2-216 0 0,-2 4-48 0 0,-1 5-8 0 0,-1 5 0 0 0,-1 5-24 0 0,-2 6-8 0 0,1 3 0 0 0,-1 1 0 0 0,0-1 24 0 0,2-2 0 0 0,0-3 0 0 0,1-2 0 0 0,2-1-32 0 0,-1-5-8 0 0,2-2 0 0 0,-2 2 0 0 0,1 3 8 0 0,-1 2 0 0 0,0-1 0 0 0,0 1 0 0 0,-1 1 0 0 0,2-5 0 0 0,-2 0 0 0 0,1-4 0 0 0,1-3-8 0 0,1-4 0 0 0,1-1 0 0 0,1-2 0 0 0,2-2-24 0 0,-1-1 0 0 0,2-3 0 0 0,-1 0 0 0 0,0-2-64 0 0,1-3 64 0 0,1-1-64 0 0,-1-1 64 0 0,1-3-64 0 0,-1-2 80 0 0,1-1-80 0 0,0-3 80 0 0,1 0-16 0 0,-2-2-64 0 0,-1 1 96 0 0,0-2-32 0 0,0-2-64 0 0,-3 1 0 0 0,0 1 0 0 0,-2 2 0 0 0,0 2-120 0 0,-1 1 16 0 0,-2 3 0 0 0,0 1 0 0 0,0 4 8 0 0,-2 2 0 0 0,0 3 0 0 0,1 1 0 0 0,-2 3 96 0 0,0 0-96 0 0,0 2 96 0 0,1 2-96 0 0,2-2 96 0 0,1 1 0 0 0,1 0 0 0 0,1 0-72 0 0,3-1 72 0 0,-1-1 0 0 0,3-3 0 0 0,2 1 0 0 0,1-2 0 0 0,2 1 0 0 0,1-1 0 0 0,2-3 0 0 0,2 0 0 0 0,1-2 0 0 0,0-2 0 0 0,2-1 0 0 0,-1-1 0 0 0,0-2 0 0 0,-2 0 0 0 0,0-1 0 0 0,0-1 0 0 0,-1 1-64 0 0,-2-3 64 0 0,-1 3-64 0 0,-2-1 64 0 0,-2 2 0 0 0,-1-1 0 0 0,-2 1-64 0 0,-2 2 64 0 0,-2 0 0 0 0,0 1 0 0 0,-2 1 0 0 0,0 2 0 0 0,-2 1 0 0 0,0 0 0 0 0,0 1 0 0 0,-1 1 0 0 0,-1 2 64 0 0,0-1-64 0 0,1 2 64 0 0,1 1-64 0 0,1-2 64 0 0,3 2-64 23-19,0-3 64-23 19,2 0-64 0 0,1 0 0 0 0,3 1 0 0 0,1-3 0 0 0,1 0 0 0 0,2-1 0 0 0,2-2 0 0 0,3-1 0 0 0,-1-1-112 0 0,2 0-8 22-21,-1-1 0-22 21,2-3 0 0 0,1 2-608 0 0,1 1-120 0 0</inkml:trace>
  <inkml:trace contextRef="#ctx0" brushRef="#br0" timeOffset="73">6184 7641 3223 2594 3598,'-1'-2'288'0'0,"0"-1"-288"0"0,1 2 0 0 0,0 1 0 0 0,-1 0 864 0 0,0-1 128 0 0,1 0 16 0 0,-1-1 8 0 0,-2 0 264 0 0,1 2 48 0 0,0 4 16 0 0,-1 4 0 0 0,0 1-440 0 0,1 6-80 0 0,-1 4-24 0 0,0 4 0 0 0,1 4-104 0 0,-1 4-24 0 0,1 1-8 0 0,-1 2 0 0 0,0 1-200 0 0,1-1-40 0 0,0 2-8 0 0,0-2 0 0 0,-1 2-24 0 0,1-3-8 0 0,0-2 0 0 0,0 2 0 0 0,2 1-120 0 0,-1-4-24 0 0,1-1-8 0 0,1-4 0 0 0,-1-1-104 0 0,0-4-16 0 0,2-1-8 0 0,-2-3 0 0 0,1-2-40 0 0,0-1 0 0 0,0-2-64 0 0,0-2 96 0 0,-1-3-96 0 0,1 0 72 0 0,1-1-72 0 0,-2-1 64 0 0,0-2-64 0 0,0-2 0 0 0,0 2 72 0 0,0-4-72 0 0,0 0 0 0 0,-2-3 72 0 0,1-1-72 0 0,-1-4 0 0 0,0 0 88 0 0,-1 0-88 0 0,-2 0 80 0 0,-1 1-80 0 0,1 2 0 0 0,-2 2 0 0 0,-1 2 0 0 0,-2 0 0 0 0,0 3 0 0 0,-3 3 0 0 0,1 2 0 0 0,-1-2 0 0 0,-1 5 0 0 0,2 1 0 0 0,0 0 0 0 0,3-1 0 0 0,2-1 0 0 0,1 2 0 0 0,-1-1 0 0 0,2 2 0 0 0,3-2 0 0 0,1 1 0 0 0,2-1 0 0 0,1-1 0 0 0,3-2 0 0 0,2 0 0 0 0,0-2 0 0 0,4-1 0 0 0,0-3 0 0 0,2-1 0 0 0,1-1 0 0 0,-1-2 0 0 0,1 0 0 0 0,-3 1 0 0 0,-2-2 0 0 0,0 1 0 0 0,0-1 0 0 0,-2-1 0 0 0,1-2 0 0 0,-3 1 0 0 0,-2 0 0 0 0,-4 3 0 0 0,-2 0 0 0 0,-1 3 0 0 0,-4 1 0 0 0,-2 0 0 0 0,0 3 0 0 0,-4 0 0 0 0,1 1 0 0 0,3 0 0 0 0,0 1 0 0 0,1 0 0 0 0,0 1 0 0 0,-2 0 72 0 0,3 0-72 0 0,2 1 64 0 0,0 0-64 0 0,2 0 0 0 0,2-2 0 0 0,2 1 64 0 0,2-1-64 0 0,2-1 0 0 0,2-2 0 0 0,1 1 0 0 0,4-4-176 0 0,0 0-24 0 0,4-1-8 0 0,-1-2 0 0 0,1 0-880 0 0,1-1-184 0 0</inkml:trace>
  <inkml:trace contextRef="#ctx0" brushRef="#br0" timeOffset="74">7057 7481 3679 2183 3661,'2'-4'160'0'0,"0"2"40"0"0,-1 0-200 0 0,0 1 0 0 0,0 0 0 0 0,-1 1 0 0 0,1-1 760 0 0,0 1 104 0 0,-1 0 32 0 0,3 1 0 0 0,-3 2 192 0 0,0 2 32 0 0,0 2 16 0 0,-2 3 0 0 0,1 3-48 0 0,-1 1 0 0 0,-1 2-8 0 0,0 3 0 0 0,0 1-208 0 0,-1 4-40 0 0,1 3 0 0 0,0 2-8 0 0,-1 3-296 0 0,1 0-56 0 0,-1 2-16 0 0,1-4 0 0 0,0-6-144 0 0,-1 2-32 0 0,1 1-8 0 0,-2 0 0 0 0,1-1-112 0 0,-1 1-32 0 0,0-1 0 0 0,0 0 0 0 0,-1 4-8 0 0,2-3-8 0 0,0 1 0 0 0,-1-2 0 0 0,2-2-112 0 0,1-1 0 0 0,-1-3-72 0 0,1 0 72 0 0,1-2 104 0 0,-1-2 72 0 0,1-1 16 0 0,0 0 0 0 0,-2-2-192 0 0,2-3 0 0 0,0 0 0 0 0,0-1 64 0 0,0-1-64 0 0,0-2 0 0 0,1 0 0 0 0,0-1 0 0 0,0-2 64 0 0,0-1-64 0 0,0 0 80 0 0,1 0-80 0 0,0-2 64 0 0,-1 0-64 0 0,1 0 0 0 0,0 0 72 0 0,0-2-72 0 0,-1 0 0 0 0,0 2 72 0 0,0 0-72 0 0,0 0 0 0 0,0 0 72 0 0,9-16-72 0 0,-9 12 0 0 0,-1-2 64 0 0,0 1-64 0 0,-1-1 0 0 0,-1 0 0 0 0,-1-1 0 0 0,0 2 0 0 0,-3 2 0 0 0,1 0 0 0 0,-3 3 0 0 0,0 2 0 0 0,-2 1 0 0 0,-1 2 0 0 0,-2 0 0 0 0,1 2 0 0 0,0-1-64 0 0,3 1 64 0 0,0 1 0 0 0,1-1 0 0 0,1-1 0 0 0,1 3 0 0 0,2-5 0 0 0,2 2 0 0 0,1 0 0 0 0,1 0 0 0 0,1-2 0 0 0,3 2 0 0 0,0-1 0 0 0,2-2 0 0 0,2 0 0 0 0,1-2 0 0 0,3 0 0 0 0,0-2 0 0 0,3-1 0 0 0,-1-1 0 0 0,0 0 0 0 0,1-2 0 0 0,2-2 0 0 0,-2 1 0 0 0,0-2-80 0 0,-5 2 80 0 0,0 2-72 0 0,-4-1 72 0 0,-3 3-96 0 0,-2-1 96 0 0,-3 2-64 0 0,-3 0 64 0 0,-3 3 0 0 0,-2-1 0 0 0,-2 3 0 0 0,-1 1 0 0 0,-2 0 0 0 0,1 0 0 0 0,2 0 0 0 0,0 0 0 0 0,2-1 64 0 0,-1 1-64 0 0,4-1 80 0 0,0 2-80 0 0,2-2 80 0 0,2 0-80 0 0,2 0 0 0 0,1-2 0 0 0,3 2 0 0 0,1-2 0 0 0,2 0-104 0 0,2 0-48 0 0,3-2-8 0 0,2-2-6328 0 0,1 1-1264 0 0</inkml:trace>
  <inkml:trace contextRef="#ctx0" brushRef="#br0" timeOffset="75">6038 8447 5703 2583 3261,'4'-1'512'0'0,"-3"0"-416"0"0,0 1-96 0 0,0 0 0 0 0,0-1 0 0 0,-1 1 0 0 0,0 0 0 0 0,0 0 0 0 0,0 0 0 0 0,2 0 0 0 0,-2 0 0 0 0,0 0 0 0 0,0 0 0 0 0,0 0 0 0 0,0 0 0 0 0,0 0 0 0 0,0 0 0 0 0,0 0 0 0 0,0 0 0 0 0,0 0 0 0 0</inkml:trace>
  <inkml:trace contextRef="#ctx0" brushRef="#br0" timeOffset="76">6074 8420 5623 2570 3261,'0'0'504'0'0,"0"-1"-408"0"0,0 1-96 0 0,0 0 0 0 0,1 0 384 0 0,-1-1 48 0 0,0 0 16 0 0,1 0 0 0 0,0-1 152 0 0,1-1 24 0 0,-1 1 8 0 0,-1 2 8 0 0,0 0 24 0 0,0 0 8 0 0,0 0 0 0 0,0 0 0 0 0,0 0-24 0 0,4-13-8 0 0,-2 10 0 0 0,-1 2 8 0 0,0 0-72 0 0,-1 1-24 0 0,0 0 0 0 0,0 0 8 0 0,-1 0-136 0 0,0 2-24 0 0,-2 1-8 0 0,0 2 8 0 0,-2 1-160 0 0,-1 3-32 0 0,-3 1-8 0 0,0 4 8 0 0,-2 2-80 0 0,-2 6-24 0 0,0 2 0 0 0,-2 4 8 0 0,-2 0-112 0 0,0 1 72 0 0,-2 0-72 0 0,-1 2 72 0 0,0-1 32 0 0,0 0 8 0 0,1-2 0 0 0,2-2 8 0 0,2-4-16 0 0,1-2 0 0 0,-1 1 0 0 0,2-3 8 0 0,-1 1-40 0 0,1-1-8 0 0,0-1 0 0 0,2-1 8 0 0,-1-1 56 0 0,2 0 16 0 0,1-4 0 0 0,-1 1 16 0 0,2-1-72 0 0,0-1-16 0 0,0-1 0 0 0,2-1 0 0 0,0-3-72 0 0,2 0 96 0 0,1-2-96 0 0,1-1 96 0 0,1 0-96 0 0,1-2 0 0 0,1 0 0 0 0,1-2 64 0 0,0-2-64 0 0,3-2 0 0 0,1-2 0 0 0,1-1 0 0 0,0-1 64 0 0,-1 0-64 0 0,1-2 0 0 0,-2 0 64 0 0,-2 3-64 0 0,-1-1-96 0 0,-1 0 16 0 0,-1 3 8 0 0,-1-1-16 0 0,-2 3 0 0 0,1 1 0 0 0,-2 2 0 0 0,0 4-88 0 0,-2 0-16 0 0,-1 5-8 0 0,-2 1 0 0 0,1 1 64 0 0,-1 1 8 0 0,1 2 8 0 0,0-2 0 0 0,1 0 120 0 0,2 0 0 0 0,0-1 0 0 0,1 0 0 0 0,2 1 0 0 0,0-3 0 0 0,2 0 0 0 0,0-2 0 0 0,2 0 0 0 0,0-1 0 0 0,1-3 0 0 0,1 1 0 0 0,1-2 0 0 0,2-2 0 0 0,0 0 0 0 0,1-2 0 0 0,1-1 64 0 0,-1 1-64 0 0,-1-2 0 0 0,-1 1 0 0 0,0-1 64 0 0,-2 0-64 0 0,-2 1 0 0 0,0 0 0 0 0,-2 2 0 0 0,0-1 0 0 0,-1 1 0 0 0,0-2 0 0 0,-1 3-280 0 0,2-2-8 0 0,-2 1 0 0 0,2-1 0 0 0,2 0-688 0 0,1-3-144 0 0</inkml:trace>
  <inkml:trace contextRef="#ctx0" brushRef="#br0" timeOffset="77">6106 8362 5815 2500 2998,'-2'-7'128'0'0,"1"3"24"0"0,0 1 8 0 0,0 1 0 0 0,1 2-160 0 0,0-2 0 0 0,0 1 0 0 0,0 1 0 0 0,1 0 1232 0 0,0 0 208 0 0,1 3 48 0 0,-1 2 8 0 0,2 1-480 0 0,0 2-96 0 0,1 2-24 0 0,0 3 0 0 0,2 0-168 0 0,-2 3-40 0 0,5 1-8 0 0,-1 2 0 0 0,1 1-232 0 0,1 3-40 0 0,0 0-16 0 0,1 1 0 0 0,1 0-72 0 0,-3 0-24 0 0,3-1 0 0 0,-1 0 0 0 0,0-1-32 0 0,1 1-8 0 0,-3 0 0 0 0,1-3 0 0 0,-2-1-104 0 0,2 3-24 0 0,1 1-8 0 0,-1 1 0 0 0,1-1-48 0 0,-2 0-8 0 0,1-1 0 0 0,0 0 0 0 0,0-2 8 0 0,0 1 0 0 0,-1-3 0 0 0,0 1 0 0 0,0-1-8 0 0,-2-1 0 0 0,0-2 0 0 0,0-2 0 0 0,-3-4-64 0 0,1 1 0 0 0,-1 0 72 0 0,1 0-72 0 0,-2-2 0 0 0,1-2 72 0 0,-1-1-72 0 0,0-1 0 0 0,-1-2 104 0 0,1 0-32 0 0,0-4-8 0 0,-1 0 0 0 0,1-3 0 0 0,0-1-64 0 0,-1-2 96 0 0,-1 3-32 0 0,-1-4-64 0 0,-1 1 80 0 0,-1-1-80 0 0,-2 0 80 0 0,0 1-80 0 0,-3 1 0 0 0,0 2 0 0 0,-1 0 0 0 0,-2 2 0 0 0,-1 2 0 0 0,0 3-64 0 0,1-1 64 0 0,0 1 0 0 0,2 2-88 0 0,-2 1 88 0 0,3 2-64 0 0,-1-1 64 0 0,4 0 0 0 0,0 0 0 0 0,2 0 0 0 0,2-1 0 0 0,1 0 0 0 0,2 0 0 0 0,2-1 0 0 0,1 1 0 0 0,1-3 0 0 0,2 1 0 0 0,-1-3 0 0 0,0 1 0 0 0,1-2 0 0 0,2 1 0 0 0,-1-3 0 0 0,0 1-64 0 0,-1 0 64 0 0,-2-1-64 0 0,-1 0 64 0 0,-2 0-96 0 0,-3 2 16 0 0,-1-2 8 0 0,-1 0 0 0 0,-2 1 72 0 0,0-1 0 0 0,-1 2-72 0 0,-1 0 72 0 0,2-1 0 0 0,-2 2 0 0 0,-2 0 0 0 0,-2 2 0 0 0,-1-1 0 0 0,-1 2 0 0 0,1 0 0 0 0,2 0 0 0 0,1 1 0 0 0,1-1 0 0 0,2 1 0 0 0,1-1 0 0 0,1-2 0 0 0,0 3-88 0 0,2-2 88 0 0,1 2-64 0 0,1-1-296 0 0,1-1-56 0 0,-1 1-16 0 0,1-1-8624 0 0</inkml:trace>
  <inkml:trace contextRef="#ctx0" brushRef="#br0" timeOffset="78">6367 9097 1375 2413 2601,'0'0'128'0'0,"0"0"-128"0"0,0-2 0 0 0,0 2 0 0 0,0 0 744 0 0,0 0 128 0 0,0-2 24 0 0,0 1 8 0 0,0-2 312 0 0,0 1 56 0 0,0 1 8 0 0,0 1 8 0 0,0 0-80 0 0,0 0-24 0 0,0 0 0 0 0,0 0 0 0 0,0 0-392 0 0,0 0-88 0 0,0 0-8 0 0,0 0-8 0 0,0 0-288 0 0,2 16-56 0 0,-2-7-16 0 0,-2 1 0 0 0,2 6-8 0 0,-1 1 0 0 0,-1 3 0 0 0,0 3 0 0 0,0-1 0 0 0,1 1 0 0 0,-1 2 0 0 0,1 0 0 0 0,-1-2-80 0 0,1 1-16 0 0,0-2-8 0 0,0-3 0 0 0,1 0-80 0 0,0-2-8 0 0,1-1-8 0 0,0 0 0 0 0,0 0-56 0 0,0-2 0 0 0,-1-2-64 0 0,1 1 96 0 0,-1 1-32 0 0,1 1-64 0 0,-2 0 88 0 0,1 0-88 0 0,0-1 112 0 0,-1-1-32 0 0,0 0-8 0 0,1-2 0 0 0,-1 0 8 0 0,1-1 0 0 0,0-1 0 0 0,0-1 0 0 0,0-1-16 0 0,0-1-64 0 0,1-1 96 0 0,-1-2-32 0 0,1-3-64 0 0,-1 0 64 0 0,1 1-64 0 0,0 0 64 0 0,-1-1-64 0 0,0-1 0 0 0,0 2 0 0 0,0-1 64 0 0,0-2 0 0 0,0 0-64 0 0,0 2 96 0 0,0 0-32 0 0,0 0 32 0 0,0 0 0 0 0,0 0 0 0 0,-5-14 0 0 0,4 9-96 0 0,-1 0 0 0 0,1 2 0 0 0,-2-1 0 0 0,0 0 0 0 0,0 0 0 0 0,-1-2-80 0 0,-1-1 80 0 0,-2-1 0 0 0,-1 1 0 0 0,-1-3-64 0 0,2 3 64 0 0,1 1-96 0 0,-2-1 8 0 0,-2-1 0 0 0,-2-1 0 0 0,-1 0 88 0 0,2 2-104 0 0,0 0 40 0 0,1 2 64 0 0,0 0-128 0 0,2-1 32 0 0,0 3 0 0 0,0-1 8 0 0,0 0 88 0 0,0 1 0 0 0,2-1-72 0 0,-2 0 72 0 0,1-1 0 0 0,0 0 0 0 0,1 2-72 0 0,1 0 72 0 0,2 0 0 0 0,-1 0 0 0 0,2 0 0 0 0,0 1 0 0 0,2 0 0 0 0,0 0 0 0 0,0 1 0 0 0,3 0 0 0 0,0 0 0 0 0,2-1 0 0 0,1 1 0 0 0,2-1 0 0 0,0 1 0 0 0,2-1 0 0 0,3 0 0 0 0,2 0 0 0 0,0 0 80 0 0,2-1-80 0 0,1 0 80 0 0,-2 2-80 0 0,2-1 72 0 0,0 0-72 0 0,0 1 64 0 0,0 0-64 0 0,0 1 0 0 0,-1 0 0 0 0,0 0 0 0 0,-1 0 0 0 0,0 0 0 0 0,-2 2 0 0 0,-1 0 0 0 0,-3 0 0 0 0,0-1 0 0 0,-2 2 0 0 0,-1-2 0 0 0,0 3 0 0 0,-2-2 0 0 0,0 0 0 0 0,0 1 0 0 0,0 0 0 0 0,0 1 0 0 0,-2-1 0 0 0,1 0 64 0 0,0 1-64 0 0,-2 0 0 0 0,0-1 0 0 0,-1 1 0 0 0,1-2 0 0 0,-2 2 64 0 0,0-1-64 0 0,-2 2 64 0 0,1 0-64 0 0,-3 0 96 0 0,-1 3-32 0 0,-1-1 0 0 0,0 0 0 0 0,-2-1 8 0 0,0 1 0 0 0,-3 1 0 0 0,0 2 0 0 0,0 0-72 0 0,-1 0 96 0 0,-1 0-96 0 0,1 1 96 0 0,0 0-96 0 0,0 0 80 0 0,1 0-80 0 0,2-2 80 0 0,0 1-80 0 0,0 1 64 0 0,4 0-64 0 0,-1-2 64 0 0,1-3-64 0 0,2-2 0 0 0,1 2 0 0 0,0-3 0 0 0,2 0 0 0 0,-1-1 0 0 0,2 0 0 0 0,0-2 0 0 0,1 0-160 0 0,0 0-32 0 0,3-1 0 0 0,-1-2-6448 0 0,3 0-1296 0 0</inkml:trace>
  <inkml:trace contextRef="#ctx0" brushRef="#br0" timeOffset="79">7973 7501 5703 2183 3536,'2'0'512'0'0,"-2"0"-416"0"0,0-1-96 0 0,0 0 0 0 0,0 1 0 0 0,0 0 0 0 0,-1 0 0 0 0,-1-2 0 0 0,-1 1 0 0 0,0 0 0 0 0,-1-1 0 0 0,1 0 0 0 0,1 1 0 0 0,0 0 0 0 0,0-1 0 0 0,1 2 0 0 0,0-1 0 0 0,-1 1 0 0 0,0 0 0 0 0,2 0 0 0 0,0-2 0 0 0,-2 2 0 0 0,1-1 0 0 0,-1 0 0 0 0,1 1 0 0 0,-1-1 0 0 0,-1 1 0 0 0,0-1 0 0 0,1 0 0 0 0,0 0 0 0 0,-1 0-96 0 0,1 0 32 0 0,-1 0 64 0 0,0 0-96 0 0,1-1 96 0 0,0 1 0 0 0,0-1 0 0 0,0 1 0 0 0,0-1 104 0 0,0 2-8 0 0,0-2 0 0 0,0 0 0 0 0,0 2-176 0 0,1-1-40 0 0,-1 0-8 0 0,0 0 24 0 0,0-1 24 0 0,0 2 8 0 0,2-2 0 0 0,-2 0 0 0 0,2 1 328 0 0,-2-2 72 0 0,2 1 16 0 0,-1-1 16 0 0,1 1 152 0 0,0 0 32 0 0,0 0 8 0 0,0 0 0 0 0,0 0 56 0 0,-1 1 0 0 0,1-1 8 0 0,0 1 0 0 0,0 0-56 0 0,1 1-16 0 0,-1 0 0 0 0,0 2 24 0 0,-1 0-120 0 0,1 1-32 0 0,-1 3 0 0 0,0 1 0 0 0,1 1-72 0 0,-2 1-24 0 0,0 2 0 0 0,1 3 24 0 0,1 1 32 0 0,-1 3 8 0 0,0 1 0 0 0,0 1 0 0 0,0 1-40 0 0,0 3-8 0 0,-1 5 0 0 0,0 5 0 0 0,-1-1 48 0 0,1 1 16 0 0,-1 0 0 0 0,0-1 16 0 0,1-3-120 0 0,-1-2-16 0 0,2-2-8 0 0,-1-1 0 0 0,1-2-112 0 0,0-2-32 0 0,1-3 0 0 0,-1 1 0 0 0,1-1-40 0 0,0-2-16 0 0,0 0 0 0 0,0-1 0 0 0,1-2 0 0 0,-1-1 0 0 0,0-2 0 0 0,1-2 0 0 0,-1-1 24 0 0,0-1 8 0 0,1-1 0 0 0,-1 0 0 0 0,0-1-32 0 0,2-1-8 0 0,-2 1 0 0 0,1-2 0 0 0,-1 2 0 0 0,0-3 0 0 0,2 1 0 0 0,-2 0 0 0 0,1 0 0 0 0,0-2 0 0 0,0 2 0 0 0,0-2 0 0 0,0 1 0 0 0,0-1 0 0 0,-1 0 0 0 0,3 0 0 0 0,-3 0-64 0 0,0 0 0 0 0,0 0 0 0 0,0 0 0 0 0,0 0 64 0 0,5-16 0 0 0,-6 11 0 0 0,0-1 0 0 0,-1 1-64 0 0,0-3 0 0 0,-3 1 0 0 0,0-1 0 0 0,-1 1 0 0 0,-1-2 0 0 0,-1 0 0 0 0,0 0 0 0 0,-1-1 0 0 0,-2 1 0 0 0,0-1 0 0 0,1 2 0 0 0,0 0-104 0 0,-2 0-16 0 0,1 1 0 0 0,-3 0 0 0 0,2 1 24 0 0,-2 0 0 0 0,1 2 0 0 0,0 0 0 0 0,-1-1 24 0 0,3 2 8 0 0,0 0 0 0 0,1-1 0 0 0,2 0 64 0 0,2 1 0 0 0,0-1 0 0 0,0 2 0 0 0,3-2 0 0 0,0 1 0 0 0,1 1 0 0 0,0-2 0 0 0,2 2 0 0 0,0-1 0 0 0,3 0 0 0 0,-1 0 0 0 0,1 0 0 0 0,2-1 0 0 0,2 1 0 0 0,1-2 0 0 0,3 2 0 0 0,0-2 0 0 0,2 3 0 0 0,0-2 0 0 0,4 2 0 0 0,0 0 0 0 0,3 0 0 0 0,-1 1 0 0 0,1 1 0 0 0,-1 1 0 0 0,2 1 64 0 0,-1 0-64 0 0,-2 1 0 0 0,0 0 0 0 0,0 0 0 0 0,-1 1 0 0 0,-1-1 0 0 0,0 1 0 0 0,-1-2 0 0 0,-1 0 0 0 0,0 0 0 0 0,-2-1 0 0 0,-2-1 0 0 0,0 0 0 0 0,0 0 0 0 0,-3 0 0 0 0,-1 0 0 0 0,-2 0 0 0 0,0 0 0 0 0,-3 0 0 0 0,0 0 0 0 0,-1 1 0 0 0,-1 0 0 0 0,0 1 0 0 0,-3 0 0 0 0,0 1 0 0 0,-1 1 0 0 0,-2 0 0 0 0,-1 2 0 0 0,-2 0 0 0 0,1 2 0 0 0,-3 0 0 0 0,1 1 0 0 0,-2 0 0 0 0,0 2 64 0 0,-2 1-64 0 0,0 0 64 0 0,-2 1-64 0 0,1 0 0 0 0,-1 0 64 0 0,0 0-64 0 0,1 0 0 0 0,3-2 96 0 0,1 0-8 0 0,-1 1-8 0 0,3-3 0 0 0,1 1-16 0 0,1-1 0 0 0,0-2 0 0 0,3-1 0 0 0,0 0 0 0 0,0-2 0 0 0,2-1 0 0 0,0 0 0 0 0,1 0-64 0 0,0-1 0 0 0,2 0 0 0 0,0-2 0 0 0,0 1 0 0 0,0-1 0 0 0,0 0 0 0 0,0 0 0 0 0,0 0-192 0 0,0-1-48 0 0,0 1-16 0 0,0 0-6336 0 0,0 0-1280 0 0</inkml:trace>
  <inkml:trace contextRef="#ctx0" brushRef="#br0" timeOffset="80">6853 8333 2303 2533 3183,'0'2'200'0'0,"0"-2"-200"0"0,1 1 0 0 0,-1-1 0 0 0,1 1 448 0 0,-1-1 56 0 0,1 1 8 0 0,1 1 0 0 0,0 1 192 0 0,-1 0 48 0 0,2-1 8 0 0,-1 0 0 0 0,0 0 48 0 0,-2-1 16 0 0,2 1 0 0 0,-2-2 0 0 0,1 1-56 0 0,-1 0 0 0 0,0-1-8 0 0,0 0 0 0 0,0-1-152 0 0,0 1-24 0 0,0 0-8 0 0,0 0 0 0 0,0 0 0 0 0,0 0-8 0 0,0 0 0 0 0,0 0 0 0 0,-8-14-216 0 0,5 10-32 0 0,1 3-16 0 0,-1-3 0 0 0,-2-1-136 0 0,0 0-24 0 0,0-2-8 0 0,-1-1 0 0 0,-2-1-48 0 0,1 0-16 0 0,-1-1 0 0 0,0 0 0 0 0,0-1 8 0 0,0-2 0 0 0,-1 2 0 0 0,1 0 0 0 0,1 1 8 0 0,0 0 0 0 0,1 3 0 0 0,1-1 0 0 0,2 2 72 0 0,-2 2 8 0 0,1-1 8 0 0,1 2 0 0 0,1-1-80 0 0,0 0-8 0 0,0 2-8 0 0,0-1 0 0 0,2 1-80 0 0,-2 0 96 0 0,2 1-96 0 0,0-2 96 0 0,0 3-96 0 0,0-2 0 0 0,0 1 72 0 0,-1 0-72 0 0,1-1 0 0 0,0 1 72 0 0,0 1-72 0 0,0-2 0 0 0,1 2 80 0 0,-1 0-80 0 0,0-1 64 0 0,2 1-64 0 0,0 0 64 0 0,1 1-64 0 0,-3-1 64 0 0,0 0-64 0 0,19 3 0 0 0,-11-2 0 0 0,4 0 64 0 0,2 0-64 0 0,1 0 0 0 0,2-1 96 0 0,2 2-96 0 0,0-2 96 0 0,2 0-96 0 0,0 2 96 0 0,0-2-96 0 0,1 1 96 0 0,0-1-32 0 0,1 1-64 0 0,0 1 96 0 0,-2-2-32 0 0,-2 2 16 0 0,-1-1 0 0 0,0 1 0 0 0,-4 0 0 0 0,0 0-80 0 0,-3 1 64 0 0,-2 0-64 0 0,-1-1 64 0 0,-2 0 0 0 0,-3 1 0 0 0,0 1 0 0 0,-2-1 0 0 0,-1 2-64 0 0,-1 0 0 0 0,-3 1 0 0 0,-2 0 0 0 0,1 0 64 0 0,-2 1 0 0 0,-1 3 0 0 0,-3-1 0 0 0,-1 2 0 0 0,0 2 0 0 0,-3 0 0 0 0,0 1 0 0 0,1-1-64 0 0,-1 1 0 0 0,-2 2 0 0 0,2-3 0 0 0,-2 2 0 0 0,2-4 80 0 0,1 2-80 0 0,1-2 80 0 0,1-2-80 0 0,2-1 64 0 0,0 0-64 0 0,1-1 64 0 0,3-1-64 0 0,-1-1 0 0 0,2 1 0 0 0,2-3 0 0 0,0 0 0 0 0,0-1 0 0 0,2-1 0 0 0,1-1 0 0 0,0 0 0 0 0,0-1 0 0 0,1 1 0 0 0,2-2 0 0 0,2-1-384 0 0,2-1-8 0 0,2-2-8 0 0,3-2-9200 0 0</inkml:trace>
  <inkml:trace contextRef="#ctx0" brushRef="#br0" timeOffset="81">5817 8873 4631 2652 2994,'-3'0'416'0'0,"3"-1"-336"0"0,-3 1-8 0 0,3 0 0 0 0,-1 0 0 0 0,1 0 24 0 0,-1 0-160 0 0,0 0-32 0 0,-1 0-8 0 0,0 0 16 0 0,-1 1 88 0 0,0-1 0 0 0,0 2 0 0 0,0-1 0 0 0,0 0 0 0 0,-1-1 0 0 0,1 2 0 0 0,-1-4 0 0 0,0-1 0 0 0,-1 1 0 0 0</inkml:trace>
  <inkml:trace contextRef="#ctx0" brushRef="#br0" timeOffset="82">5631 8964 2759 2773 3070,'0'1'248'0'0,"0"0"-248"0"0,2-1 0 0 0,-2 0 0 0 0,0 0 592 0 0,0 0 72 0 0,2 2 8 0 0,-2-2 8 0 0,1 1 152 0 0,1 1 24 0 0,0-1 8 0 0,-2-1 0 0 0,0 0-16 0 0,0 0 0 0 0,0 0 0 0 0,0 0 0 0 0,0 0-16 0 0,0 0 0 0 0,0 0 0 0 0,0 0 0 0 0,0 0-128 0 0,0 0-24 0 0,0 0-8 0 0,9-11 0 0 0,-9 8-192 0 0,-1 0-32 0 0,0 0-16 0 0,-1-2 0 0 0,1 1-160 0 0,0-1-32 0 0,-2 1-8 0 0,0-3 0 0 0,1 0-72 0 0,-3-1-8 0 0,1-1-8 0 0,-1-2 0 0 0,1 2-16 0 0,-1-1-8 0 0,0 1 0 0 0,1-1 0 0 0,-2-3-40 0 0,-1 1-8 0 0,0 0 0 0 0,2 0 0 0 0,-2 1-72 0 0,2 0 80 0 0,-1 0-80 0 0,0 2 80 0 0,1 2-80 0 0,1 1 0 0 0,1 2 72 0 0,2 0-72 0 0,-2 2 0 0 0,2 1 64 0 0,1-1-64 0 0,1 1 0 0 0,-2 1 0 0 0,3 1 0 0 0,1-1 0 0 0,2 2 0 0 0,0-2 0 0 0,2 1 0 0 0,3 0 0 0 0,1 0 0 0 0,0 1 0 0 0,3-2 0 0 0,3 2 0 0 0,0 0 0 0 0,2-2 0 0 0,0 1 0 0 0,2 2 0 0 0,0-1 64 0 0,-2-1-64 0 0,0 0 64 0 0,1 1-64 0 0,-2-1 64 0 0,-2 2-64 0 0,1-2 64 0 0,-3 1-64 0 0,0-2 64 0 0,-3 3-64 0 0,-2-3 0 0 0,-1 2 0 0 0,-1 1 64 0 0,-1 0-64 0 0,-1-1 0 0 0,-2 1 64 0 0,-1 0-64 0 0,1 0 64 0 0,-1-1-64 0 0,0 1 80 0 0,-1-1-80 0 0,1 2 88 0 0,-1-2-88 0 0,1 0 96 0 0,-1 0-96 0 0,1 0 80 0 0,-1-1-80 0 0,0 2 64 0 0,-1-2-64 0 0,1 1 0 0 0,-1 0 0 0 0,-1 0 0 0 0,0 0 0 0 0,-2 1 64 0 0,2 0-64 0 0,-2 0 64 0 0,-2 1-64 0 0,0 1 96 0 0,-2 2-32 0 0,-1-1 0 0 0,-1 1 0 0 0,-3 4-64 0 0,-1-2 0 0 0,0 3 0 0 0,-3 0 0 0 0,1 0 0 0 0,0 0 0 0 0,-1 2 0 0 0,2-1 64 0 0,-1-3-64 0 0,4 0 0 0 0,0 0 0 0 0,1-2 0 0 0,2-1 0 0 0,-1 0 0 0 0,2-1 64 0 0,0 0-64 0 0,1-1 0 0 0,0 0 0 0 0,0-2 0 0 0,2-1 0 0 0,0 1 0 0 0,1-1 0 0 0,1 0 0 0 0,1 0 0 0 0,-1-1 0 0 0,2 0 0 0 0,0 0 0 0 0,2-2 0 0 0,-1 0-280 0 0,3-2-16 0 0,1 1-8 0 0,2-2-9136 0 0</inkml:trace>
  <inkml:trace contextRef="#ctx0" brushRef="#br0" timeOffset="83">4821 8639 919 2522 2644,'2'-2'80'0'0,"-1"1"-80"0"0,0 0 0 0 0,-1 1 0 0 0,0 0 144 0 0,1 0 16 0 0,0-1 0 0 0,3-1 0 0 0,-3 0-64 0 0,2 0 0 0 0,-1 0-8 0 0,-2 1 0 0 0,2 0-88 0 0,-2 0 64 0 0,1 1-64 0 0,0 0 64 0 0,1-1-64 0 0,-1 0 0 0 0,1 1 0 0 0,-2-1 0 0 0</inkml:trace>
  <inkml:trace contextRef="#ctx0" brushRef="#br0" timeOffset="84">4887 8629 5983 2830 3441,'0'-4'264'0'0,"0"2"56"0"0,0 2-256 0 0,-1-1-64 0 0,1 0 0 0 0,-1 1 0 0 0,1-1 752 0 0,-1 1 136 0 0,0-1 24 0 0,-1 1 8 0 0,-1 0 136 0 0,0 2 32 0 0,1 2 8 0 0,-2 1 0 0 0,0 2-264 0 0,-1-1-48 0 0,1 3-16 0 0,1 1 0 0 0,-2 1-200 0 0,0 2-48 0 0,0 3-8 0 0,1-3 0 0 0,1-3-176 0 0,-1 4-40 0 0,0 1-8 0 0,-1 6 0 0 0,0 1-48 0 0,0 1-16 0 0,0 1 0 0 0,-1 2 0 0 0,1-1-32 0 0,-2 1 0 0 0,2-1-8 0 0,-1-3 0 0 0,-1 1-56 0 0,3-2-16 0 0,-2-3 0 0 0,-1 1 0 0 0,2 1-16 0 0,-1-3 0 0 0,2-2 0 0 0,0 1 0 0 0,-1 0 8 0 0,1 1 0 0 0,2 0 0 0 0,-1-1 0 0 0,1-1-104 0 0,-1-2-96 0 0,3 1 24 0 0,-2-2 0 0 0,0 1 208 0 0,1-2 48 0 0,0 0 8 0 0,-1-1 0 0 0,1 0-112 0 0,-2-2-16 0 0,1 1-64 0 0,1-4 96 0 0,1 0-24 0 0,0-2-8 0 0,0-1 0 0 0,-1-1 0 0 0,0-1 0 0 0,1 0-64 0 0,1 0 96 0 0,-1-1-32 0 0,0-2 0 0 0,0-1-64 0 0,0 1 96 0 0,0-3-32 0 0,-1-1 0 26-19,0-2-64-26 19,-1 2 96 0 0,0 0-32 0 0,1-2-64 0 0,-1 3 0 0 0,-2 0 0 0 0,1 1 0 27-20,0 1 0-27 20,-1-2 0 0 0,0 3 0 0 0,-1-1 0 25-19,0 1 0-25 19,0 0 0 0 0,-1-1 0 0 0,-2 1 0 0 0,2-1 0 0 0,-1 1 0 0 0,0 0 0 0 0,-1-2 0 0 0,0 1 0 26-20,-2-1 0-26 20,0 0 0 25-19,2-3 0-25 19,1 3 0 0 0,0-4 0 0 0,-1 1-72 0 0,-2-1 72 0 0,4 0-72 0 0,-1 1 72 0 0,-1-1-104 0 0,1 1 40 0 0,-1-1 64 0 0,0 0-104 0 0,0 2 40 0 0,1 1 64 0 0,0 2-64 0 0,0-1 64 0 0,-1 1 0 0 0,1 1 0 0 0,2 1 0 0 0,0-2 0 0 0,0 1 0 0 0,2 1 0 0 0,-1 0 0 0 0,1-1 0 0 0,1-1 0 0 0,0 1 0 0 0,1 0 0 0 0,0-1 0 0 0,1 0 0 0 0,1 0 0 0 0,1 1 0 0 0,1 0 0 0 0,-1 1 0 0 0,2 0 0 0 0,1 2-64 0 0,2 0 64 0 0,2 0 0 0 0,1 0 0 0 0,2 2 0 0 0,2-1 0 0 0,1 1 0 0 0,2 0 0 0 0,4 0 0 0 0,1 0 0 0 0,3 1 0 0 0,1-1 0 0 0,1 1 0 0 0,-2-3 0 0 0,2 1 0 0 0,-2-2 0 0 0,-6 1 0 0 0,1-1 0 0 0,2-1 0 0 0,1 0 0 0 0,-2 1 0 0 0,-2 0 0 0 0,-2 1 0 0 0,-1-1 0 0 0,-4 1 0 0 0,0 0 0 0 0,-2 1 0 0 0,-2 0 0 0 0,0-1 0 0 0,-2 1 0 0 0,-2 1 64 0 0,0-1-64 0 0,-2 1 0 0 0,0-1 64 0 0,-2 3-64 0 0,0-3 64 0 0,0 3-64 0 0,-3-1 64 0 0,-1-2-64 0 0,0 4 64 0 0,-1 2 24 0 0,-2 1 0 0 0,-1 1 0 0 0,1-1 0 0 0,1-1-24 0 0,-2 2 0 0 0,-3 0 0 0 0,-1 2 0 0 0,-2 1 8 0 0,0 1 0 0 0,-4 2 0 0 0,1 1 0 0 0,-1-3 0 0 0,1 4 0 0 0,-1-2 0 0 0,0 0 0 0 0,0-1 0 0 0,3 0 0 0 0,2 0 0 0 0,1-2 0 0 0,2 0-72 0 0,3-3 0 0 0,0-2 0 0 0,1-1 0 0 0,4-1 0 0 0,0-2 0 0 0,1-1 0 0 0,1 1 0 0 0,1-3-176 0 0,0 1 24 0 0,2 0 8 0 0,2-1 0 0 0,0-1-408 0 0,3-2-88 0 0,2 1-8 0 0,3-3-9104 0 0</inkml:trace>
  <inkml:trace contextRef="#ctx0" brushRef="#br0" timeOffset="85">4353 7644 4607 2976 3209,'-1'-2'408'0'0,"0"1"-328"0"0,1-1-80 0 0,-1 0 0 0 0,1 1 648 0 0,-1 0 120 0 0,0-1 16 0 0,-2-3 8 0 0,0 0 448 0 0,0-1 88 0 0,-1 1 16 0 0,1 3 8 0 0,-1 2-192 0 0,1 3-40 0 0,-1 4 0 0 0,2 2-8 0 0,-2 4-440 0 0,2 4-96 0 0,0 3-8 0 0,1 3-8 0 0,0 5-200 0 0,-1 3-40 0 0,2 2 0 0 0,0 0-8 0 0,0-2-88 0 0,2 1-24 0 0,-1-1 0 0 0,-1-7 0 0 0,0-3-72 0 0,0 1-8 0 0,0 4-8 0 0,0 5 0 0 0,0 0-24 0 0,-1 1-8 0 0,1 0 0 0 0,-2-4 0 0 0,1-9 0 0 0,-1 5 0 0 0,0 6 0 0 0,1-5 0 0 0,-1-3-16 0 0,0-4-64 0 0,0-1 96 0 0,1-3-32 0 0,0-2 16 0 0,0 0 0 0 0,0-1 0 0 0,-1 0 0 0 0,1-1 8 0 0,-1 0 0 0 0,1-3 0 0 0,1 0 0 0 0,0-1 8 0 0,-1-2 0 0 0,1-1 0 0 0,0-1 0 0 0,0-1-32 0 0,1 0-64 0 0,-1-1 96 0 0,0 0-32 0 0,0 0-64 0 0,0 0 80 0 0,0 0-80 0 0,0 0 80 0 0,0 0-80 0 0,0 0 64 0 0,0 0-64 0 0,0 0 64 0 0,0 0-64 0 0,0 0 0 0 0,0 0 72 0 0,0 0-72 0 0,0 0 64 0 0,0 0-64 0 0,0 0 80 0 0,0 0-80 0 0,0 0 88 0 0,0 0-88 0 0,0 0 96 0 0,-4-15-96 0 0,2 11 64 0 0,-1-2-64 0 0,0-2 0 0 0,-3-1 0 0 0,1-1 0 0 0,-2-1 0 0 0,-1-3 0 0 0,-2 0 0 0 0,1 0 0 0 0,-2 1 0 0 0,-1 0 0 0 0,0 4 0 0 0,1 0 0 0 0,0 2 0 0 0,0 2 0 0 0,0 2 0 0 0,-1 0 0 0 0,2 1 0 0 0,2 2-64 0 0,-2-2 64 0 0,2 0 0 0 0,1 2 0 0 0,0-1 0 0 0,1-1 0 0 0,0 1 0 0 0,2-1 0 0 0,-1 1-64 0 0,0-1 64 0 0,1 0 0 0 0,-2-2 0 0 0,3 0 0 0 0,-1 0 0 0 0,1-1 0 0 0,2 2 0 0 0,-1-1 0 0 0,2 1 0 0 0,0 0 0 0 0,3 0 0 0 0,0 2 0 0 0,1-2 0 0 0,4 1 0 0 0,1-1 0 0 0,1 1 0 0 0,2-2 0 0 0,4 2 0 0 0,2-1 0 0 0,2 1 0 0 0,3 0 0 0 0,2 0 0 0 0,1-4 0 0 0,2-7 0 0 0,-2 10 0 0 0,1 8 0 0 0,-2-5 0 0 0,-1-11 0 0 0,-3 11 0 0 0,-2 10 0 0 0,-3-1 0 0 0,-1-6 0 0 0,-2 0 0 0 0,-2-1 0 0 0,-3 0 0 0 0,-2 1-64 0 0,-1-1 64 0 0,-1 1 0 0 0,-4-1 0 0 0,1 2 0 0 0,-2 0 0 0 0,0 0 0 0 0,-2 1 0 0 0,0 1 0 0 0,-3 2 0 0 0,0 1 0 0 0,-1 1 0 0 0,0 1 0 0 0,-3-1 0 0 0,0 1 0 0 0,-2 3 0 0 0,1-1 0 0 0,-3 0 0 0 0,2 1 0 0 0,-1 0 64 0 0,-1-2-64 0 0,1-1 0 0 0,2 0 128 0 0,1-1-24 0 0,0-1-8 0 0,0 0 0 0 0,1-2-32 0 0,0 1 0 0 0,2-2-64 0 0,2 0 96 0 0,0 0-96 0 0,1 0 0 0 0,0-3 0 0 0,2 0 0 0 0,0 0 0 0 0,2-1 0 0 0,0 0 0 0 0,0-2 0 0 0,2-2-296 0 0,2 1-56 0 0,4 0-16 0 0,4-4-9776 0 0</inkml:trace>
  <inkml:trace contextRef="#ctx0" brushRef="#br0" timeOffset="86">5720 5642 6911 2447 3229,'0'0'608'0'0,"-1"0"-480"0"0,1 0-128 0 0,0 0 0 0 0,0 0 0 0 0,0-1-96 0 0,0 1 24 0 0,0 0 0 0 0,0-1 976 0 0,1 1 200 0 0,0 0 40 0 0,-1 0 8 0 0,0 0-312 0 0,0 0-56 0 0,0 0-16 0 0,0 0 0 0 0,16-2 56 0 0,-10 3 8 0 0,0-1 0 0 0,2 0 0 0 0,2 0-160 0 0,1 0-24 0 0,0-1-8 0 0,-3 0 0 0 0,1 1-256 0 0,-1 0-48 0 0,5-1-16 0 0,3-1 0 0 0,0 0-96 0 0,0 0-32 0 0,0 0 0 0 0,-5 0 0 0 0,-1 1-48 0 0,-2-1-16 0 0,0 2 0 0 0,-1-2 0 0 0,-1 2-128 0 0,-2-2 0 0 0,0 1 0 0 0,-4 1 0 0 0,2 0 0 0 0,-1-1 0 0 0,-1 1 0 0 0,-1 0-72 0 0,2 0 72 0 0,-2 0-104 0 0,1-1 40 0 0,-2 1 64 0 0,2-1-552 0 0,0 1-56 0 0,0 0 0 0 0,0 0-8 0 0,0 0-944 0 0,0 0-184 0 0,-17 2-40 0 0,11-2-4704 0 0</inkml:trace>
  <inkml:trace contextRef="#ctx0" brushRef="#br0" timeOffset="87">5765 5634 4607 2450 3252,'-1'0'96'0'0,"1"0"32"0"0,0 0 0 0 0,0 0 0 0 0,0 0-128 0 0,-1 0 0 0 0,-1 0 0 0 0,2 0 0 0 0,-1 2 1016 0 0,-1-1 176 0 0,1 0 40 0 0,1-1 16 0 0,0 0-48 0 0,0 0-8 0 0,-7 14 0 0 0,5-10 8 0 0,0 3-312 0 0,1-1-64 0 0,-1 1-16 0 0,-1 2 8 0 0,1-1-144 0 0,0 0-24 0 0,1 2-8 0 0,-1-1 8 0 0,1-1-328 0 0,0-1-72 0 0,1 1-16 0 0,0-2 8 0 0,1 0-112 0 0,-1 0-16 0 0,1-2-8 0 0,-1-1 8 0 0,0 3-24 0 0,2-3-8 0 0,-1-2 0 0 0,-1 1 0 0 0,1 0 16 0 0,-1-1 8 0 0,0 0 0 0 0,0-1 8 0 0,0 0-16 0 0,0 0-8 0 0,0-1 0 0 0,1 0 8 0 0,-1 1-32 0 0,0 0 0 0 0,0 0 0 0 0,0 0 8 0 0,0 0-72 0 0,0 0 80 0 0,12-15-80 0 0,-9 11 88 0 0,2 0-88 0 0,1 0 0 0 0,-1 0 0 0 0,0 1 0 0 0,1-1 80 0 0,1 2-80 0 0,-1 0 80 0 0,0 0-80 0 0,1 2 80 0 0,-2 0-80 0 0,1 0 64 0 0,1 2-64 0 0,0 0 0 0 0,-1 1 64 0 0,1 1-64 0 0,-2 1 0 0 0,1-1 0 0 0,-1 2 0 0 0,-1 0 0 0 0,-1 1 0 0 0,0-1 0 0 0,0 0 0 0 0,-2 2 0 0 0,-1-2 0 0 0,0 2 0 0 0,-1 0 0 0 0,-1-1 0 0 0,-1 0 0 0 0,-1 2 0 0 0,-2-1 0 0 0,1 1 0 0 0,-1-2 0 0 0,-1-1 0 0 0,-1 1 0 0 0,1 2 0 0 0,-1-3 0 0 0,0 1 0 0 0,0-2 0 0 0,-1 0 0 0 0,0-2 0 0 0,0 1 0 0 0,-1-3 0 0 0,0 2 0 0 0,1-3 0 0 0,0 0 0 0 0,-1 1 0 0 0,1-1 0 0 0,0-1 0 0 0,0 1 96 0 0,1 0-32 0 0,2-2 0 0 0,0 1 0 0 0,2 1-64 0 0,0-1 80 0 0,1 1-80 0 0,2-1 80 0 0,1 0-80 0 0,-2-1 0 0 0,4 2 0 0 0,-1-2 0 0 0,1 1 0 0 0,1-2 0 0 0,1 1 0 0 0,2-1 0 0 0,2 1-376 0 0,1-2-8 0 0,0-2-8 0 0,3 1-8936 0 0</inkml:trace>
  <inkml:trace contextRef="#ctx0" brushRef="#br0" timeOffset="88">6034 5647 12927 2237 3187,'-1'-2'288'0'0,"0"1"56"0"0,1 0 8 0 0,0 1 8 0 0,0 0-288 0 0,0 0-72 0 0,-2-2 0 0 0,0 0 0 0 0,1 0 1288 0 0,0 1 248 0 0,0-1 40 0 0,0 4 16 0 0,0-1-920 0 0,1 3-176 0 0,0 1-40 0 0,1 1-8 0 0,1 3-232 0 0,-1 2-56 0 0,2 2 0 0 0,-1 2-8 0 0,-1-1-56 0 0,1 1-16 0 0,-1 0 0 0 0,1 2 0 0 0,0 0 16 0 0,-2-1 8 0 0,1 1 0 0 0,0-2 0 0 0,0-1-40 0 0,0-1-64 0 0,0 0 88 0 0,0-2-88 0 0,-1 0 112 0 0,2-2-32 0 0,-2 0-8 0 0,0-1 0 0 0,0 0-72 0 0,1-1 64 0 0,-1-1-64 0 0,2-1 64 0 0,-2 1-64 0 0,0-1 0 0 0,0-1 0 0 0,0-1 64 0 0,0 0-64 0 0,0 0 0 0 0,-2-1 0 0 0,2-2 0 0 0,2 1 0 0 0,-2 0 0 0 0,0-1 0 0 0,0 0 0 0 0,-2-1-96 0 0,2 0-32 0 0,0-1 0 0 0,2-1-9560 0 0</inkml:trace>
  <inkml:trace contextRef="#ctx0" brushRef="#br0" timeOffset="89">4437 6576 5983 2751 2994,'0'0'536'0'0,"0"0"-432"0"0,0 0-104 0 0,0 0 0 0 0,1 0 856 0 0,-1-1 144 0 0,3 1 32 0 0,1 0 8 0 0,2 0 320 0 0,2-2 64 0 0,2 2 16 0 0,1 0 0 0 0,0 0-576 0 0,1 0-104 0 0,3 0-24 0 0,-1-2-8 0 0,0 2-184 0 0,0-1-32 0 0,-3 1 0 0 0,0 0-8 0 0,-3 0-408 0 0,-1-1-96 0 0,0 0 0 0 0,-3-1 0 0 0,0 1 0 0 0,-2 0 0 0 0,-1 0 0 0 0,-2 0 0 0 0,1 1 0 0 0,-2 0 0 0 0,-1-2 0 0 0,-1 2 0 0 0,-1 0-424 0 0,-1 0-112 0 0,1 0-16 0 0,-1 0-8 0 0,-1 2-728 0 0,0-2-152 0 0,-2 2-24 0 0,0-1-8 0 0,2 0-176 0 0,-1 1-40 0 0,0-1-8 0 0,0 0 0 0 0,0 0 248 0 0,1 1 40 0 0,0 1 16 0 0,0-2 0 0 0,0 0 960 0 0,0 1 192 0 0,1-1 40 0 0,-1 0 8 0 0,1-1 536 0 0,1 1 104 0 0,0 0 32 0 0,0 0 0 0 0,0 0 464 0 0,0-1 96 0 0,2 2 16 0 0,-1-1 8 0 0,1 1 152 0 0,0 2 24 0 0,-1-1 8 0 0,1 1 0 0 0,0 2-200 0 0,1 0-40 0 0,-3 1-8 0 0,5 2 0 0 0,-2 1-104 0 0,0 0-32 0 0,2 0 0 0 0,-1-1 0 0 0,2 3-288 0 0,-1-4-56 0 0,2 0-8 0 0,0-1-8 0 0,-1 0-216 0 0,1-2-32 0 0,2-1-16 0 0,-1 0 0 0 0,1 0-64 0 0,0-3-16 0 0,-1-1 0 0 0,1-1 0 0 0,0-1-16 0 0,1 0-8 0 0,0-1 0 0 0,1 1 0 0 0,-1-1-8 0 0,1 0-8 0 0,1 1 0 0 0,-2 2 0 0 0,0 0-24 0 0,1 2 0 0 0,1 0 0 0 0,-1-1 0 0 0,1 2-96 0 0,-1 1 0 0 0,0 1 0 0 0,-1-1 0 0 0,-1 1 0 0 0,1 1 0 0 0,-1 1 0 0 0,0 0 0 0 0,-2 1 0 0 0,0-2 0 0 0,-2 1 0 0 0,0-1 0 0 0,-1-1 0 0 0,-1 2 0 0 0,-3 0 0 0 0,2-2 0 0 0,-2 2 0 0 0,-1-1 0 0 0,-1 0 0 0 0,0 0 0 0 0,3-2 0 0 0,-2-1 0 0 0,-2 2 0 0 0,0 0 0 0 0,-1 0 64 0 0,0-2-64 0 0,0 2 0 0 0,-1-2 0 0 0,2 0 64 0 0,0-1-64 0 0,1-2 0 0 0,0 1 0 0 0,2 1 0 0 0,-1-2 0 0 0,1 0 0 0 0,2 0 0 0 0,-1-2 0 0 0,1 1 0 0 0,0 0 0 0 0,1-1 0 0 0,0 0 0 0 0,1 2 0 0 0,-1-2 0 0 0,2 0 0 0 0,0 1-176 0 0,0-3-32 0 0,3 2-8 0 0,0-3-9168 0 0</inkml:trace>
  <inkml:trace contextRef="#ctx0" brushRef="#br0" timeOffset="90">4572 6650 13359 2601 2947,'2'-6'592'0'0,"-1"2"120"0"0,0 1-568 0 0,2 0-144 0 0,-1 1 0 0 0,1 1 0 0 0,1-1 1048 0 0,2-1 176 0 0,4 1 40 0 0,4-1 8 0 0,3 0-480 0 0,-1 2-96 0 0,0 3-24 0 0,-3 3 0 0 0,-1 1-472 0 0,-1 1-96 0 0,-5 1-16 0 0,0 1-8 0 0,-3 2-80 0 0,-2 0 0 0 0,-1 0 0 0 0,-2 0 0 0 0,-1 1 0 0 0,-2 0 0 0 0,2 0 0 0 0,-2 0 0 0 0,1-1 0 0 0,-2-1 0 0 0,1-1 0 0 0,-1-1 0 0 0,1 0 0 0 0,-2 1 0 0 0,3-2 0 0 0,-1 0 0 0 0,2-1 88 0 0,-1-3-24 0 0,2 1-64 0 0,1-1 96 0 0,1 0 32 0 0,0-1 8 0 0,0-1 0 0 0,2 0 0 0 0,-1 1 24 0 0,3-2 8 0 0,-1 0 0 0 0,2 0 0 0 0,0 0 48 0 0,1 0 8 0 0,-1-2 0 0 0,3 1 0 0 0,-2 1-40 0 0,3-1-8 0 0,-3-1 0 0 0,2 0 0 0 0,0 1-72 0 0,-1-1-8 0 0,1 0-8 0 0,2 1 0 0 0,-1-1-88 0 0,-1 1 64 0 0,0-1-64 0 0,-1 1 64 0 0,-1 1-64 0 0,-1 0 0 0 0,0-2 0 0 0,-2 4 0 0 0,1-2-64 0 0,-2 1-32 0 0,0 0-8 0 0,-1 0 0 0 0,2 0-440 0 0,-1 1-96 0 0</inkml:trace>
  <inkml:trace contextRef="#ctx0" brushRef="#br0" timeOffset="91">8161 7286 5063 1988 2894,'0'-1'448'0'0,"1"0"-352"0"0,0 0-96 0 0,0 0 0 0 0,-1 0 832 0 0,1 0 160 0 0,0-1 24 0 0,2-1 8 0 0,0-1 320 0 0,0 0 64 0 0,0 0 8 0 0,1 0 8 0 0,-2 3-336 0 0,0-3-64 0 0,-1 4-8 0 0,1-2-8 0 0,-2 1-352 0 0,1 1-72 0 0,-1 0-8 0 0,0 0-8 0 0,0 1-288 0 0,0 1-56 0 0,0 1-16 0 0,0-3 0 0 0,0 0-80 0 0,-3 21-24 0 0,2-12 0 0 0,-1 1 0 0 0,0 2-24 0 0,0 3-8 0 0,0-1 0 0 0,0 2 0 0 0,0-1 8 0 0,1-1 0 0 0,-1 0 0 0 0,0-1 0 0 0,1 0-16 0 0,-1-3 0 0 0,1 0 0 0 0,-1 0 0 0 0,0-1 0 0 0,1-1-64 0 0,-1 0 96 0 0,-1-2-32 0 0,2 0-64 0 0,-1 0 80 0 0,0 0-80 0 0,0-2 80 0 0,1-1-80 0 0,0 0 0 0 0,1 0 72 0 0,-1-2-72 0 0,0 1 0 0 0,1-1 0 0 0,-1 0 0 0 0,1-1 0 0 0,-1 0 0 0 0,1-1 0 0 0,0 0 0 0 0,1 0-96 0 0,0-1-408 0 0,-1 2-80 0 0</inkml:trace>
  <inkml:trace contextRef="#ctx0" brushRef="#br0" timeOffset="92">8339 7331 455 1915 2791,'-3'-3'0'0'0,"2"2"0"0"0,0 0 0 0 0,0 1 0 0 0,0 0 2008 0 0,-1 0 360 0 0,1 1 64 0 0,-3 1 24 0 0,-1 1-472 0 0,-1 1-96 0 0,-2 1-24 0 0,0 2 0 0 0,2 2-704 0 0,0-2-136 0 0,2 3-32 0 0,2-2-8 0 0,0 2-576 0 0,0-1-120 0 0,4 2-16 0 0,-2-2-8 0 0,3 1-160 0 0,2-2-32 0 0,0 0-8 0 0,1-2 0 0 0,3 0-64 0 0,-1-1 0 0 0,1-2 0 0 0,1 0 0 0 0,0 0 0 0 0,0-2 0 0 0,1-2 0 0 0,-1 0 0 0 0,-1-1 0 0 0,1-1 0 0 0,-1 0 0 0 0,0-1 0 0 0,-1 1 128 0 0,0-2 0 0 0,-1 0 8 0 0,-2-2 0 0 0,-1 1-136 0 0,0-1 80 0 0,-1 1-80 0 0,-2-2 64 0 0,-1 0 8 0 0,-1 0 0 0 0,0-1 0 0 0,-3-1 0 0 0,1 2-72 0 0,-2-1 96 0 0,-1 1-96 0 0,-1 0 96 0 0,1 3-208 0 0,0-1-40 0 0,-2 0-8 0 0,3 3 0 0 0,-2-1 288 0 0,1 1 48 0 0,1 1 16 0 0,-2 0 0 0 0,3 1-192 0 0,-1 0 0 0 0,1 0 0 0 0,0 1 0 0 0,1 0-120 0 0,1 0-56 0 0,1 1-16 0 0,0 0 0 0 0,1 1-48 0 0,1-1-16 0 0,1 2 0 0 0,1-1-8904 0 0</inkml:trace>
  <inkml:trace contextRef="#ctx0" brushRef="#br0" timeOffset="93">8597 7318 10799 1765 3116,'-1'-3'232'0'0,"0"1"56"0"0,0 1 0 0 0,0 0 24 0 0,0 1-248 0 0,0 0-64 0 0,0 0 0 0 0,-1 1 0 0 0,-2 2 1344 0 0,-1 0 256 0 0,-3 3 48 0 0,2 1 16 0 0,-1 0-672 0 0,1 2-136 0 0,2 3-24 0 0,1-2-8 0 0,-1 2-448 0 0,2-1-88 0 0,2 0-24 0 0,1 0 0 0 0,1 0-168 0 0,3-2-96 0 0,1 1 96 0 0,1-2-96 0 0,1 0 88 0 0,1-2-88 0 0,2 0 80 0 0,0 0-80 0 0,1-3 88 0 0,0 0-88 0 0,0 0 96 0 0,1-3-96 0 0,0 0 64 0 0,1-1-64 0 0,-2-2 0 0 0,0-1 0 0 0,0 0 0 0 0,-1-2 0 0 0,0 1 0 0 0,-3-2 0 0 0,0 1 280 0 0,-3-3 48 0 0,0 0 16 0 0,0 1 0 0 0,-3-3-120 0 0,-2 1-16 0 0,0-2-8 0 0,-2-1 0 0 0,-1 1-32 0 0,-1 0-8 0 0,-3-1 0 0 0,-2 4 0 0 0,1 1-16 0 0,-1 0-8 0 0,-2 3 0 0 0,2 0 0 0 0,-2 3-136 0 0,1 0 64 0 0,0 1-64 0 0,2 1 0 0 0,0 0 0 0 0,0 0 0 0 0,0 0 0 0 0,0 1-96 0 0,1 0-224 0 0,-1 0-32 0 0,2 0-16 0 0,1 0-6560 0 0,2 1-1312 0 0</inkml:trace>
  <inkml:trace contextRef="#ctx0" brushRef="#br0" timeOffset="94">8210 8139 5063 2518 2723,'0'1'448'0'0,"-2"-1"-352"0"0,2-1-96 0 0,0 1 0 0 0,0 0 744 0 0,0-2 136 0 0,-1 0 24 0 0,-1 1 8 0 0,0-1 336 0 0,0 0 64 0 0,0 0 8 0 0,0 0 8 0 0,1 1-280 0 0,-1 0-56 0 0,1 1-16 0 0,0 0 0 0 0,1 1-312 0 0,0 0-64 0 0,0 2-16 0 0,0 0 0 0 0,1 2-264 0 0,-1-1-64 0 0,1 3 0 0 0,0 3-8 0 0,0-1-16 0 0,0 1 0 0 0,1 1 0 0 0,-1 2 0 0 0,0 0-80 0 0,-1 1-24 0 0,0 3 0 0 0,0 1 0 0 0,0-1-8 0 0,0 2-8 0 0,0 0 0 0 0,0-1 0 0 0,0-3 0 0 0,1 0 0 0 0,-1 4 0 0 0,0-1 0 0 0,1-1-16 0 0,-1-3 0 0 0,1 1 0 0 0,0 0 0 0 0,-1-2-32 0 0,0-1-64 0 0,0-2 88 0 0,0 0-88 0 0,0-2 64 0 0,-1 0-64 0 0,1-2 0 0 0,-1 1 0 0 0,0-2 0 0 0,0-2 0 0 0,1 2 0 0 0,-1-3 0 0 0,0 0-160 0 0,0-1-32 0 0,0-1 0 0 0,1 0-8 0 0,0-1-656 0 0,0-2-128 0 0</inkml:trace>
  <inkml:trace contextRef="#ctx0" brushRef="#br0" timeOffset="95">8169 8224 3679 2562 2856,'1'-5'160'0'0,"-1"1"40"0"0,0 0-200 0 0,0 0 0 0 0,0 1 0 0 0,1 1 0 0 0,0-2 1048 0 0,0-4 168 0 0,3-3 32 0 0,1-5 0 0 0,3-1 256 0 0,-1 0 40 0 0,2 2 16 0 0,0 1 0 0 0,0 3-464 0 0,1-1-88 0 0,0 3-16 0 0,0 2-8 0 0,1 0-304 0 0,-2 1-56 0 0,-1 3-16 0 0,0 0 0 0 0,2 3-320 0 0,-1 0-64 0 0,-1 3-8 0 0,-2 0-8 0 0,1 3-136 0 0,-3 2-72 0 0,0 1 80 0 0,-2 2-80 0 0,-1 2 0 0 0,-1 2 0 0 0,-2 2 0 0 0,-2 1 0 0 0,-1 0 0 0 0,0 1 0 0 0,-2 1 0 0 0,1-3 0 0 0,-2-1 0 0 0,1-1 0 0 0,-1-4 0 0 0,1 1 0 0 0,0-2 0 0 0,-1-1 0 0 0,0-2 0 0 0,-1 1 0 0 0,0-2 0 0 0,0 0 0 0 0,0-1 0 0 0,0 0 0 0 0,1-1 0 0 0,0 0 0 0 0,0-1 0 0 0,4-1 0 0 0,-2-1 64 0 0,2 0-64 0 0,1-1 0 0 0,2 0 0 0 0,0-1 0 0 0,0 0 0 0 0,1-1 0 0 0,1-2-6048 0 0,1 1-1224 0 0</inkml:trace>
  <inkml:trace contextRef="#ctx0" brushRef="#br0" timeOffset="96">8367 8451 5063 2498 2658,'0'-2'448'0'0,"0"1"-352"0"0,0 0-96 0 0,0 0 0 0 0,1 0 736 0 0,0 0 136 0 0,1-1 24 0 0,-1-2 8 0 0,2 0 768 0 0,1 0 152 0 0,-1 0 32 0 0,1 1 8 0 0,-1 0-672 0 0,-1 3-136 0 0,0 0-24 0 0,0 1-8 0 0,-1 3-472 0 0,-1 0-96 0 0,0 3-16 0 0,0 1-8 0 0,0 2-288 0 0,-1 2-56 0 0,-2 2-16 0 0,1-1 0 0 0,-1 5-8 0 0,0-2-64 0 0,1 0 96 0 0,0-1-32 0 0,0-2-64 0 0,-1 0 0 0 0,2 0 0 0 0,-1-2 0 0 0,0 1 0 0 0,1-3 0 0 0,0-1 0 0 0,0-1 0 0 0,1-2 96 0 0,0 0-32 0 0,0-1 0 0 0,1-1 0 0 0,0 0 40 0 0,0-1 8 0 0,1 1 0 0 0,1-1 0 0 0,1-1 16 0 0,0 0 0 0 0,2-1 0 0 0,0-1 0 0 0,-1 0 16 0 0,3 1 8 0 0,-2 0 0 0 0,2-1 0 0 0,1 0 16 0 0,-1-1 8 0 0,0 0 0 0 0,0 0 0 0 0,-2 1-80 0 0,0-1-8 0 0,0 0-8 0 0,-1 1 0 0 0,2 1 32 0 0,-2-1 8 0 0,0-1 0 0 0,0 2 0 0 0,-2 0-120 0 0,-1-2 88 0 0,1 2-88 0 0,-2 0 80 0 0,0-1-80 0 0,-1 1 0 0 0,0-1 0 0 0,0 0 0 0 0,0 0 0 0 0,0 0-112 0 0,-1 1 24 0 0,1-2 8 0 0,-1 1-376 0 0,1 0-80 0 0,0 1-8 0 0,1-1-9408 0 0</inkml:trace>
  <inkml:trace contextRef="#ctx0" brushRef="#br0" timeOffset="97">8668 8589 4607 2284 2608,'0'-1'408'0'0,"-1"0"-328"0"0,1 0-80 0 0,0 0 0 0 0,0 1 1184 0 0,0 0 216 0 0,0 0 40 0 0,-1 0 16 0 0,1 0 200 0 0,-1 2 40 0 0,0 0 0 0 0,1-2 8 0 0,0 0-848 0 0,0 15-176 0 0,0-7-32 0 0,0 0-8 0 0,0 0-184 0 0,1 1-40 0 0,-1 1 0 0 0,0-1-8 0 0,1 0-152 0 0,0-1-32 0 0,-1 0-8 0 0,0 0 0 0 0,0-1-88 0 0,1 2-24 0 0,0-3 0 0 0,0 1 0 0 0,-1-1-104 0 0,1-1 88 0 0,-1-1-88 0 0,0-2 80 0 0,1 2-80 0 0,-1-3-128 0 0,1 1 32 0 0,-1-2-6088 0 0,3 1-1224 0 0</inkml:trace>
  <inkml:trace contextRef="#ctx0" brushRef="#br0" timeOffset="98">8727 8662 7831 2197 2488,'-1'1'696'0'0,"0"1"-560"0"0,1 0-136 0 0,0-2 0 0 0,0 2 1144 0 0,0 0 200 0 0,1 1 32 0 0,0 4 16 0 0,1 1-88 0 0,2-1-24 0 0,1 1 0 0 0,1-2 0 0 0,1-1-624 0 0,1-2-128 0 0,-1 0-24 0 0,2-2-8 0 0,0-1-232 0 0,0-2-40 0 0,-1 0-16 0 0,0-2 0 0 0,-1-2-96 0 0,-1 2-16 0 0,-1-1-8 0 0,-3 0 0 0 0,1 0 8 0 0,-3 1 8 0 0,0 0 0 0 0,0-1 0 0 0,-3 0 24 0 0,-2 0 0 0 0,0 0 0 0 0,0 1 0 0 0,-1-1-16 0 0,-1 1 0 0 0,3 0 0 0 0,-3 1 0 0 0,2 0-112 0 0,-1 2 88 0 0,1 0-88 0 0,0 0 80 0 0,1 1-80 0 0,0 1 0 0 0,1 0 0 0 0,0 0 0 0 0,1 0-72 0 0,0 1-32 0 0,2-1-8 0 0,-1 1 0 0 0,2 1-472 0 0,1-1-96 0 0</inkml:trace>
  <inkml:trace contextRef="#ctx0" brushRef="#br0" timeOffset="99">8875 8652 10591 2366 2848,'-1'5'472'0'0,"0"-3"96"0"0,1 1-456 0 0,0-1-112 0 0,1 1 0 0 0,-1-1 0 0 0,1 0 880 0 0,1 3 152 0 0,2 1 32 0 0,0 3 8 0 0,3 0-136 0 0,1-1-24 0 0,-1-1-8 0 0,2 0 0 0 0,0-2-384 0 0,-2-1-72 0 0,2-2-24 0 0,-1-1 0 0 0,-1 0-104 0 0,1-1-16 0 0,0-1-8 0 0,-3-2 0 0 0,1 2-104 0 0,-3-3-16 0 0,0 0-8 0 0,-1 0 0 0 0,-2 0 16 0 0,-1-2 0 0 0,-1 0 0 0 0,0 0 0 0 0,-1-1-48 0 0,0 1-8 0 0,-2-1 0 0 0,0-2 0 0 0,-1 2-40 0 0,0-1-16 0 0,0 3 0 0 0,-1-1 0 0 0,1 1-72 0 0,0 1 0 0 0,-1 1 72 0 0,2 2-72 0 0,0-1 0 0 0,1 2 0 0 0,-1 0 0 0 0,1 2 0 0 0,1-2-104 0 0,1 1-32 0 0,-1 2-8 0 0,0-1 0 0 0,2 1-128 0 0,-1-1-24 0 0,1 2-8 0 0,-1 0-9096 0 0</inkml:trace>
  <inkml:trace contextRef="#ctx0" brushRef="#br0" timeOffset="100">7126 7231 2303 2305 3291,'0'-1'200'0'0,"0"0"-200"0"0,0 0 0 0 0,0 0 0 0 0,1 0 480 0 0,-1-1 48 0 0,2 2 16 0 0,-2 0 0 0 0,1-2 320 0 0,0-1 72 0 0,0 1 16 0 0,0 0 0 0 0,0 2 64 0 0,-1-1 8 0 0,0 0 8 0 0,-1-1 0 0 0,0 2-240 0 0,-2 2-56 0 0,-1-2 0 0 0,0 2-8 0 0,-3-2-328 0 0,1 4-64 0 0,-1-2-16 0 0,1 1 0 0 0,1 2-184 0 0,-2-1-40 0 0,0 1 0 0 0,2-1-8 0 0,0 0-88 0 0,0 1 80 0 0,3 0-80 0 0,-1-2 80 0 0,2 2 8 0 0,0-2 0 0 0,1 1 0 0 0,1 0 0 0 0,0-1 80 0 0,2 1 24 0 0,-1 0 0 0 0,2-1 0 0 0,0 0 72 0 0,-1 1 24 0 0,1-1 0 0 0,2 1 0 0 0,-1-1-32 0 0,0 0-8 0 0,0 1 0 0 0,1 1 0 0 0,0-1-72 0 0,0 0-16 0 0,0-1 0 0 0,0 2 0 0 0,1-1-64 0 0,-2 0-24 0 0,0 0 0 0 0,0 0 0 0 0,-1 1-72 0 0,-1-3 64 0 0,0 3-64 0 0,-1-3 64 0 0,-1 3-64 0 0,0-2 0 0 0,-1 1 0 0 0,0 0 0 0 0,-1 0 0 0 0,-2 0 0 0 0,1-1 0 0 0,-2 2 0 0 0,1 0 0 0 0,0-2 0 0 0,-1 1 0 0 0,0 0 0 0 0,2-2 0 0 0,-2 1 0 0 0,2-2 0 0 0,0 1 0 0 0,-2-2 0 0 0,0 0 0 0 0,1 0 0 0 0,-2-2 0 0 0,1-2 0 0 0,0 2 0 0 0,0-2 0 0 0,-2 0 0 0 0,2-1 0 0 0,-2 2 0 0 0,2-2 0 0 0,0 0 0 0 0,1 0 0 0 0,0 0 0 0 0,1 1 0 0 0,2-1 0 0 0,-2 1 0 0 0,4 0 0 0 0,0-1 64 0 0,0-1-64 0 0,1-1 0 0 0,3 2 0 0 0,0-2 0 0 0,1 2 0 0 0,1-2 0 0 0,1 1 0 0 0,0-1 0 0 0,-1 0 64 0 0,0 2-64 0 0,-1-1 64 0 0,1 0-64 0 0,-1 0 64 0 0,-1 0-64 0 0,0 1 0 0 0,-2 0 0 0 0,0 1 0 0 0,-1-1 0 0 0,-1 0 0 0 0,0 2 0 0 0,-1 0 0 0 0,-1 0 0 0 0,0-1 0 0 0,-1 2 0 0 0,-1-3 0 0 0,-1 3 0 0 0,1-1 0 0 0,-2 1 0 0 0,1 0 0 0 0,-2 0 0 0 0,1 0 0 0 0,-1 2 0 0 0,0 0 0 0 0,3 2-160 0 0,-2-1-56 0 0,1 0-8 0 0,0 3-5496 0 0,1-1-1096 0 0</inkml:trace>
  <inkml:trace contextRef="#ctx0" brushRef="#br0" timeOffset="101">7232 7264 6447 2251 3211,'-3'3'288'0'0,"3"-3"56"0"0,-1 2-280 0 0,1-1-64 0 0,0 0 0 0 0,0 0 0 0 0,0 1 1096 0 0,0 2 208 0 0,0 0 40 0 0,1 4 0 0 0,1 0 24 0 0,1 1 0 0 0,3-2 0 0 0,-1 1 0 0 0,0-2-448 0 0,2 0-88 0 0,0-2-24 0 0,1-1 0 0 0,0 0-384 0 0,0-2-72 0 0,-2-1-24 0 0,1-1 0 0 0,-2 1-200 0 0,0-4-32 0 0,-1 0-16 0 0,1-1 0 0 0,-3 1-80 0 0,0-1 64 0 0,-1-1-64 0 0,-1-1 64 0 0,-1 0-64 0 0,-1-1 80 0 0,0 2-80 0 0,-3-2 80 0 0,1 1-80 0 0,-1-1 64 0 0,-4 1-64 0 0,3-1 64 0 0,-1 2-64 0 0,1 1 0 0 0,-1-1 72 0 0,0 1-72 0 0,-2 0 0 0 0,4 2 0 0 0,0 0 0 0 0,1 3 0 0 0,-2-2 0 0 0,-1 4 0 0 0,-1 0 0 0 0,1 1 0 0 0,-1 2 0 0 0,3-1-104 0 0,-1 4 24 0 0,1-3 8 0 0,2 3-296 0 0,0 1-56 0 0</inkml:trace>
  <inkml:trace contextRef="#ctx0" brushRef="#br0" timeOffset="102">6756 8540 7367 2493 2926,'0'-1'656'0'0,"0"0"-528"0"0,0 1-128 0 0,0 0 0 0 0,0 0 816 0 0,0 0 136 0 0,1 0 24 0 0,-1 0 8 0 0,1 0 104 0 0,-1 0 16 0 0,1 3 8 0 0,-1-3 0 0 0,0 0-344 0 0,0 0-72 0 0,0 21-16 0 0,0-14 0 0 0,-1 0-184 0 0,0 3-40 0 0,0 0-8 0 0,-2 1 0 0 0,0-1-160 0 0,1 1-32 0 0,0 2 0 0 0,-2 0-8 0 0,2 0-88 0 0,0 0-8 0 0,2 1-8 0 0,-2 1 0 0 0,2 0-48 0 0,-1 0 0 0 0,0-5-8 0 0,1 2 0 0 0,0-1-88 0 0,0 0 96 0 0,0-2-96 0 0,0 1 96 0 0,0-2-96 0 0,0-1 64 0 0,0 0-64 0 0,0 0 64 0 0,0-3-64 0 0,-1 0 0 0 0,0-2 0 0 0,1 1 0 0 0,0-1 0 0 0,-2-2 0 0 0,2 1 0 0 0,-1-2 0 0 0,1-1-528 0 0,0-1-96 0 0,-1 1-16 0 0,0-2-8032 0 0</inkml:trace>
  <inkml:trace contextRef="#ctx0" brushRef="#br0" timeOffset="103">6716 8628 4607 2433 2976,'1'-13'200'0'0,"0"6"48"0"0,1-1-248 0 0,-2 2 0 0 0,2 3 0 0 0,-2-1 0 0 0,2-1 1144 0 0,2-4 176 0 0,2-4 40 0 0,2-4 8 0 0,1 0 264 0 0,1 2 64 0 0,0 3 0 0 0,-1 1 8 0 0,0 3-648 0 0,0 3-128 0 0,-1 3-24 0 0,-1-1-8 0 0,-1 3-432 0 0,0 3-88 0 0,-3 0-24 0 0,0 3 0 0 0,0 0-280 0 0,-3 1-72 0 0,0 2 0 0 0,-2 1 0 0 0,2 1 0 0 0,-3 0 64 0 0,1 2-64 0 0,0-2 64 0 0,-1-2-64 0 0,0 1 0 0 0,0 0-96 0 0,-1-3 96 0 0,0 1-256 0 0,-2 0 16 0 0,2-2 0 0 0,-2-1 0 0 0,2-2 32 0 0,0 1 8 0 0,-2-1 0 0 0,0 1 0 0 0,3-2 136 0 0,-2 0 64 0 0,1 1-64 0 0,0 0 64 0 0,-1-2-144 0 0,2 1 16 0 0,1 0 0 0 0,-1 0 0 0 0,2 1-512 0 0,1-1-96 0 0</inkml:trace>
  <inkml:trace contextRef="#ctx0" brushRef="#br0" timeOffset="104">6876 8705 10591 2512 3023,'1'-3'472'0'0,"-1"1"96"0"0,0 0-456 0 0,0 0-112 0 0,0 2 0 0 0,0 0 0 0 0,0 0 1072 0 0,1 0 192 0 0,0 0 40 0 0,0 3 8 0 0,1 0-304 0 0,-2-3-56 0 0,0 0-16 0 0,0 22 0 0 0,-2-12-504 0 0,0 2-104 0 0,-1 1-16 0 0,0-1-8 0 0,1 2-208 0 0,-2 1-96 0 0,1-1 80 0 0,1 0-80 0 0,1-1 0 0 0,-1-1 0 0 0,1-1 0 0 0,0-2 0 0 0,1-1 0 0 0,-1-3 0 0 0,1 1 0 0 0,0-2 0 0 0,1-1 80 0 0,0 1-80 0 0,0-2 80 0 0,1-2-80 0 0,1 0 208 0 0,1 0-8 0 0,1-2 0 0 0,1 0 0 0 0,0-1-40 0 0,1-1 0 0 0,1-1-8 0 0,0 2 0 0 0,-1 0-24 0 0,2 0 0 0 0,-2 2 0 0 0,0-1 0 0 0,0 1 0 0 0,0 1 0 0 0,-2-1 0 0 0,2 1 0 0 0,-2 0 0 0 0,0 1-8 0 0,0-1 0 0 0,-2 0 0 0 0,1 0-48 0 0,-1 0-8 0 0,-2 0 0 0 0,1 0 0 0 0,0 1-64 0 0,0-1 0 0 0,-1 0 0 0 0,-1 2 0 0 0,1-2 0 0 0,-2 0 0 0 0,1 0-80 0 0,-1 0 80 0 0,1 0-328 0 0,-1 0-24 0 0,0 0 0 0 0,0-2-6184 0 0,1 2-1240 0 0</inkml:trace>
  <inkml:trace contextRef="#ctx0" brushRef="#br0" timeOffset="105">7132 8784 5527 2356 2931,'0'-1'488'0'0,"0"1"-392"0"0,-1 0-96 0 0,1 0 0 0 0,-1 0 1256 0 0,0 0 232 0 0,-1 1 48 0 0,0 0 0 0 0,-2 1-448 0 0,-1 0-96 0 0,2 1-24 0 0,-1 1 0 0 0,0 0-384 0 0,2 0-72 0 0,-1 1-24 0 0,0-1 0 0 0,2 0-48 0 0,-1 1-16 0 0,1 0 0 0 0,1 0 0 0 0,0 0-88 0 0,1-1-16 0 0,0 1-8 0 0,1 0 0 0 0,0-1-56 0 0,0 1 0 0 0,0 0-8 0 0,2-1 0 0 0,-2 0-56 0 0,2 0 0 0 0,0 1-8 0 0,0-1 0 0 0,0 0-88 0 0,0 1-8 0 0,2 1-8 0 0,-1-2 0 0 0,-1 1-16 0 0,2 0 0 0 0,0 1 0 0 0,0-2 0 0 0,0 2 0 0 0,-1-1-64 0 0,1 1 96 0 0,-3-2-32 0 0,2 2-64 0 0,-2-2 0 0 0,-1 0 0 0 0,0 1 64 0 0,-1-2-64 0 0,-1 1 0 0 0,0 1 0 0 0,0 0 0 0 0,-2-1 0 0 0,-1-2 0 0 0,0 0 0 0 0,-1 1 0 0 0,2-1-64 0 0,-3-2 64 0 0,1 2-80 0 0,-1-2 80 0 0,0 2-80 0 0,0-4 80 0 0,1 2-80 0 0,-2 0 80 0 0,2-2 0 0 0,0 0 0 0 0,-1 0 0 0 0,0-1 0 0 0,1 1 0 0 0,0-2 0 0 0,2 0 0 0 0,-1 0 0 0 0,2-1 0 0 0,0 1 0 0 0,0-2 0 0 0,1 0 0 0 0,2 0 0 0 0,0-1 96 0 0,0 1-32 0 0,1-1-64 0 0,1 1 88 0 0,1-2-88 0 0,1 0 80 0 0,-1 2-80 0 0,0 1 0 0 0,1 0 0 0 0,0 0 0 0 0,0 0 0 0 0,-2 1 0 0 0,0 1-64 0 0,0 1 64 0 0,-2-1 0 0 0,0 1 0 0 0,-1 0 0 0 0,0-1 0 0 0,-1 2 0 0 0,-1-3 0 0 0,0 2 0 0 0,-1-1 96 0 0,0 0-24 0 0,1 0-72 0 0,-3 0 0 0 0,1 2 0 0 0,0 0 0 0 0,0 0 0 0 0,1 0 0 0 0,-1 2 0 0 0,-1-1 0 0 0,3 1 0 0 0,-1 0-112 0 0,1-1 40 0 0,1 0 8 0 0,0 2-408 0 0,1 0-72 0 0,1 0-24 0 0,1-2-8272 0 0</inkml:trace>
  <inkml:trace contextRef="#ctx0" brushRef="#br0" timeOffset="106">7242 8855 4143 2387 2855,'-1'2'184'0'0,"1"0"40"0"0,-1-1-224 0 0,1-1 0 0 0,0 1 0 0 0,0 0 0 0 0,0 1 1376 0 0,0 2 224 0 0,0 1 56 0 0,1 4 8 0 0,1 1 248 0 0,2-3 48 0 0,0 3 16 0 0,0-4 0 0 0,2 2-984 0 0,1-3-192 0 0,0 1-32 0 0,0-2-16 0 0,1 0-392 0 0,-1-3-72 0 0,3 0-24 0 0,0-2 0 0 0,-2 0-80 0 0,2-2-24 0 0,-2 0 0 0 0,0-1 0 0 0,-1-1 0 0 0,-1 1-8 0 0,0-3 0 0 0,-3 0 0 0 0,-1 1-8 0 0,0-1 0 0 0,-1 1 0 0 0,-2 0 0 0 0,-1-1-24 0 0,-1 0-8 0 0,0-1 0 0 0,-3 1 0 0 0,1 0-112 0 0,0 1 72 0 0,-2 2-72 0 0,1 0 64 0 0,-1 2-64 0 0,-1 1 0 0 0,1-1 0 0 0,1 2 64 0 0,-2 0-64 0 0,1 0 0 0 0,0 2 0 0 0,0-2 0 0 0,2 1-96 0 0,-1 0-32 0 0,2 0 0 0 0,3-1-8 0 0,-1 1-184 0 0,4 0-32 0 0,-1-1 0 0 0,3-1-6144 0 0,0-1-1216 0 0</inkml:trace>
  <inkml:trace contextRef="#ctx0" brushRef="#br0" timeOffset="107">6521 9099 5983 2612 3055,'0'-1'536'0'0,"2"0"-432"0"0,-2 1-104 0 0,1-2 0 0 0,1 2 864 0 0,-1 0 160 0 0,3-3 24 0 0,1 0 8 0 0,3-2 176 0 0,0 0 40 0 0,1 2 8 0 0,-1-1 0 0 0,0 2-496 0 0,1-1-96 0 0,-3 1-16 0 0,1 1-8 0 0,-1 1-272 0 0,-1 0-48 0 0,1 0-16 0 0,-3 0 0 0 0,0 1-112 0 0,-2 0-24 0 0,-1 1-8 0 0,0-1 0 0 0,-1 1 8 0 0,0 0 0 0 0,-1 3 0 0 0,1-1 0 0 0,-2 1-56 0 0,0 3-8 0 0,1-1 0 0 0,0 2 0 0 0,-1 0-40 0 0,0 0-16 0 0,1 3 0 0 0,-2 0 0 0 0,0 0 24 0 0,1 0 0 0 0,0 0 0 0 0,0-1 0 0 0,1 1-24 0 0,1-2 0 0 0,0 1 0 0 0,0-2 0 0 0,1-1-72 0 0,-1 0 80 0 0,1-1-80 0 0,-1-2 80 0 0,1 1-80 0 0,0-1 0 0 0,-1 0 0 0 0,-1-1 0 0 0,2-2 0 0 0,-2 2-112 0 0,1 0 24 0 0,0-4-9072 0 0</inkml:trace>
  <inkml:trace contextRef="#ctx0" brushRef="#br0" timeOffset="108">6530 9200 5983 2580 3018,'0'-3'264'0'0,"0"2"56"0"0,1-1-256 0 0,-1 2-64 0 0,1-1 0 0 0,0 1 0 0 0,1-2 1072 0 0,2 1 200 0 0,1 0 40 0 0,2-1 0 0 0,1-1 64 0 0,1 2 16 0 0,1-1 0 0 0,-1 1 0 0 0,0 1-600 0 0,-1 0-120 0 0,-1 0-32 0 0,1 0 0 0 0,-1 1-392 0 0,-2 0-88 0 0,1-1-8 0 0,-2 1-8 0 0,1-1-600 0 0,0 0-120 0 0</inkml:trace>
  <inkml:trace contextRef="#ctx0" brushRef="#br0" timeOffset="109">6729 9119 9215 2625 3087,'-5'4'408'0'0,"3"-3"80"0"0,0 2-392 0 0,1-1-96 0 0,0 0 0 0 0,0 0 0 0 0,0 2 864 0 0,-1 0 144 0 0,2 5 32 0 0,-3 1 8 0 0,3 4 40 0 0,3-4 16 0 0,0 2 0 0 0,2-4 0 0 0,1 0-448 0 0,2-2-88 0 0,1-2-24 0 0,0-1 0 0 0,1-2-192 0 0,1-1-32 0 0,-1-2-16 0 0,1-2 0 0 0,0 1-136 0 0,-1-2-24 0 0,-1-1-8 0 0,0 0 0 0 0,-4 2-40 0 0,1-3-16 0 0,-2 2 0 0 0,-2-2 0 0 0,-1 0-80 0 0,-2 0 80 0 0,-1-1-80 0 0,-1 1 80 0 0,0-2-80 0 0,-2 2 80 0 0,1 1-80 0 0,-3-2 80 0 0,1 1-80 0 0,-1 0-136 0 0,0 2 32 0 0,-1 3 8 0 0,1-2 96 0 0,-1 4 0 0 0,2 2 0 0 0,-1-2 0 0 0,1 2-352 0 0,1 1-128 0 0,0 1-32 0 0,0 2-8224 0 0</inkml:trace>
  <inkml:trace contextRef="#ctx0" brushRef="#br0" timeOffset="110">6408 9842 1375 2730 2677,'-2'-4'128'0'0,"0"3"-128"0"0,1-1 0 0 0,0 0 0 0 0,0 2 1928 0 0,1 0 368 0 0,0 0 72 0 0,-1 0 8 0 0,0 0-528 0 0,-1 0-112 0 0,1 1-16 0 0,0 1-8 0 0,1 2-696 0 0,-2 0-144 0 0,2 3-24 0 0,0-2-8 0 0,0-2-376 0 0,0 0-80 0 0,0 3-8 0 0,0 2-8 0 0,0 4-240 0 0,-1 1-40 0 0,1 3-16 0 0,-1 0 0 0 0,0-1 48 0 0,-1 1 8 0 0,1 1 0 0 0,-1-1 0 0 0,0-1-128 0 0,0 1 0 0 0,0-1 0 0 0,0-2 0 0 0,0 0 144 0 0,1-2 8 0 0,-1-2 0 0 0,1-1 0 0 0,-1-1-152 0 0,0 0 0 0 0,1 0 0 0 0,-1-1 0 0 0,-1 2 0 0 0,2-4 0 0 0,0-1 0 0 0,-1 1 0 0 0,1-2-320 0 0,0-1-48 0 0,1 0-8 0 0,0-2-8888 0 0</inkml:trace>
  <inkml:trace contextRef="#ctx0" brushRef="#br0" timeOffset="111">6375 9914 7831 2769 2694,'-1'-15'168'0'0,"1"7"40"0"0,0-1 8 0 0,0 2 8 0 0,1 3-224 0 0,-1 0 0 0 0,2-1 0 0 0,0-4 0 0 0,2-2 1712 0 0,2-3 304 0 0,2-2 56 0 0,1 0 8 0 0,1 5-864 0 0,1 3-184 0 0,0 1-32 0 0,-1 2-8 0 0,1 4-488 0 0,-1 2-104 0 0,0 1-16 0 0,-1 1-8 0 0,-2 1-216 0 0,-1 1-48 0 0,-2 2-8 0 0,-1 1 0 0 0,-1-1-104 0 0,-2 1 0 0 0,-2 1 0 0 0,-1 1 0 0 0,-1 2 0 0 0,-2-1 0 0 0,0 0 0 0 0,-1 0 0 0 0,2-5 0 0 0,-1 3 0 0 0,-2-1 0 0 0,0 1-80 0 0,-2-1 80 0 0,0-1 0 0 0,2 0 0 0 0,1-2-64 0 0,2-1 64 0 0,0 0 0 0 0,-2 0 0 0 0,1-3 0 0 0,1 3-256 0 0,0-2-40 0 0,1 1-8 0 0,1-2 0 0 0,1 2-624 0 0,1 0-128 0 0</inkml:trace>
  <inkml:trace contextRef="#ctx0" brushRef="#br0" timeOffset="112">6491 10031 11519 2631 2448,'-1'0'1024'0'0,"0"-1"-824"0"0,1-1-200 0 0,0 2 0 0 0,1 0 1024 0 0,0 0 168 0 0,-1 0 32 0 0,1 0 8 0 0,2 3-208 0 0,-1 2-48 0 0,0 0-8 0 0,0 5 0 0 0,0-2-536 0 0,-2 2-112 0 0,-1 1-16 0 0,-1 2-8 0 0,0 0-136 0 0,-2-1-32 0 0,-1 0-8 0 0,1-1 0 0 0,1-1-56 0 0,1-1 0 0 0,-1-1-64 0 0,1 0 96 0 0,1-1-96 0 0,0-1 64 0 0,0-1-64 0 0,1 0 0 0 0,1 0 0 0 0,-1-3 0 0 0,1 1 0 0 0,0-1 0 0 0,1 0 136 0 0,1-1 8 0 0,-1-1 0 0 0,1 1 0 0 0,2-1-32 0 0,0 0-8 0 0,2-1 0 0 0,-1-1 0 0 0,2 1 16 0 0,-1-1 0 0 0,1 1 0 0 0,0-1 0 0 0,-2 2 0 0 0,3-2 0 0 0,-2 0 0 0 0,0 2 0 0 0,0-2-32 0 0,-1 2-8 0 0,-1-1 0 0 0,0 0 0 0 0,-1 1 16 0 0,0 0 0 0 0,-2 0 0 0 0,1-1 0 0 0,0-1-96 0 0,-1 1 0 0 0,-2 1 0 0 0,0 0 0 0 0,0 0 0 0 0,0 0-112 0 0,0-1 16 0 0,0-1 0 0 0,0 0-480 0 0,1 0-96 0 0</inkml:trace>
  <inkml:trace contextRef="#ctx0" brushRef="#br0" timeOffset="113">6688 10101 11975 2633 2402,'-2'-4'528'0'0,"2"2"112"0"0,0 1-512 0 0,2 1-128 0 0,-2-1 0 0 0,1-1 0 0 0,1 2 832 0 0,1-2 128 0 0,3-1 32 0 0,2-2 8 0 0,3 2-200 0 0,0-2-48 0 0,1 2-8 0 0,0-1 0 0 0,0 1-352 0 0,-3 0-72 0 0,1 3-8 0 0,-2-2-8 0 0,-1-2-80 0 0,0 3-24 0 0,-3 1 0 0 0,0 0 0 0 0,-2-1-8 0 0,-1 1-8 0 0,0 1 0 0 0,-2 0 0 0 0,2 0-48 0 0,-2 1-8 0 0,-1 1 0 0 0,1 2 0 0 0,-2 0-32 0 0,1 1-16 0 0,-2-1 0 0 0,0 1 0 0 0,2 0-80 0 0,-1 0 80 0 0,-1 1-80 0 0,0 0 80 0 0,2 0-80 0 0,-1 1 0 0 0,-1-1 0 0 0,1 1 64 0 0,1 0-64 0 0,-1-1 80 0 0,0 2-80 0 0,1 0 80 0 0,1-1-8 0 0,-1 1 0 0 0,0 0 0 0 0,1 0 0 0 0,0 0-72 0 0,1-1 80 0 0,-1-1-80 0 0,0 1 80 0 0,-1 1-80 0 0,0-1 0 0 0,1 0 0 0 0,-1 0 0 0 0,1 0 0 0 0,-2 0 0 0 0,1 0 0 0 0,0-1 0 0 0,1-1-144 0 0,-1-2-48 0 0,1-1 0 0 0,1-1-9496 0 0</inkml:trace>
  <inkml:trace contextRef="#ctx0" brushRef="#br0" timeOffset="114">6711 10200 919 2780 3047,'-3'-1'80'0'0,"1"0"-80"0"0,2 0 0 0 0,-2 0 0 0 0,2 0 2112 0 0,0 0 416 0 0,0 1 72 0 0,2-1 24 0 0,0-1-480 0 0,1 0-88 0 0,2-1-16 0 0,1 2-8 0 0,1-1-1016 0 0,2 1-208 0 0,-1-1-40 0 0,0 1 0 0 0,2 0-480 0 0,-2 0-88 0 0,-1 2-16 0 0,0-1-8 0 0,-1 1-112 0 0,0-1-64 0 0,-2 1 64 0 0,0-1-64 0 0,0 1-128 0 0,0 0-64 0 0,-1 1-16 0 0,4 0-8992 0 0</inkml:trace>
  <inkml:trace contextRef="#ctx0" brushRef="#br0" timeOffset="115">6897 10162 14279 2493 2390,'-2'1'1272'0'0,"1"0"-1016"0"0,0 1-256 0 0,0-1 0 0 0,0 0 640 0 0,1 2 88 0 0,-3 2 8 0 0,1 1 8 0 0,-1 3 120 0 0,2 0 16 0 0,3 0 8 0 0,0 0 0 0 0,4-3-568 0 0,0-1-120 0 0,1 0-16 0 0,1-2-8 0 0,0-1-48 0 0,2-1 0 0 0,0-2-8 0 0,0 1 0 0 0,-1-4-40 0 0,1 0-8 0 0,1-2 0 0 0,-1 1 0 0 0,-2-2-72 0 0,-1 0-88 0 0,0 1 24 0 0,-3-1 0 0 0,0 0 304 0 0,-2 1 64 0 0,-1-1 16 0 0,-2 1 0 0 0,-2-1-192 0 0,-1-1-32 0 0,1 1 0 0 0,-3-1-8 0 0,1 3-24 0 0,-1-1 0 0 0,1 3 0 0 0,-3 1 0 0 0,1 1-64 0 0,-1 2 80 0 0,0 0-80 0 0,2 0 80 0 0,-1 0-80 0 0,1 3 0 0 0,1 0 0 0 0,0-2 64 0 0,2 0-224 0 0,0-1-56 0 0,1 1-8 0 0,2-2-6496 0 0,0 0-1312 0 0</inkml:trace>
  <inkml:trace contextRef="#ctx0" brushRef="#br0" timeOffset="116">4611 4645 20271 3144 2584,'-20'-13'1800'0'0,"4"6"-1440"0"0,5 4-288 0 0,6 4-72 0 0,1 1 0 0 0,-1-1-112 0 0,-8-2 24 0 0,-6-3 8 0 0,-4-1-864 0 0,-1 1-176 0 0,4 3-32 0 0,7 2 0 0 0,6 2-328 0 0,7 1-64 0 0,3 0-16 0 0,5 3-3912 0 0</inkml:trace>
  <inkml:trace contextRef="#ctx0" brushRef="#br0" timeOffset="117">3937 6198 2759 3677 3400,'3'-13'248'0'0,"0"5"-248"0"0,0 1 0 0 0,-1 2 0 0 0,1 3 496 0 0,0 0 48 0 0,0 1 16 0 0,2-5 0 0 0,5 0-272 0 0,1-3-64 0 0,3-1 0 0 0,0-2-8 0 0,3 2-128 0 0,0 0-24 0 0,0 0-64 0 0,1 0 96 0 0,0-1-32 0 0,-2 1 0 0 0,1 3-64 0 0,-3-2 96 0 0,-1 3-96 0 0,-2 1 0 0 0,-2 1-72 0 0,-1 0 72 0 0,1-1-128 0 0,-1 0 32 0 0,2 2 0 0 0,-3-1 0 0 0,-2 1-736 0 0,1 1-136 0 0,1-1-32 0 0,1 0-8 0 0,1-1 792 0 0,-1-2 216 0 0</inkml:trace>
  <inkml:trace contextRef="#ctx0" brushRef="#br0" timeOffset="118">4475 5829 8751 3726 3600,'1'-1'384'0'0,"-1"-1"88"0"0,0 0-376 0 0,0-1-96 0 0,1 3 0 0 0,-1 0 0 0 0,4-2 240 0 0,-1-1 32 0 0,3-2 8 0 0,4-3 0 0 0,1 0-120 0 0,1-1-16 0 0,2 1-8 0 0,1-3 0 0 0,-1 2-136 0 0,1-1 0 0 0,-1 1-88 0 0,1 0 88 0 0,-1 1-64 0 0,1-1 64 0 0,-1 1 0 0 0,2 1 0 0 0,-3-1-384 0 0,1 0-16 0 0,-1 1-8 0 0,0 1-3640 0 0</inkml:trace>
  <inkml:trace contextRef="#ctx0" brushRef="#br0" timeOffset="119">5113 5449 5527 3673 3769,'0'-2'488'0'0,"0"-1"-392"0"0,0 3-96 0 0,1 0 0 0 0,0 0 448 0 0,0-1 72 0 0,1-1 16 0 0,2-1 0 0 0,3-1-248 0 0,1-1-56 0 0,2 0-8 0 0,1 1 0 0 0,0-2-128 0 0,2 2-24 0 0,0-1-8 0 0,0-1 0 0 0,0-1-64 0 0,0 0 0 0 0,0 0 0 0 0,-1 0 0 0 0,1 0-136 0 0,-1 0-24 0 0,1 1 0 0 0,-1 1 0 0 0,1 1-384 0 0,-2-1-72 0 0,0 0-24 0 0,0 1-2224 0 0</inkml:trace>
  <inkml:trace contextRef="#ctx0" brushRef="#br0" timeOffset="120">5746 5114 10591 3363 3673,'3'-10'472'0'0,"-1"4"96"0"0,2-1-456 0 0,0 2-112 0 0,-1 3 0 0 0,-1 1 0 0 0,3-2 264 0 0,2-1 32 0 0,4-2 8 0 0,3-2 0 0 0,5-1-240 0 0,0 0-64 0 0,1 2 0 0 0,-1-2 0 0 0,-3 2-112 0 0,1-2-56 0 0,-1 3-16 0 0,0-1-4840 0 0</inkml:trace>
  <inkml:trace contextRef="#ctx0" brushRef="#br0" timeOffset="121">6450 4717 5527 3631 4055,'8'-14'488'0'0,"-1"4"-392"0"0,-1 2-96 0 0,-1 2 0 0 0,0 3 784 0 0,-2 1 136 0 0,3-1 24 0 0,2-3 8 0 0,6-2-472 0 0,3-2-88 0 0,3-1-16 0 0,-3 1-8 0 0,1 3-368 0 0,-2-1 0 0 0,-2 0 0 0 0,0 2 0 0 0,-1 0-640 0 0,-1-1-80 0 0</inkml:trace>
  <inkml:trace contextRef="#ctx0" brushRef="#br0" timeOffset="122">7082 4379 8751 3255 3897,'7'-11'384'0'0,"-3"1"88"0"0,1 2-376 0 0,0 3-96 0 0,-2 2 0 0 0,-1 1 0 0 0,3-1 432 0 0,3-3 72 0 0,5-1 8 0 0,5-5 8 0 0,2 1-352 0 0,1 1-72 0 0,0 0-8 0 0,-2 1-8 0 0,0 3-600 0 0,-3 0-120 0 0,-1 2-32 0 0,-2-4 0 0 0</inkml:trace>
  <inkml:trace contextRef="#ctx0" brushRef="#br0" timeOffset="123">7604 4060 3223 3194 4047,'3'-5'288'0'0,"0"2"-288"0"0,-3 1 0 0 0,0 1 0 0 0,0 0 752 0 0,1-2 96 0 0,0-2 16 0 0,2-2 8 0 0,2-3 424 0 0,-1-3 80 0 0,1 0 24 0 0,2-2 0 0 0,-1 3-472 0 0,0 1-96 0 0,2 0-24 0 0,-1 3 0 0 0,1 1-552 0 0,2-1-104 0 0,1 3-24 0 0,0 0-8 0 0,0 1-392 0 0,2 0-80 0 0,0-1-8 0 0,1 1-8 0 0,3-1-816 0 0,1-1-160 0 0,-1 0-32 0 0,3-2-3200 0 0</inkml:trace>
  <inkml:trace contextRef="#ctx0" brushRef="#br0" timeOffset="124">3525 5067 4143 2919 3661,'3'-11'368'0'0,"-2"5"-296"0"0,3 0-72 0 0,-1 3 0 0 0,0 0 464 0 0,-1 2 80 0 0,2-2 8 0 0,4-1 8 0 0,2-1 120 0 0,5-4 24 0 0,3 1 8 0 0,1-2 0 0 0,1 3-456 0 0,0-2-96 0 0,0 2-24 0 0,0-1 0 0 0,1 1-136 0 0,0-2 0 0 0,-2 3-88 0 0,1-2 88 0 0,1 2-240 0 0,-4-2 8 0 0,0 2 0 0 0,0 0-2312 0 0,-2 2-464 0 0</inkml:trace>
  <inkml:trace contextRef="#ctx0" brushRef="#br0" timeOffset="125">4249 4685 7831 2750 3755,'1'-6'696'0'0,"0"1"-560"0"0,0 3-136 0 0,0 2 0 0 0,1 0 688 0 0,0-2 112 0 0,3-2 16 0 0,1-1 8 0 0,3-2-472 0 0,2 0-96 0 0,2 0-24 0 0,-1 2 0 0 0,1 0-232 0 0,-1 0 0 0 0,3-1 0 0 0,-4 2-80 0 0,0 0-376 0 0,1 0-80 0 0,0 1-8 0 0,0 0-2528 0 0,-1-1-512 0 0</inkml:trace>
  <inkml:trace contextRef="#ctx0" brushRef="#br0" timeOffset="126">4905 4409 7367 2541 3676,'4'-5'320'0'0,"-1"1"80"0"0,1 1-320 0 0,0 0-80 0 0,-2 3 0 0 0,1-1 0 0 0,0 0 0 0 0,2-1 0 0 0,4-1 0 0 0,4-1 64 0 0,3-2-576 0 0,1-1-128 0 0,0 1-16 0 0,2 0-8 0 0,-2-2 568 0 0,0 1 96 0 0</inkml:trace>
  <inkml:trace contextRef="#ctx0" brushRef="#br0" timeOffset="127">5622 4111 9671 2273 3850,'3'-3'864'0'0,"0"-1"-696"0"0,0 2-168 0 0,-1 2 0 0 0,1 0 432 0 0,0-1 48 0 0,4-2 16 0 0,1-1 0 0 0,6-2-360 0 0,3 0-72 0 0,2-1-64 0 0,0 1 96 0 0,0-1-240 0 0,-2 1-48 0 0,3 0 0 0 0,-2-1-8 0 0,-2 2-376 0 0,0-1-80 0 0,0 0-16 0 0,1 1-3504 0 0</inkml:trace>
  <inkml:trace contextRef="#ctx0" brushRef="#br0" timeOffset="128">6305 3824 11975 2220 4047,'4'-13'528'0'0,"-3"5"112"0"0,3 1-512 0 0,0 2-128 0 0,0 5 0 0 0,-2-2 0 0 0,2 2 104 0 0,3-4-8 0 0,3 1 0 0 0,5-1 0 0 0,3-2-336 0 0,2 0-72 0 0,-1 1-8 0 0,7-3-3136 0 0,-3-1-632 0 0</inkml:trace>
  <inkml:trace contextRef="#ctx0" brushRef="#br0" timeOffset="129">6868 3585 10591 2009 3916,'1'-16'472'0'0,"1"5"96"0"0,0 3-456 0 0,1 2-112 0 0,1 2 0 0 0,-1 2 0 0 0,0 1 424 0 0,3-4 64 0 0,4-2 16 0 0,3 0 0 0 0,2-1-504 0 0,2 1-120 0 0,0 1-8 0 0,-1 2-5256 0 0</inkml:trace>
  <inkml:trace contextRef="#ctx0" brushRef="#br0" timeOffset="130">7337 3331 6911 2073 4332,'7'-15'608'0'0,"0"5"-480"0"0,-1 4-128 0 0,0 0 0 0 0,-2 3 496 0 0,0 2 80 0 0,0-2 8 0 0,5 0 8 0 0,4-3-128 0 0,5-2-24 0 0,5 0-8 0 0,1 1 0 0 0,-3 0-944 0 0,0 1-184 0 0,-2 1-40 0 0,-2 0 0 0 0</inkml:trace>
  <inkml:trace contextRef="#ctx0" brushRef="#br0" timeOffset="131">7666 3176 455 1715 4044,'11'-4'0'0'0,"-7"2"0"0"0,-1 1 0 0 0,-2 1 0 0 0,-1 0 448 0 0,0 0 40 0 0,1 0 16 0 0,1 0 0 0 0,-1 0 160 0 0,2-2 32 0 0,-2 2 8 0 0,2-1 0 0 0,-1 1-376 0 0,0 0-72 0 0,0-1-8 0 0,0 1-8 0 0,2-1-496 0 0,1 0-96 0 0,3-1-16 0 0,-2-2-8 0 0</inkml:trace>
  <inkml:trace contextRef="#ctx0" brushRef="#br0" timeOffset="132">4659 4756 455 2066 4286,'1'-6'0'0'0,"-1"2"0"0"0,2 1 0 0 0,-1 0 0 0 0,0 2 384 0 0,1-1 40 0 0,0 2 8 0 0,1-1 0 0 0,1-1-144 0 0,4 0-32 0 0,1-3-8 0 0,0 2 0 0 0,-1 3-248 0 0,0-3 0 0 0,-2 1 0 0 0,0 0 0 0 0,-1-1-112 0 0,-1 0-48 0 0,-1 0 0 0 0,0 0-8 0 0,-1 1 168 0 0,1-1 104 0 0,-3 2-8 0 0,1 0-8 0 0,-1 1 264 0 0,-1-2 64 0 0,1 1 0 0 0,-3 1 8 0 0,1 0-80 0 0,-1 1-24 0 0,0 1 0 0 0,-2-2 0 0 0,2 0-112 0 0,-1 0-24 0 0,-1 0-8 0 0,0 0 0 0 0,1 0-48 0 0,0 0-16 0 0,-1 1 0 0 0,2-1 0 0 0,1 1-112 0 0,-2-1 72 0 0,1-1-72 0 0,0 1 64 0 0,1-1-64 0 0,0 1 0 0 0,0 0 0 0 0,0 0 0 0 0,0 0 64 0 0,-1 0 0 0 0,1 0 0 0 0,-2 0 0 0 0,0 1 16 0 0,-1 0 0 0 0,-2 0 0 0 0,0 1 0 0 0,-1 1-8 0 0,-2-1 0 0 0,2 3 0 0 0,-3-3 0 0 0,1 2 0 0 0,-1-1 0 0 0,1 1 0 0 0,-3 0 0 0 0,3 0-72 0 0,0 1 96 0 0,1-1-96 0 0,1-1 96 0 0,-1 1-96 0 0,2 0 0 0 0,0 1 72 0 0,-1-1-72 0 0,3 1 0 0 0,0-1 0 0 0,1 1 0 0 0,0 1 64 0 0,2 1 24 0 0,-1-2 8 0 0,1 1 0 0 0,2-1 0 0 0,0 4 16 0 0,0-2 8 0 0,0-2 0 0 0,0 2 0 0 0,1 0 40 0 0,2 0 0 0 0,0 2 8 0 0,1-2 0 0 0,2 2 72 0 0,-2 0 16 0 0,0-2 0 0 0,1 1 0 0 0,0 2-64 0 0,0-1-16 0 0,0 0 0 0 0,0 2 0 0 0,-1-1-16 0 0,-1 1-8 0 0,2-1 0 0 0,0 1 0 0 0,-1-2 40 0 0,0 0 16 0 0,2 1 0 0 0,1-1 0 0 0,-2-1-8 0 0,2-2 0 0 0,2 3 0 0 0,1-2 0 0 0,1-1-40 0 0,1 1 0 0 0,0-1-8 0 0,1-3 0 0 0,0 1 40 0 0,-1-2 0 0 0,2 0 8 0 0,-1-1 0 0 0,0-1-8 0 0,1 0-8 0 0,-1 0 0 0 0,-1-1 0 0 0,1 1-80 0 0,-2-2-8 0 0,2 0-8 0 0,-2 0 0 0 0,0 0 24 0 0,-1-2 8 0 0,1-1 0 0 0,-2 0 0 0 0,1-1 40 0 0,0 0 0 0 0,-1-3 8 0 0,0 2 0 0 0,-1 0-8 0 0,-2-2 0 0 0,0 1 0 0 0,-2 0 0 0 0,2-2-32 0 0,-2 1-16 0 0,-2 0 0 0 0,0 1 0 0 0,0 0-112 0 0,-1-1 0 0 0,-1 2 0 0 0,0-1 0 0 0,0 0 80 0 0,-1 1-8 0 0,0-1 0 0 0,0 0 0 0 0,-1-1 24 0 0,0 1 0 0 0,0 0 0 0 0,-1 1 0 34 50,1 0-8-34-50,-3 0 0 0 0,3-1 0 0 0,-1 0 0 0 0,0 2-88 0 0,-2-1 64 33 50,2 1-64-33-50,-3-2 64 0 0,1 1-64 0 0,-2-1 0 0 0,0 2 0 0 0,0-2 0 0 0,0 2 0 0 0,-1-1 0 0 0,1 3 0 0 0,1-1 64 0 0,0 0-64 0 0,-1 2 0 0 0,1-2 0 0 0,0 1 0 0 0,0 1 64 0 0,0 1-64 0 0,1 0 0 0 0,0-1 64 0 0,2 2-64 0 0,-2-1 0 0 0,0 0 0 0 0,1 0 0 0 0,1 0 0 0 0,-1 1 0 0 0,-1-2 0 0 0,2 2 0 0 0,-2-1 0 0 0,1-1 0 0 0,-1 2 0 0 0,0-1 0 0 0,-1 0 0 0 0,1 0 0 0 0,0 1 0 0 0,-1 0-88 0 0,-1 0 88 0 0,0 1 0 0 0,0 0 0 0 0,2 0 0 0 0,-2 1 0 0 0,1 0-80 0 0,0 1 80 0 0,-2 0 0 0 0,1 1 0 0 0,0-1-64 0 0,0 0 64 0 0,0 1 0 0 0,2 0 0 0 0,-3 0-64 0 0,2-1 64 0 0,-1 0 0 0 0,0 1 0 0 0,0 2-64 0 0,-1-2 64 0 0,1-1 0 0 0,0 3 0 0 0,0-1 0 0 0,-2-1 0 0 0,1 1 0 0 0,2-1 0 0 0,-2 2 0 0 0,2-1 0 0 0,-2 1 0 0 0,0-1 0 0 0,-1 2-64 0 0,1-1 64 0 0,1 1 0 0 0,1 0 0 0 0,1 0 0 0 0,0 1 0 0 0,0-1 0 0 0,2 0 0 0 0,1-1 0 0 0,-1 2 0 0 0,2 0 0 0 0,0 2 0 0 0,2-1 0 0 0,1 2 0 0 0,1-3 0 0 0,0 1-64 0 0,3 0 64 0 0,-1 0 0 0 0,0 1 0 0 0,3-1 0 0 0,-2 1 0 0 0,3-1 0 0 0,-1-1 0 0 0,1 2 0 0 0,0-1 0 0 0,0 0 0 0 0,1-1 0 0 0,1 1 0 0 0,-1 0 0 0 0,2 0 0 0 0,0 0 0 0 0,2 0 64 0 0,0-2 0 0 0,0-1-64 0 0,1 1 96 0 0,0-1-96 0 0,0-1 64 0 0,0-1-64 0 0,0-2 0 0 0,1 2 80 0 0,-1-2-80 0 0,-1 0 80 0 0,0-1-80 0 0,0-1 96 0 0,0 0-24 0 0,-1 0-8 0 0,0-1 0 0 0,-1 0-64 0 0,-2-1 0 0 0,0 0 0 0 0,-2-1 0 0 0,0 1 0 0 0,-2-1 0 0 0,0 0 0 0 0,-1 0 0 0 0,1-2 0 0 0,-3-1 0 0 0,1-1 0 0 0,-1 0 64 0 0,0 0-64 0 0,-1-3 96 0 0,0 0-96 0 0,1 0 96 0 0,-2 0-96 0 0,1-1 0 0 0,0-2 0 0 0,-2 1 0 0 0,0 5 0 0 0,0-2 0 0 0,0 1 0 0 0,0-4 0 35 50,-1-1 0-35-50,-1-1 0 0 0,0 0 0 0 0,-1 2 0 0 0,0 3 0 0 0,-1-1 0 0 0,0 2 0 0 0,-1 0 0 0 0,-2 0 0 0 0,1 1 0 0 0,-2-1 0 0 0,1 2 0 0 0,-1 0 0 0 0,0 1 0 0 0,0-2 0 0 0,0 1 0 0 0,-1 1 0 0 0,1 0 0 0 0,-1 0 0 0 0,1 0 0 0 0,-2 3 0 0 0,0-1 0 0 0,0 2 0 0 0,2 1 0 0 0,-1-2 0 0 0,-1 3-88 0 0,0 0 24 0 0,-1 0 0 0 0,-1 2 64 0 0,-1-1-104 0 0,3 2 40 0 0,-2 1 64 0 0,1-1-104 0 0,1 1 40 0 0,-3 0 64 0 0,3-1-104 0 0,1 2 8 0 0,-1-2 8 0 0,0 2 0 0 0,0 0 0 0 0,1 0 88 0 0,0 1 0 0 0,1 2 0 0 0,0 0 0 0 0,0 1 0 0 0,2-2-96 0 0,-3 1 96 0 0,4 0-96 0 0,0 0 96 0 0,0 2 0 0 0,-1-1 0 0 0,1 2 0 0 0,1 1 0 0 0,0 0 0 0 0,2-5 0 0 0,1 1-64 0 0,-2 1 64 0 0,3 1 0 0 0,-2 1 0 0 0,2 1 0 0 0,-1-1 0 0 0,1-1 0 0 0,0 2 0 0 0,1-2 0 0 0,1 1 0 0 0,1-1 0 0 0,-1-1 0 0 0,1 1-64 0 0,3-1 64 0 0,-1 0 0 0 0,2 1 0 0 0,1-1 0 0 0,1 2 0 0 0,1-4 0 0 0,1 1 0 0 0,1 0 64 0 0,2-2 0 0 0,0 1 0 0 0,0-1 0 0 0,1-2 0 0 0,-1 1-64 0 0,0-2 88 0 0,0-2-88 0 0,0 1 96 0 0,-2 0-16 0 0,2-2 0 0 0,0 0 0 0 0,1-2 0 0 0,0 0-16 0 0,0-1 0 0 0,0 0 0 0 0,1-1 0 0 0,-1 0 0 0 0,0-1-64 0 0,0-1 96 0 0,0 0-32 0 0,-1 0-64 0 0,-2-1 64 0 0,0-1-64 0 0,-2-1 64 0 0,0 2-64 0 0,-2-1 80 0 0,-2-3-80 0 0,-2 1 80 0 0,2 0-80 0 0,-3-1 0 0 0,-1 1 0 0 0,-1-2 64 0 0,0-1-64 0 0,-2-2 0 0 0,0 3 0 0 0,-2-3 64 0 0,-2-4-64 0 0,0 1 0 0 0,-1-1 0 0 0,-1 4 0 0 0,1 1 0 0 0,-1 1 0 0 0,-1 3 0 0 0,1 1 0 0 0,-1 1 0 0 0,-2 2 0 0 0,1 1 0 0 0,-1-1 0 0 0,-3 2 0 0 0,0-1 0 0 0,-2 1-72 0 0,0-2 72 0 0,-1 3-72 0 0,1 0 72 0 0,0-1-104 0 0,1 1 40 0 0,0 0 64 0 0,0 1-64 0 0,3-1 64 0 0,0 2-64 0 0,1 0 64 0 0,0 0 0 0 0,-1 2 0 0 0,2 1 0 0 0,0 0-72 0 0,-1 1 72 0 0,0 1-80 0 0,-1 1 80 0 0,0 0-112 0 0,0 1 24 0 0,0 1 8 0 0,1-1 0 0 0,1 1 80 0 0,-1 1-96 0 0,1 0 96 0 0,0 0-96 0 0,-1 2 96 0 0,1-2 0 0 0,1 2 0 0 0,3-2-64 0 0,-2 2 64 0 0,3 0 0 0 0,1-5 0 0 0,0 3 0 0 0,1 2 0 0 0,1-1 0 0 0,-1 1 0 0 0,2 2-64 0 0,0-1 64 0 0,1 1 0 0 0,0 1 0 0 0,0 0 0 0 0,0 2 0 0 0,2-2 0 0 0,-1 1 0 0 0,1 0 0 0 0,2-1 0 0 0,0 0 0 0 0,0 1 0 0 0,2-1 0 0 0,1-2 0 0 0,-1-1 0 0 0,2 0 0 0 0,1-1 64 0 0,-1-1 0 0 0,3 0 8 0 0,-1-2 0 0 0,3-1 0 0 0,-2 0 24 0 0,1-3 8 0 0,0 1 0 0 0,1-1 0 0 0,2-1-24 0 0,-1 0-8 0 0,-1-2 0 0 0,0 0 0 0 0,3 0 0 0 0,-1 0 0 0 0,1-2 0 0 0,0-1 0 0 0,0 1-72 0 0,0-2 96 0 0,-2 0-96 0 0,0-1 96 0 0,0-1 0 0 0,-1 0 0 0 0,0-3 0 0 0,-2 0 0 0 0,0-2-96 0 0,-3-1 0 0 0,0 2 0 0 0,-2-3 0 0 0,0 0 0 0 0,-2 1 0 0 0,0-1 0 0 0,-2 1 0 0 0,-1 3 80 0 0,-1-2-80 0 0,0-1 96 0 0,-2-1-96 0 0,0 0 0 0 0,-2 0 0 0 0,-1-1 0 0 0,-2 1 0 0 0,-1-1 0 0 0,-1 1 0 0 0,-2 1 0 0 0,2 2 0 0 0,1 2 0 0 0,-2-1 0 0 0,-3 1 0 0 0,-2 0 0 0 0,-1 0 0 0 0,0 1 0 0 0,0-1-72 0 0,0 2 72 0 0,-1 0 0 0 0,2 1 0 0 0,0 3 0 0 0,1-1-64 0 0,-2 3-56 0 0,0-1-8 0 0,0 1 0 0 0,2 0 0 0 0,-1 2 0 0 0,0 0 0 0 0,0 1 0 0 0,0 0 0 0 0,2-1 56 0 0,1 2 8 0 0,-2 0 0 0 0,2 2 0 0 0,0-1 64 0 0,1 1-80 0 0,0 2 80 0 0,0 0-80 0 0,2 0 80 0 0,0 2 0 0 0,-1 0-72 0 0,2-2 72 0 0,0 1 0 0 0,0-1 0 0 0,1 3 0 0 0,-2 0 0 0 0,2 1-72 0 0,0 0 72 0 0,3-3 0 0 0,0 0 0 0 0,1 1 0 0 0,0 1 0 0 0,1 1 0 0 0,0 0 0 0 0,1 1 0 0 0,2 1-64 0 0,0-1 64 0 0,2 0 0 0 0,0 1 0 0 0,1-1 0 0 0,2 1 0 0 0,1 0 0 0 0,0-1 0 0 0,3 0 0 0 0,1 0 0 0 0,1 0 0 0 0,0-2 0 0 0,1 0 0 0 0,-1-2 0 0 0,4-1 72 0 0,-1 0-8 0 0,0-3-64 0 0,0 0 96 0 0,2-2-32 0 0,-2 0 0 0 0,2-4-64 0 0,1 2 96 0 0,0-2-32 0 0,0-2 0 0 0,0 0 0 0 0,0-1 0 0 0,2-2 0 0 0,0 0-64 0 0,-1-1 96 0 0,1-1-96 0 0,-2 0 96 0 0,-1-3-32 0 0,-3 2-64 0 0,1 0 96 0 0,-4-1-32 0 0,-1 0-64 0 0,-2 0 0 0 0,-1 0 72 0 0,-1-2-72 0 0,-2-2 0 0 0,-2 2 0 0 0,0-1 0 0 0,-3-1 64 0 0,-1-4-64 0 0,-3-2 0 0 0,-2 1 0 0 0,-4 1 0 0 0,1 2 0 0 0,-3 0 0 0 0,-2 1 0 0 0,-1 1 0 0 0,1 1 0 0 0,-3 1 0 0 0,-2 2-96 0 0,-2 0 32 0 0,1 1-8 0 0,-1 1 0 0 0,0 3 0 0 0,-1 2 0 0 0,0 2-96 0 0,-2 2-24 0 0,0 2 0 0 0,0-1 0 0 0,1 2-80 0 0,2 1-16 0 0,1-1-8 0 0,4 1 0 0 0,4 0-192 0 0,2 1-40 0 0,3-1-8 0 0,4-2-4208 0 0,3 3-848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Tx" type="integer" min="-90" max="90" units="deg"/>
          <inkml:channel name="OTy" type="integer" min="-90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Tx" name="resolution" value="100" units="1/deg"/>
          <inkml:channelProperty channel="OTy" name="resolution" value="100" units="1/deg"/>
        </inkml:channelProperties>
      </inkml:inkSource>
      <inkml:timestamp xml:id="ts0" timeString="2025-11-03T19:25:46.429"/>
    </inkml:context>
    <inkml:brush xml:id="br0">
      <inkml:brushProperty name="width" value="0.05292" units="cm"/>
      <inkml:brushProperty name="height" value="0.05292" units="cm"/>
      <inkml:brushProperty name="color" value="#CA1237"/>
      <inkml:brushProperty name="ignorePressure" value="1"/>
    </inkml:brush>
  </inkml:definitions>
  <inkml:trace contextRef="#ctx0" brushRef="#br0">1121 1591 1375 2708 3316,'-1'0'128'0'0,"1"-1"-128"0"0,-1 1 0 0 0,1 0 0 0 0,0-1 376 0 0,0 0 48 0 0,-1 0 16 0 0,1 0 0 0 0,-1-2 208 0 0,1 1 48 0 0,0-1 8 0 0,0 1 0 0 0,0 0 152 0 0,0 1 32 0 0,1-1 8 0 0,0 1 0 0 0,0 0 0 0 0,0 0 0 0 0,2 0 0 0 0,-1 1 0 0 0,1-1-104 0 0,-1 1-24 0 0,2 1 0 0 0,-1 0 0 0 0,1 0-160 0 0,0 0-40 0 0,2 2-8 0 0,1-1 0 0 0,1 1-80 0 0,2 1-8 0 0,1-1-8 0 0,3 0 0 0 0,-1-1-112 0 0,0 1-32 0 0,1-1 0 0 0,2 1 0 0 0,2 0-72 0 0,-1 1-24 0 0,-2-1 0 0 0,2 2 0 0 0,4 1-96 0 0,-1 0-32 0 0,0 1 0 0 0,-1-1 0 0 0,1 2-32 0 0,0-1-64 0 0,0-1 88 0 0,-2 2-88 0 0,0-2 80 0 0,-2 1-80 0 0,1-2 64 0 0,-3 1-64 0 0,-2-2 64 0 0,-2-1-64 0 0,1 2 64 0 0,-3-2-64 0 0,1 2 0 0 0,-2-4 0 0 0,-1 1 0 0 0,-1-1 0 0 0,1 0 0 0 0,-1-2 0 0 0,0 1 72 0 0,-1-1-72 0 0,0-1 96 0 0,0 1-24 0 0,1 0 0 0 0,-1-2 0 0 0,0 1-72 0 0,0-1 96 0 0,0 1-96 0 0,-1 0 96 0 0,-1 0-96 0 0,-1 0 0 0 0,0 1 0 0 0,-1-1 64 0 0,0 0-64 0 0,-2 1 0 0 0,0 0 0 0 0,0 0 0 0 0,0 0 0 0 0,-1 1 0 0 0,-2 0 0 0 0,-1 2 0 0 0,-1-1 0 0 0,-1 1 0 0 0,2 1 0 0 0,-1 0 0 0 0,3-1 0 0 0,1 2 0 0 0,-1-1 0 0 0,4-1 0 0 0,0 2 0 0 0,0-1 0 0 0,0-1 0 0 0,3 1 0 0 0,-1-1-64 0 0,3-1 64 0 0,0 1 0 0 0,-1-2 0 0 0,2 1 0 0 0,1-1 0 0 0,1 0 0 0 0,0-1 0 0 0,1 0 0 0 0,-2-1 0 0 0,0 0 0 0 0,0 0 0 0 0,-1 0 0 0 0,-2 1 0 0 0,-1-1 0 0 0,-1 1 0 0 0,-1 1 0 0 0,-1-1 0 0 0,0 2 0 0 0,-1-1 0 0 0,-2 0 0 0 0,1 1 0 0 0,-2 1 0 0 0,0-1 0 0 0,0 2 0 0 0,-1 0 0 0 0,1 0 0 0 0,1 1 0 0 0,1-1 0 0 0,0 1 0 0 0,1-2 0 0 0,2 2 64 0 0,0-2-64 0 0,1 0 0 0 0,1-1 72 0 0,1 0-72 0 0,0-1 0 0 0,1-2 0 0 0,1 2 0 0 0,-1-3 0 0 0,0 1 0 0 0,0-1 72 0 0,1 0-72 0 0,-2-1 0 0 0,0 1 64 0 0,-1-1-64 0 0,-2 0 0 0 0,0 1 0 0 0,-2 1 0 0 0,0-1 0 0 0,-1 0 0 0 0,-1 1 0 0 0,-1 1 0 0 0,-1-1 0 0 0,-1 1 0 0 0,2 0 0 0 0,-1 0-192 0 0,2 1-64 0 0,0-1-8 0 0,0 1-9176 0 0</inkml:trace>
  <inkml:trace contextRef="#ctx0" brushRef="#br0" timeOffset="1">1055 1603 6911 2748 3318,'0'-2'608'0'0,"0"1"-480"0"0,0 1-128 0 0,-1 0 0 0 0,1 0 632 0 0,-1-1 104 0 0,0 1 16 0 0,-1 0 8 0 0,-1 0 264 0 0,-1 1 48 0 0,0 2 16 0 0,-2 2 0 0 0,1 0-376 0 0,-1 3-72 0 0,0 1-8 0 0,-2 2-8 0 0,1 0-192 0 0,-2 2-40 0 0,1 2-8 0 0,-3 0 0 0 0,0 2 0 0 0,0 1-8 0 0,0-1 0 0 0,-1 0 0 0 0,-2-1 8 0 0,5-1 8 0 0,-1-3 0 0 0,1 2 0 0 0,-2 2-136 0 0,-1 3-32 0 0,-1 0-8 0 0,1 1 0 0 0,-1 1-88 0 0,2-3-24 0 0,0-3 0 0 0,2-1 0 0 0,2-1-8 0 0,2-2-8 0 0,0-2 0 0 0,1-1 0 0 0,1-1-24 0 0,1-1-64 0 0,1 0 96 0 0,1-3-32 0 0,0-1-64 0 0,0 0 0 0 0,0-1 72 0 0,1-2-72 0 0,0 0 0 0 0,1-2 0 0 0,0 0 0 0 0,-1-3 64 0 0,2 1-64 0 0,-3-1 0 0 0,1 0 0 0 0,-1-1 0 0 0,0 0 0 0 0,-1 2-128 0 0,-1-1 16 0 0,0 1 8 0 0,-1 3-48 0 0,0 0-8 0 0,1 2 0 0 0,-2 1 0 0 0,-1 0 64 0 0,-1 2 16 0 0,1 1 0 0 0,-1 0 0 0 0,-1 0 80 0 0,2 1-80 0 0,1 0 80 0 0,0 0-80 0 0,1 0 80 0 0,0 0 0 0 0,2-1 0 0 0,0-1 0 0 0,0 1 0 0 0,3-3 0 0 0,-1 2 0 0 0,2-2 0 25-18,0 0 0-25 18,1-1 0 0 0,2 0 0 0 0,-1-1 0 0 0,1-1 0 0 0,0-1 0 0 0,0-1 0 0 0,-1 0 0 0 0,1 0 0 0 0,-2 0 0 0 0,-1-1 0 0 0,0 1 0 0 0,-3 1 0 0 0,0 1 0 0 0,-1-2 0 0 0,-2 0 0 0 0,1 2 0 25-20,-2 0 0-25 20,0 0 0 0 0,-1 0 0 0 0,0 1 0 0 0,-1 1 0 0 0,0 0 0 0 0,1 1 64 0 0,1 1-64 0 0,-1-1 64 0 0,1 1-64 0 0,1 0 64 0 0,0-1-64 0 0,2 2 0 0 0,-1 0 64 0 0,1-1-64 0 0,1 0 0 0 0,0 1 0 0 0,2-1 0 0 0,0 0 0 0 0,1 0-408 0 0,2 0-88 0 0,0-1-16 0 0,3-1-8152 0 0</inkml:trace>
  <inkml:trace contextRef="#ctx0" brushRef="#br0" timeOffset="2">1150 1590 3223 2687 3348,'0'-4'288'0'0,"0"3"-288"0"0,0-1 0 0 0,0 1 0 0 0,1 1 384 0 0,-1-1 16 0 0,0 1 8 0 0,2-2 0 0 0,-1 1 672 0 0,0-2 136 0 0,0 1 24 0 0,-1 0 8 0 0,1 2 72 0 0,-2 0 24 0 0,1 2 0 0 0,-2 0 0 0 0,2 1-392 0 0,-2 1-80 0 0,0 0-8 0 0,1 3-8 0 0,-1-1-296 0 0,0 1-56 0 0,2-1-16 0 0,-1 3 0 0 0,0 0-160 0 0,0 4-32 0 0,-1 3-8 0 0,2 1 0 0 0,0 1-32 0 0,0 1 0 0 0,-1 0-8 0 0,0-2 0 0 0,0 0-72 0 0,0 1-16 0 0,1 1 0 0 0,0 0 0 0 0,-1-2-16 0 0,1 2-8 0 0,-1 0 0 0 0,0 0 0 0 0,0 1 24 0 0,0-1 8 0 0,0-2 0 0 0,0-1 0 0 0,-1-2-88 0 0,1 0-16 0 0,1 0-64 0 0,-1-4 96 0 0,0 0-16 0 0,1 0-8 0 0,0 0 0 0 0,0 0 0 0 0,0-1 8 0 0,0 0 0 0 0,0-3 0 0 0,0-2 0 0 0,0 1-80 0 0,0-2 80 0 0,1-2-80 0 0,0-1 80 0 0,-1 0-80 0 0,1-1 0 0 0,1-2 0 0 0,0-2 0 0 0,0 1 0 0 0,0 0 64 0 0,-1-3-64 0 0,1 1 0 0 0,0 0 0 0 0,-2 0 0 0 0,0 0 0 0 0,-2 1 0 0 0,0 0 0 0 0,-2 1-136 0 0,-1 3 32 0 0,0 1 8 0 0,1 1-8 0 0,-2 1 0 0 0,-1 2 0 0 0,-1 1 0 0 0,-1 2 104 0 0,2 0-96 0 0,-1 2 96 0 0,0 0-96 0 0,3 0 96 0 0,0-1 0 0 0,2 0 0 0 0,1-1 0 0 0,1 1 0 0 0,1-3 0 0 0,2 0 0 0 0,0-1 0 0 0,1 0 0 0 0,2 0 0 0 0,-1-1 0 0 0,1-2 0 0 0,0-1 0 0 0,1 0 0 0 0,0-1 0 0 0,0-2 0 0 0,-1 1 0 0 0,1-1 0 26-18,0 0 0-26 18,-1-1 0 0 0,-1 1 0 27-18,-1-2 0-27 18,1 2 0 0 0,-2 0 0 0 0,0-1 0 0 0,-1 0 0 0 0,-2 3 0 0 0,-1-2 0 0 0,0 2 0 25-18,-2 1 0-25 18,0 0 0 0 0,-1 0 0 0 0,-1 0 0 0 0,0 3 0 0 0,0-1 96 0 0,-1 0-96 0 0,0 1 144 0 0,1 1-24 0 0,0-1-8 0 0,1 2 0 0 0,1-1-112 0 0,-1 0 88 0 0,2 0-88 0 0,0 0 80 25-18,2 0-80-25 18,-1 1 0 0 0,2-1 0 0 0,0 0 0 0 0,2 1 0 0 0,1-3 0 0 0,1 0-88 0 0,1-1 88 0 0,1-1-440 0 0,2 0-40 0 0,1-1-16 0 0,1-1-9272 0 0</inkml:trace>
  <inkml:trace contextRef="#ctx0" brushRef="#br0" timeOffset="3">1685 1769 2759 2545 3441,'0'-1'248'0'0,"0"1"-248"0"0,0-1 0 0 0,0 1 0 0 0,0-1 0 0 0,0 1-80 0 0,0 0 0 0 0,-1-3 0 0 0,1 1 584 0 0,-2-1 112 0 0,2 2 24 0 0,-2-2 8 0 0,-1 3-216 0 0,1-2-48 0 0,-1 2 0 0 0,-1-1-8 0 0,0 1-136 0 0,0 0-24 0 0,0 1-8 0 0,0 0 0 0 0,-1 0-72 0 0,1-1-8 0 0,-1 0-8 0 0,0 1 0 0 0,1-1 104 0 0,1 1 16 0 0,-1 0 8 0 0,1 0 0 0 0,0-1 56 0 0,0 2 16 0 0,1 0 0 0 0,-1 0 0 0 0,2 0 16 0 0,0 1 8 0 0,1-1 0 0 0,0 2 0 0 0,1 0 72 0 0,-1-1 8 0 0,2 1 8 0 0,0-1 0 0 0,2 0-48 0 0,0 1-16 0 0,1 0 0 0 0,0-2 0 0 0,1 1 32 0 0,1-2 8 0 0,0-1 0 0 0,2 0 0 0 0,0-1-88 0 0,0-1-8 0 0,1 0-8 0 0,-1-3 0 0 0,0 1-80 0 0,-1 0-24 0 0,1-1 0 0 0,-2-1 0 0 0,-1 1-72 0 0,-1 0-8 0 0,-1 0-8 0 0,-3 1 0 0 0,1-1-112 0 0,-2-1 0 0 0,-1 2 64 0 0,-1-1-64 0 0,1 2 0 0 0,-2-1 0 0 0,-2 1 0 0 0,-1-1-80 0 0,0 2 8 0 0,-1-1 0 0 0,-1 2 0 0 0,1 0 0 0 0,0 0-88 0 0,0 1-8 0 0,-1 0-8 0 0,2 2 0 0 0,-2-1 96 0 0,1 1 80 0 0,0 1-104 0 0,0 0 40 0 0,0 0 64 0 0,1 1 0 0 0,0-1 0 0 0,1 1 0 0 0,1 0 0 0 0,0 1 96 0 0,1-1 0 0 0,1 0-8 0 0,2 1 40 0 0,-1-1 16 0 0,2 0 0 0 0,0 1 0 0 0,3-1 32 0 0,-2 0 8 0 0,3 0 0 0 0,-1-1 0 0 0,1-2 72 0 0,0 1 24 0 0,-1 0 0 0 0,3-2 0 0 0,-1 0-72 0 0,1 0-16 0 0,1-2 0 0 0,1 0 0 0 0,-1-2-88 0 0,0 1-16 0 0,0-1-8 0 0,0 0 0 0 0,-2-1-80 0 0,1 1 80 0 0,-2-1-80 0 0,0 0 80 0 0,-3 1-80 0 0,1 0 0 0 0,-2-1 0 0 0,-1 0 0 0 0,-1 1 64 0 0,-2-1-64 0 0,1 2 64 0 0,-1-1-64 0 0,-2 2 0 0 0,0 0 0 0 0,0 1 0 0 0,-1 1 0 0 0,1 0-80 0 0,-1 2-32 0 0,0 0-8 0 0,0 0 0 0 0,0 1 48 0 0,1 1 8 0 0,1 0 0 0 0,0-2 0 0 0,0 2-8 0 0,1-1 0 0 0,2 1 0 0 0,-1-1 0 0 0,1 0-344 0 0,0 0-72 0 0,2 1-16 0 0,1-1-7368 0 0</inkml:trace>
  <inkml:trace contextRef="#ctx0" brushRef="#br0" timeOffset="4">1659 1810 3223 2427 3255,'0'-1'288'0'0,"-1"1"-288"0"0,1 0 0 0 0,-1 1 0 0 0,1 0 584 0 0,-1-1 64 0 0,0 2 16 0 0,-1 0 0 0 0,-1 1 136 0 0,-1 3 24 0 0,1 1 8 0 0,-2 2 0 0 0,2 1-72 0 0,-2 1-16 0 0,1 4 0 0 0,-1 0 0 0 0,0 2-32 0 0,0 0-8 0 0,0 1 0 0 0,0 1 0 0 0,-1 0-104 0 0,0 1-24 0 0,0-1-8 0 0,0 1 0 0 0,-1-2-88 0 0,0 4-8 0 0,-1 0-8 0 0,1 1 0 0 0,0-1-128 0 0,-1-2-24 0 0,2-2-8 0 0,1 1 0 0 0,-1-1-88 0 0,0 0-24 0 0,2-3 0 0 0,1-2 0 0 0,-1 1-32 0 0,0 0 0 0 0,2-1-8 0 0,-2 0 0 0 0,1-2-32 0 0,1 0-8 0 0,-2-1 0 0 0,1-1 0 0 0,1 0 8 0 0,-2-1 0 0 0,1 0 0 0 0,0-2 0 0 0,0 0-24 0 0,0-1-8 0 0,0 0 0 0 0,1-2 0 0 0,-1 0-24 0 0,2 0 0 0 0,-1-1 0 0 0,1-1 0 0 0,-1-1-64 0 0,2 0 0 0 0,-2 0 72 0 0,2-1-72 0 0,-1 0 0 0 0,1 0 0 0 0,0 0 0 0 0,-1-1 64 0 0,1 1-64 0 0,-1 0 0 0 0,1 0-64 0 0,-1-1 64 0 0,1 2-224 0 0,0-1-8 0 0,0 1 0 0 0,1 0 0 0 0,0 1-816 0 0,-1-1-160 0 0</inkml:trace>
  <inkml:trace contextRef="#ctx0" brushRef="#br0" timeOffset="5">1516 2403 4143 2875 3302,'-1'-4'368'0'0,"0"3"-296"0"0,1 0-72 0 0,-1-1 0 0 0,1 1 448 0 0,-1 0 64 0 0,-1 1 24 0 0,0 0 0 0 0,-3-1 376 0 0,0 1 80 0 0,-2 0 8 0 0,0 0 8 0 0,1 1-312 0 0,-1 2-64 0 0,1-1-16 0 0,2 2 0 0 0,-2 0-112 0 0,2 1-24 0 0,0 0-8 0 0,0 1 0 0 0,2 0-112 0 0,0 0-16 0 0,1 0-8 0 0,1-1 0 0 0,1 0-48 0 0,1-1-16 0 0,-2-1 0 0 0,2 0 0 0 0,1 0 40 0 0,1 0 8 0 0,1-2 0 0 0,0 0 0 0 0,1 0-48 0 0,1-2-8 0 0,1 0 0 0 0,1-1 0 0 0,0-1-96 0 0,-1-2-16 0 0,-1 1-8 0 0,0 0 0 0 0,-1-1-72 0 0,-2 0-8 0 0,-2 0-64 0 0,0 1 96 0 0,-1-1-96 0 0,-2 1 0 0 0,-2 0 64 0 0,-1 0-64 0 0,0 1 0 0 0,-1 0 0 0 0,-1 2 0 0 0,-2-1 0 0 0,0 2 0 0 0,0 1 0 0 0,-1 0 0 0 0,-1 2 0 0 0,1 1 96 0 0,1 0-32 0 0,0 1-64 0 0,0 0 96 0 0,0 0 0 0 0,2 2 0 0 0,1-1 0 0 0,1 0 0 0 0,0-1-32 0 0,2-1 0 0 0,0 2-64 0 0,1-2 96 0 0,1 1-32 0 0,2 1-64 0 0,0-2 88 0 0,1 1-88 0 0,2-2 120 0 0,0 0-32 0 0,2-1-8 0 0,0 0 0 0 0,2-2 48 0 0,0 0 16 0 0,0-2 0 0 0,1 0 0 0 0,-2-1-72 0 0,1-1-8 0 0,-1 0-64 0 0,-1-2 96 0 0,0 2-96 0 0,-2-1 0 0 0,0 0 64 0 0,-1-3-64 0 0,-1 2 0 0 0,-1 0 0 0 0,-2-1 0 0 0,-1 1 0 0 0,1 0 0 0 0,-3 0 64 0 0,1 1-64 0 0,-2-1 0 0 0,-1 1 64 0 0,1 0-64 0 0,-2 2 0 0 0,0 0 72 0 0,0 2-72 0 0,0 0 0 0 0,-1 2 0 0 0,0 0 64 0 0,1 1-64 0 0,0 0 0 0 0,0 2 0 0 0,1-1 0 0 0,1 0 0 0 0,-1 0 0 0 0,4 0 0 0 0,-1-1 0 0 0,1 0 0 0 0,2 0-72 0 0,0-1 72 0 0,1 0-104 0 0,2 0-480 0 0,1-1-96 0 0,0-1-24 0 0,2-1-5016 0 0,0 1-1000 0 0</inkml:trace>
  <inkml:trace contextRef="#ctx0" brushRef="#br0" timeOffset="6">1719 1835 919 2544 3465,'1'-5'80'0'0,"-1"3"-80"0"0,0 0 0 0 0,0 0 0 0 0,0 1 464 0 0,1 0 80 0 0,-1 1 8 0 0,0-1 8 0 0,0-2 264 0 0,1 1 48 0 0,-1 0 16 0 0,-1 1 0 0 0,1-1-48 0 0,-1 2-8 0 0,1 2 0 0 0,-1-1 0 0 0,1 2-344 0 0,0 0-72 0 0,0 0-8 0 0,0 1-8 0 0,1-1-16 0 0,0 2-8 0 0,1-1 0 0 0,1 2 0 0 0,0 1 24 0 0,0 0 8 0 0,1 1 0 0 0,1 1 0 0 0,-1 2 72 0 0,1-1 8 0 0,0 2 8 0 0,-1 2 0 0 0,1-1-48 0 0,-1 2-16 0 0,0 0 0 0 0,0 1 0 0 0,0 1-16 0 0,-1 2-8 0 0,0 0 0 0 0,1 2 0 0 0,0 1-88 0 0,0 0-8 0 0,2 1-8 0 0,-1-1 0 0 0,1-1-72 0 0,0-2-8 0 0,1-1-8 0 0,-1-2 0 0 0,0-3-56 0 0,0 1-16 0 0,0 0 0 0 0,1-2 0 0 0,0 1-48 0 0,-2-1 0 0 0,2-1-8 0 0,-1-1 0 0 0,-1 1 8 0 0,1-3 8 0 0,0 1 0 0 0,-1-2 0 0 0,0 0 0 0 0,-1-2 0 0 0,-1 0 0 0 0,1-1 0 0 0,0 0-32 0 0,-1-2-8 0 0,0 1 0 0 0,-2-2 0 0 0,1 1-64 0 0,0-2 0 0 0,-2 0 72 0 0,0 0-72 0 0,0 0 0 0 0,-1-2 0 0 0,0 1 0 0 0,-1-2 64 0 0,0 1-64 0 0,0-2 0 0 0,-1 0 64 0 0,-1 0-64 0 0,0 0 0 0 0,0 2 0 0 0,0-1 0 0 0,-1 3 0 0 0,0-1 0 0 0,-1 2 0 0 0,0 0 0 0 0,-2 2 0 0 0,2 1 0 0 0,-2 1 0 0 0,2-1 0 0 0,0 1 0 0 0,1 0 0 0 0,2 1 0 0 0,0-1 0 0 0,2-1 0 0 0,0 1 0 0 0,1-2 0 0 0,1 1 0 0 0,0-1 0 0 0,2 0 0 0 0,0 0 0 0 0,1-2 0 0 0,1 1-64 0 0,0-2 64 0 0,2 0 0 0 0,-2-1 0 0 0,2-1 0 0 0,-1 0 0 0 0,0-2 0 0 0,0 1 0 0 0,0-1 0 0 0,0-2 0 0 0,-2 1 0 0 0,0 1 0 0 0,-2 0-64 0 0,-1 0 64 0 0,0 2 0 0 0,-2-2 0 0 0,0 3 0 0 0,0-1 0 0 0,-2 2 0 0 0,0 0 0 0 0,1 0 0 0 0,-3 1 0 0 0,2 0 0 0 0,0 0 0 0 0,0 1 0 0 0,2 0 0 0 0,0-1 0 0 0,0 1 0 0 0,1 0 0 0 0,1-1 0 0 0,0 0 0 0 0,1 0 0 0 0,0 0 0 0 0,1-1 0 0 0,1 0 0 0 0,0-1 0 0 0,1 0 0 0 0,0-1 0 0 0,0 1 0 0 0,-1 0 0 0 0,0-1-96 0 0,-2 1-136 0 0,1 0-32 0 0,-2-1-8 0 0,-1 1 0 0 0,2-1-528 0 0,-2 0-96 0 0,0 1-32 0 0,0-2-7408 0 0</inkml:trace>
  <inkml:trace contextRef="#ctx0" brushRef="#br0" timeOffset="7">1792 1814 919 2476 3527,'-2'-1'80'0'0,"1"-1"-80"0"0,0 0 0 0 0,0 1 0 0 0,0 1 624 0 0,1-2 112 0 0,0 2 16 0 0,0-1 8 0 0,-1-2 360 0 0,1 0 64 0 0,0 0 24 0 0,0 0 0 0 0,1 2-48 0 0,-1-1-8 0 0,3 0 0 0 0,-2 2 0 0 0,2 0-336 0 0,0 0-72 0 0,1 2-8 0 0,1 0-8 0 0,1 2-240 0 0,1 1-40 0 0,-2-1-16 0 0,2 0 0 0 0,1 4-80 0 0,3 1-24 0 0,1 0 0 0 0,2 1 0 0 0,0 2-72 0 0,3 1-24 0 0,1 2 0 0 0,1 1 0 0 0,1 0-72 0 0,0 2-8 0 0,0 0-8 0 0,0 1 0 0 0,0 0-64 0 0,-3-2-16 0 0,1-2 0 0 0,0 0 0 0 0,4 1-64 0 0,2 1 0 0 0,1-1 0 0 0,0-1 0 0 0,1 1 208 0 0,-1-1 0 0 0,-1 0 0 0 0,-3-2 0 0 0,-2 0-32 0 0,-2-3-8 0 0,-1 1 0 0 0,-3-1 0 0 0,-1 0-168 0 0,-1-1 0 0 0,-1 0 0 0 0,-2-2 0 0 0,-1 0 80 0 0,0 1-16 0 0,-1-2-64 0 0,1 2 96 0 0,-1-3 0 0 0,-2 0-8 0 0,1-1 0 0 0,-1-1 0 0 0,-1 0-24 0 0,-1 0 0 0 0,1-1 0 0 0,-1-2 0 0 0,0 2 24 0 0,0 0 0 0 0,-1-1 0 0 0,1 0 0 0 0,0 0-16 0 0,-1 0 0 0 0,2 0 0 0 0,-2-1 0 0 0,1 1-72 0 0,0-1 0 0 0,-1 1 72 0 0,0-1-72 0 0,1 0 0 0 0,-1 1 0 0 0,0-1 0 0 0,0 1 0 0 0,-1-1 0 0 0,2 0 0 0 0,-1 0 0 0 0,-1 0 0 0 0,1-1 0 0 0,0 1 0 0 0,0-1 0 0 0,0 1 0 0 0,0-1 0 0 0,-1 1 0 0 0,1-1 0 0 0,-1 1 0 0 0,0-2 0 0 0,0 0 0 0 0,0 1 0 0 0,0-1 0 0 0,-1 0 0 0 0,1 0 0 0 0,-2 0 0 0 0,0-1 0 0 0,0 2 0 0 0,-1 0 0 0 0,-2 1 0 0 0,0 0 0 0 0,-2 1 0 0 0,0 1 0 0 0,-2 1 0 0 0,0 0 0 0 0,-1 2 0 0 0,0 1 0 0 0,0 1 0 0 0,0-1 0 0 0,1 1 0 0 0,1 1 0 0 0,0-2 0 0 0,2 1 0 0 0,1-1 0 0 0,3 0 0 0 0,1-1 0 0 0,0-2 0 0 0,3 1 0 0 0,0-2 0 0 0,1 1 0 0 0,1-2 0 0 0,2 0 0 0 0,0-1 0 0 0,3-1 0 0 0,-1 0 0 0 0,2-1 0 0 0,0-1 0 0 0,1 0 0 0 0,-1-1 0 0 0,-1 0 0 0 0,-1-1 0 0 0,1 1 0 0 0,-4-1 64 0 0,0-1-64 0 0,-2 1 0 0 0,-1 0-64 0 0,-1 1 64 0 0,0 1-72 0 0,-2 0 72 0 0,0 0-80 0 0,-3 0 80 0 0,2 2 0 0 0,-3-1-72 0 0,1 2 72 0 0,-2 0 0 0 0,-1 2 0 0 0,0-1 0 0 0,-1 2 0 0 0,0 0 0 0 0,1 2 0 0 0,-1-2 0 0 0,2 3 0 0 0,-1-2 0 0 0,2 1 0 0 0,1-1 88 0 0,2 1-88 0 0,0-2 96 0 0,0 2-96 0 0,2-3 64 0 0,2 1-64 0 0,0 0 64 0 0,2-1-64 0 0,0-1 0 0 0,1 1 0 0 0,2-2 0 0 0,1-1 0 0 0,1-1 0 0 0,1 0 0 0 0,-1-1 0 0 0,1 0 0 0 0,-1-1 64 0 0,-2 0-64 0 0,1-1 0 0 0,-4 0 0 0 0,1 1 0 0 0,-4-1 0 0 0,0 1 0 0 0,-1 1 0 0 0,-1 0 0 0 0,0-1 0 0 0,-4 3 0 0 0,1-2-160 0 0,-4 3-56 0 0,1 0-8 0 0,-2 0 0 0 0,-1 1 352 0 0,1 1 64 0 0,0-1 8 0 0,-1 2 8 0 0,3-1-208 0 0,0 1 0 0 0,2-1 0 0 0,0 1 0 0 0,1-1 0 0 0,0 0-88 0 0,2 0 24 0 0,0 1 0 0 0,1-2-264 0 0,0 1-56 0 0,0-1 0 0 0,2 0-8864 0 0</inkml:trace>
  <inkml:trace contextRef="#ctx0" brushRef="#br0" timeOffset="8">1111 2198 455 2681 3491,'1'-2'0'0'0,"-1"1"0"0"0,0 0 0 0 0,0 0 0 0 0,0 0 256 0 0,0 0 0 0 0,1 0 8 0 0,-1-2 0 0 0,1 1 120 0 0,1-2 32 0 0,-1-2 0 0 0,-1 1 0 0 0,0 0 80 0 0,0 0 16 0 0,0 0 8 0 0,0 0 0 0 0,0 0 96 0 0,-1 1 24 0 0,0 0 0 0 0,1 1 0 0 0,-1-1 248 0 0,0 1 48 0 0,1 1 16 0 0,-1 0 0 0 0,1 2-56 0 0,0-1 0 0 0,-1 1-8 0 0,1 1 0 0 0,-2 1-200 0 0,0 0-40 0 0,-1 3-8 0 0,-1 2 0 0 0,-1 1-264 0 0,-2 2-56 0 0,2 1-16 0 0,-3 2 0 0 0,0 0-80 0 0,-1 2-24 0 0,-3 1 0 0 0,2-1 0 0 0,-1 0 72 0 0,-1 0 16 0 0,-2 4 0 0 0,-1 1 0 0 0,0 2 16 0 0,0 0 8 0 0,1-1 0 0 0,1-2 0 0 0,1-2-88 0 0,2-1-24 0 0,0-1 0 0 0,2-1 0 0 0,2-3-96 0 0,-1 1-16 0 0,1 1-8 0 0,0 0 0 0 0,2-1-16 0 0,-1 1-64 0 0,2-2 96 0 0,0-1-32 0 0,0 0 0 0 0,1-2 0 0 0,1-1 0 0 0,0-1 0 0 0,1-2-64 0 0,2-1 80 0 0,-1-1-80 0 0,0-1 80 0 0,1-1-80 0 0,0 0 0 0 0,1-1 0 0 0,0-3 0 0 0,1 0 0 0 0,0-2 0 0 0,-1-1 0 0 0,0-1 64 0 0,1 1-64 0 0,-3-2 0 0 0,0 0 0 0 0,1-1 0 0 0,-2 2-64 0 0,-2-1-32 0 0,1 1-8 0 0,-2 0 0 0 0,0 3-24 0 0,-2 0-8 0 0,1 3 0 0 0,-2 0 0 0 0,-1 3 40 0 0,-2 2 16 0 0,1 0 0 0 0,-2 2 0 0 0,0 1 80 0 0,0 2-80 30-18,-1 0 80-1 0,1 1-80-1-1,2 0 80-28 19,1 1 0 0 0,0 0 64 0 0,2-1-64 0 0,2 0 96 0 0,1-1-24 0 0,0-1 0 26-18,2-1 0-26 18,2-1 0 0 0,-1-1 0 0 0,2 0 0 0 0,2-1 0 0 0,-1-1-8 0 0,1-2-64 0 0,1 0 96 26-18,1 0-32-26 18,0-2 0 0 0,1 0-64 0 0,-1 0 96 0 0,1-3-32 0 0,-2 1-64 0 0,0 0 64 0 0,-1 0-64 0 0,-1 0 64 0 0,-1 0-64 27-20,0 0 0-27 20,-2 0 0 0 0,-1 1 0 0 0,0 0 0 0 0,-1 0 0 0 0,-1 2 0 0 0,0-2 0 0 0,0 2 0 0 0,-1-1 0 0 0,0 1 0 0 0,0-1 0 0 0,1 1 0 0 0,1 0-112 0 0,0-1 16 0 0,-1-1 0 0 0,2 2-360 0 0,0-2-72 0 0,2 0-16 0 0,-1 0-8320 0 0</inkml:trace>
  <inkml:trace contextRef="#ctx0" brushRef="#br0" timeOffset="9">745 1994 5063 2858 3481,'0'-1'448'0'0,"1"-1"-352"0"0,-1 1-96 0 0,0 1 0 0 0,0 0 736 0 0,0 0 128 0 0,0-1 24 0 0,-1-1 8 0 0,-1 0 192 0 0,-1 1 32 0 0,-2 2 16 0 0,0 2 0 0 0,-2 2-464 0 0,0 0-88 0 0,-2 4-16 0 0,0-1-8 0 0,-1 4-104 0 0,-1 1-16 0 0,-2 2-8 0 0,-1 1 0 0 0,-1 3-32 0 0,-1 0-8 0 0,0 1 0 0 0,2-1 0 0 0,-1 2 0 0 0,0-3 0 0 0,1 2 0 0 0,1-4 0 0 0,4-3-40 0 0,-2 1 0 0 0,1 0-8 0 0,-1 0 0 0 0,1 1-120 0 0,0-1-32 0 0,1 1 0 0 0,-1-1 0 0 0,2 0-96 0 0,-1-1-32 0 0,2-1 0 0 0,-1-1 0 0 0,3 0 0 0 0,-1-2-64 0 0,-1 0 96 0 0,1-1-32 0 0,1 1-64 0 0,1-2 0 0 0,2-1 0 0 0,0-2 0 0 0,1 0 0 0 0,-1-1 0 0 0,2-2 0 0 0,0 0 0 0 0,0-1 0 0 0,2-1 0 0 0,0-2 64 0 0,0-2-64 0 0,3-2 64 0 0,-3 0-64 0 0,2-1 96 0 0,0 0-32 0 0,-1-1-64 0 0,-2 0 0 0 0,1 0 0 0 0,-1 1 0 0 0,-2 0 0 0 0,-1 1 0 0 0,1 1 0 0 0,-2 2 0 0 0,0 0 0 0 0,1 3-88 0 0,-2 0 88 0 0,1 1-64 0 0,-2 2 64 0 0,1 2-104 0 0,0 0 40 0 0,-1 2 64 0 0,-1 1-80 0 0,1 0 80 0 0,1 0 0 0 0,1 1-72 0 0,-1 0 72 0 0,0-2 0 0 0,3 1 0 0 0,-1-1 0 0 0,2 0 0 0 0,0-1 0 0 0,2-2 0 0 0,0 0 0 0 0,1 0 0 28-19,0-3 0-28 19,1 1 0 0 0,0-2 0 0 0,1 0 0 0 0,1-2 0 0 0,0 0 0 0 0,0-1 0 0 0,-1 0 0 0 0,0-1 0 0 0,-1 1 0 0 0,-1-1 0 0 0,-1 0 0 0 0,-1 1 0 0 0,-1 1 0 0 0,-2-1 0 0 0,1 1 0 0 0,-3-1 0 0 0,0 2 0 0 0,-1 0 0 0 0,1 1 0 26-18,-2 0 0-26 18,0 1 0 0 0,0 1 0 0 0,-1 0 0 0 0,2 2 0 0 0,-1 1 0 0 0,0-1 0 0 0,1 2 0 0 0,0 0 0 0 0,1 0 0 0 0,-1 0 0 0 0,1 2 0 0 0,2-1 0 0 0,0-1 0 0 0,1 1 0 0 0,1-2-96 0 0,1-1 16 0 0,0 0 8 0 0,0 0-6080 0 0,2-1-1216 0 0</inkml:trace>
  <inkml:trace contextRef="#ctx0" brushRef="#br0" timeOffset="10">767 2649 1839 2950 3173,'1'-1'160'0'0,"-1"1"-160"0"0,0 0 0 0 0,0-1 0 0 0,0 0 528 0 0,0 1 72 0 0,0-1 8 0 0,1-2 8 0 0,-1 0 296 0 0,1 0 56 0 0,0 0 16 0 0,-1 1 0 0 0,1 0 80 0 0,0 0 24 0 0,-1 0 0 0 0,0 0 0 0 0,0 1-48 0 0,1 0-8 0 0,-1 0 0 0 0,0 0 0 0 0,0 0-264 0 0,0 1-48 0 0,-1 1-16 0 0,1 1 0 0 0,-2 1-232 0 0,-1 2-56 0 0,1 2 0 0 0,-1-1-8 0 0,2 0-216 0 0,-2 2-48 0 0,-1 3-8 0 0,0 3 0 0 0,-1 2-24 0 0,-1 2-8 0 0,1 4 0 0 0,0 0 0 0 0,-2-1 24 0 0,3 0 0 0 0,-1-4 0 0 0,1 1 0 0 0,1-2-32 0 0,-1-1-8 0 0,2-2 0 0 0,-2 1 0 0 0,1 2 8 0 0,0 0 0 0 0,0 0 0 0 0,-2 2 0 0 0,2-1 0 0 0,-1-2 0 0 0,0-1 0 0 0,1-2 0 0 0,0-2-8 0 0,0-1 0 0 0,1 0 0 0 0,1-3 0 0 0,1 0-24 0 0,0-2 0 0 0,0 0 0 0 0,0-1 0 0 0,0-1-64 0 0,1-1 64 0 0,0-1-64 0 0,0-1 64 0 0,0-1-64 0 0,-1-1 80 0 0,2-1-80 0 0,-1-2 80 0 0,1 0-16 0 0,-2 0-64 0 0,0 0 96 0 0,0-1-32 0 0,0-1-64 0 0,-1 0 0 0 0,-2 0 0 0 0,1 2 0 0 0,-1 0-120 0 0,-2 2 16 0 0,1 1 0 0 0,-1 1 0 0 0,0 2 8 0 0,0 2 0 0 0,-1 0 0 0 0,0 2 0 0 0,-1 0 96 0 0,1 2-96 0 0,0 1 96 0 0,0-1-96 0 0,1 1 96 0 0,1-1 0 0 0,0 1 0 0 0,2-1-72 0 0,0 1 72 0 0,1-3 0 0 0,1 1 0 0 0,0-1 0 0 0,3 0 0 0 0,-1 0 0 0 0,2-1 0 0 0,0-1 0 0 0,2-1 0 0 0,1 0 0 0 0,0-2 0 0 0,1 0 0 0 0,-1-1 0 0 0,0 0 0 0 0,-2-1 0 0 0,2 0 0 0 0,-1-1 0 0 0,-1 0-64 0 0,-1 0 64 0 0,0 0-64 0 0,-2 0 64 0 0,-1 1 0 0 0,0 0 0 0 0,-2 0-64 0 0,0 2 64 0 0,-2-1 0 0 0,0 1 0 0 0,-1 1 0 0 0,-1 0 0 0 0,0 1 0 0 0,-1 0 0 0 0,1 1 0 0 0,-1 0 0 0 0,0 1 64 0 0,-1 1-64 0 0,1-1 64 0 0,1 1-64 0 0,0 0 64 0 0,1 0-64 23-19,2-1 64-23 19,0 0-64 0 0,1 0 0 0 0,1 0 0 0 0,2-1 0 0 0,0-1 0 0 0,0 0 0 0 0,3-1 0 0 0,0 0 0 0 0,1-1-112 0 0,0-1-8 22-21,0 1 0-22 21,2-2 0 0 0,-1 0-608 0 0,2 1-120 0 0</inkml:trace>
  <inkml:trace contextRef="#ctx0" brushRef="#br0" timeOffset="11">1423 2479 3223 2594 3598,'-1'-1'288'0'0,"1"0"-288"0"0,0 0 0 0 0,0 1 0 0 0,-1 0 864 0 0,0-1 128 0 0,1 1 16 0 0,-1-1 8 0 0,0 0 264 0 0,0 1 48 0 0,0 2 16 0 0,-1 2 0 0 0,1 2-440 0 0,-1 1-80 0 0,0 4-24 0 0,1 2 0 0 0,-1 2-104 0 0,0 2-24 0 0,1 2-8 0 0,-1 0 0 0 0,0 0-200 0 0,1 0-40 0 0,0 1-8 0 0,-1 0 0 0 0,2 0-24 0 0,-2-2-8 0 0,0-1 0 0 0,1 1 0 0 0,1 2-120 0 0,0-3-24 0 0,0-1-8 0 0,0-2 0 0 0,0 0-104 0 0,0-3-16 0 0,1-1-8 0 0,-1-1 0 0 0,1-1-40 0 0,0 0 0 0 0,0-2-64 0 0,0-2 96 0 0,-1 0-96 0 0,0 0 72 0 0,0-2-72 0 0,0 1 64 0 0,0-3-64 0 0,0 0 0 0 0,0 1 72 0 0,0-2-72 0 0,0 1 0 0 0,0-4 72 0 0,0 1-72 0 0,-2-3 0 0 0,0 1 88 0 0,1-1-88 0 0,-2 0 80 0 0,0 1-80 0 0,0 1 0 0 0,-2 1 0 0 0,0 2 0 0 0,0 0 0 0 0,-1 1 0 0 0,-2 1 0 0 0,1 2 0 0 0,-1-2 0 0 0,0 4 0 0 0,0 0 0 0 0,2 0 0 0 0,0 0 0 0 0,2-1 0 0 0,-1 1 0 0 0,2 0 0 0 0,0 0 0 0 0,1-1 0 0 0,2 1 0 0 0,0 0 0 0 0,2-2 0 0 0,1 1 0 0 0,0-2 0 0 0,2 0 0 0 0,1-1 0 0 0,2-2 0 0 0,-1 1 0 0 0,1-2 0 0 0,1 0 0 0 0,-1-2 0 0 0,-2 1 0 0 0,-1 1 0 0 0,0-2 0 0 0,1 1 0 0 0,-1-1 0 0 0,-1-1 0 0 0,-1 0 0 0 0,-1 1 0 0 0,-3 2 0 0 0,0 0 0 0 0,-2 0 0 0 0,-1 1 0 0 0,-2 0 0 0 0,0 3 0 0 0,-3-1 0 0 0,1 1 0 0 0,2 0 0 0 0,1-1 0 0 0,-1 2 0 0 0,0-1 0 0 0,0 1 72 0 0,1 1-72 0 0,1-1 64 0 0,1 0-64 0 0,1 0 0 0 0,1 0 0 0 0,1-1 64 0 0,1 1-64 0 0,1-2 0 0 0,1 0 0 0 0,2 0 0 0 0,2-2-176 0 0,-1 0-24 0 0,3-1-8 0 0,0 0 0 0 0,0-1-880 0 0,0-1-184 0 0</inkml:trace>
  <inkml:trace contextRef="#ctx0" brushRef="#br0" timeOffset="12">1944 2389 3679 2183 3661,'1'-1'160'0'0,"0"-1"40"0"0,-1 1-200 0 0,1 1 0 0 0,0 0 0 0 0,-1 0 0 0 0,0-1 760 0 0,1 1 104 0 0,0 0 32 0 0,0 1 0 0 0,-1 0 192 0 0,0 2 32 0 0,0 1 16 0 0,-1 1 0 0 0,0 3-48 0 0,0-1 0 0 0,-1 2-8 0 0,0 1 0 0 0,0 3-208 0 0,1-1-40 0 0,-2 4 0 0 0,2 0-8 0 0,-1 2-296 0 0,-1 0-56 0 0,1 0-16 0 0,0-1 0 0 0,1-3-144 0 0,-2 1-32 0 0,1-1-8 0 0,0 2 0 0 0,-1-2-112 0 0,0 1-32 0 0,0 1 0 0 0,0-2 0 0 0,0 2-8 0 0,0 0-8 0 0,0-1 0 0 0,1-1 0 0 0,0 0-112 0 0,1-1 0 0 0,0-2-72 0 0,-1 0 72 0 0,1-1 104 0 0,0-1 72 0 0,1 0 16 0 0,-1-1 0 0 0,-1-1-192 0 0,1-1 0 0 0,1-1 0 0 0,0 1 64 0 0,-1-2-64 0 0,0 0 0 0 0,1-1 0 0 0,0-1 0 0 0,0 1 64 0 0,0-2-64 0 0,0-1 80 0 0,1 1-80 0 0,0-1 64 0 0,-1 0-64 0 0,0 0 0 0 0,0 0 72 0 0,1-1-72 0 0,-1 1 0 0 0,0 0 72 0 0,0 0-72 0 0,0 0 0 0 0,0 0 72 0 0,5-9-72 0 0,-5 5 0 0 0,0 2 64 0 0,-1-1-64 0 0,0 0 0 0 0,-1-1 0 0 0,0 0 0 0 0,-1 2 0 0 0,0 0 0 0 0,-2 1 0 0 0,1 1 0 0 0,-3 0 0 0 0,1 2 0 0 0,-1 0 0 0 0,-1 2 0 0 0,0-1 0 0 0,1 1-64 0 0,0 0 64 0 0,1 0 0 0 0,1 0 0 0 0,1 0 0 0 0,-1 0 0 0 0,2 0 0 0 0,1-1 0 0 0,1 0 0 0 0,1-1 0 0 0,0 2 0 0 0,1-1 0 0 0,1-1 0 0 0,1 0 0 0 0,2 0 0 0 0,-1-2 0 0 0,2 1 0 0 0,1-2 0 0 0,1 1 0 0 0,0-2 0 0 0,0 0 0 0 0,0-1 0 0 0,1-1 0 0 0,0 1 0 0 0,-1-1-80 0 0,-2 1 80 0 0,-1-1-72 0 0,-2 2 72 0 0,-2 0-96 0 0,-1 1 96 0 0,-1 1-64 0 0,-3-1 64 0 0,-1 2 0 0 0,-1 0 0 0 0,-2 1 0 0 0,-2 0 0 0 0,1 2 0 0 0,0-1 0 0 0,2-1 0 0 0,-1 1 0 0 0,1-1 64 0 0,0 1-64 0 0,2 0 80 0 0,1-1-80 0 0,0 1 80 0 0,2-1-80 0 0,1 0 0 0 0,0 0 0 0 0,2 0 0 0 0,1-1 0 0 0,1 0-104 0 0,1-1-48 0 0,2 0-8 0 0,1 0-6328 0 0,1-1-1264 0 0</inkml:trace>
  <inkml:trace contextRef="#ctx0" brushRef="#br0" timeOffset="13">1336 2930 5703 2583 3261,'2'0'512'0'0,"-2"0"-416"0"0,1 0-96 0 0,0 0 0 0 0,-1-1 0 0 0,0 1 0 0 0,0 0 0 0 0,0 0 0 0 0,1 0 0 0 0,0 0 0 0 0,-1 0 0 0 0,0 0 0 0 0,0 0 0 0 0,0 0 0 0 0,0 0 0 0 0,0 0 0 0 0,0 0 0 0 0,0 0 0 0 0,0 0 0 0 0,0 0 0 0 0</inkml:trace>
  <inkml:trace contextRef="#ctx0" brushRef="#br0" timeOffset="14">1357 2915 5623 2570 3261,'0'0'504'0'0,"0"0"-408"0"0,0 0-96 0 0,0 0 0 0 0,1 0 384 0 0,-1-1 48 0 0,0 0 16 0 0,0 1 0 0 0,1-1 152 0 0,0-1 24 0 0,0 1 8 0 0,-1 1 8 0 0,0 0 24 0 0,0 0 8 0 0,0 0 0 0 0,0 0 0 0 0,0 0-24 0 0,2-8-8 0 0,0 7 0 0 0,-2 1 8 0 0,1 0-72 0 0,-1 0-24 0 0,0 0 0 0 0,0 0 8 0 0,-1 0-136 0 0,1 0-24 0 0,-2 2-8 0 0,0 0 8 0 0,-1 2-160 0 0,-1 1-32 0 0,-1 1-8 0 0,-1 1 8 0 0,0 2-80 0 0,-2 3-24 0 0,1 2 0 0 0,-3 2 8 0 0,0-1-112 0 0,0 2 72 0 0,-1-1-72 0 0,-1 0 72 0 0,0 2 32 0 0,0-1 8 0 0,1-1 0 0 0,1-2 8 0 0,1-2-16 0 0,0 0 0 0 0,0-1 0 0 0,1 0 8 0 0,1-1-40 0 0,-2 0-8 0 0,2 0 0 0 0,0-1 8 0 0,0-1 56 0 0,1 0 16 0 0,0-2 0 0 0,1 1 16 0 0,0-1-72 0 0,0 0-16 0 0,1-1 0 0 0,0-1 0 0 0,0-1-72 0 0,2 0 96 0 0,0-1-96 0 0,0-1 96 0 0,2 0-96 0 0,0-1 0 0 0,0 0 0 0 0,2-1 64 0 0,0-2-64 0 0,0 0 0 0 0,2-2 0 0 0,0 1 0 0 0,0-1 64 0 0,0-2-64 0 0,0 1 0 0 0,-1 0 64 0 0,-1 0-64 0 0,-1 1-96 0 0,0-1 16 0 0,-1 2 8 0 0,-1 0-16 0 0,-1 1 0 0 0,1 0 0 0 0,-2 2 0 0 0,1 2-88 0 0,-2 1-16 0 0,0 1-8 0 0,-1 2 0 0 0,0 0 64 0 0,-1 0 8 0 0,2 2 8 0 0,-1-1 0 0 0,1 0 120 0 0,1 0 0 0 0,0-1 0 0 0,1-1 0 0 0,0 1 0 0 0,1-1 0 0 0,1 0 0 0 0,1 0 0 0 0,-1-2 0 0 0,2 1 0 0 0,-1-3 0 0 0,2 1 0 0 0,0-1 0 0 0,1-1 0 0 0,0 0 0 0 0,1-2 0 0 0,1 1 64 0 0,-1-1-64 0 0,-1 0 0 0 0,-1 0 0 0 0,0 0 64 0 0,0 0-64 0 0,-2 0 0 0 0,0 1 0 0 0,-1-1 0 0 0,0 2 0 0 0,0-2 0 0 0,-1 1 0 0 0,1 1-280 0 0,-1-2-8 0 0,0 2 0 0 0,1-2 0 0 0,1 1-688 0 0,1-1-144 0 0</inkml:trace>
  <inkml:trace contextRef="#ctx0" brushRef="#br0" timeOffset="15">1376 2883 5815 2500 2998,'-1'-5'128'0'0,"1"4"24"0"0,-1-1 8 0 0,0 1 0 0 0,1 1-160 0 0,0-1 0 0 0,0 1 0 0 0,0 0 0 0 0,1 0 1232 0 0,0 0 208 0 0,0 1 48 0 0,-1 2 8 0 0,2 0-480 0 0,0 2-96 0 0,0 1-24 0 0,1 0 0 0 0,0 2-168 0 0,0 0-40 0 0,1 2-8 0 0,1 1 0 0 0,1 0-232 0 0,0 1-40 0 0,0 2-16 0 0,1-1 0 0 0,-1 1-72 0 0,0-1-24 0 0,1 0 0 0 0,0 0 0 0 0,-1-1-32 0 0,2 1-8 0 0,-3-1 0 0 0,1 0 0 0 0,-1-1-104 0 0,1 1-24 0 0,1 1-8 0 0,-2 0 0 0 0,1 0-48 0 0,1 0-8 0 0,-2-1 0 0 0,1 0 0 0 0,0 0 8 0 0,0 0 0 0 0,0-2 0 0 0,-2 0 0 0 0,2 0-8 0 0,-2-1 0 0 0,1 0 0 0 0,-1-2 0 0 0,-2-2-64 0 0,1 0 0 0 0,0 2 72 0 0,-1-2-72 0 0,0-1 0 0 0,0 0 72 0 0,1-1-72 0 0,-2-1 0 0 0,0-1 104 0 0,1 0-32 0 0,0-2-8 0 0,-1 0 0 0 0,1-2 0 0 0,0 0-64 0 0,-1-1 96 0 0,-1 0-32 0 0,0 0-64 0 0,0-1 80 0 0,-1 0-80 0 0,-2 0 80 0 0,1 0-80 0 0,-2 2 0 0 0,0 0 0 0 0,-1 0 0 0 0,-1 2 0 0 0,-1 0 0 0 0,1 2-64 0 0,0 0 64 0 0,0-1 0 0 0,0 3-88 0 0,1 0 88 0 0,0 0-64 0 0,1 1 64 0 0,2 0 0 0 0,-1-1 0 0 0,2-1 0 0 0,1 1 0 0 0,0 1 0 0 0,2-1 0 0 0,1-1 0 0 0,1 0 0 0 0,0 0 0 0 0,2-1 0 0 0,-1-1 0 0 0,-1 1 0 0 0,1-2 0 0 0,2 1 0 0 0,-1-1 0 0 0,0 0-64 0 0,-1-1 64 0 0,-1 1-64 0 0,0-1 64 0 0,-2 0-96 0 0,-1 2 16 0 0,-1-2 8 0 0,0 0 0 0 0,-2 1 72 0 0,0 0 0 0 0,-1-1-72 0 0,1 2 72 0 0,0-1 0 0 0,-1 1 0 0 0,-1 0 0 0 0,-2 1 0 0 0,0 0 0 0 0,0 1 0 0 0,0-1 0 0 0,0 1 0 0 0,3 0 0 0 0,-1 0 0 0 0,2 0 0 0 0,0 0 0 0 0,1-1 0 0 0,0 0-88 0 0,1 1 88 0 0,0 0-64 0 0,2-1-296 0 0,-1 1-56 0 0,0 0-16 0 0,1-2-8624 0 0</inkml:trace>
  <inkml:trace contextRef="#ctx0" brushRef="#br0" timeOffset="16">1531 3294 1375 2413 2601,'0'0'128'0'0,"0"0"-128"0"0,0-1 0 0 0,0 1 0 0 0,0 0 744 0 0,0 0 128 0 0,0-1 24 0 0,0 0 8 0 0,0 0 312 0 0,0 0 56 0 0,0 0 8 0 0,0 1 8 0 0,0 0-80 0 0,0 0-24 0 0,0 0 0 0 0,0 0 0 0 0,0 0-392 0 0,0 0-88 0 0,0 0-8 0 0,0 0-8 0 0,0 0-288 0 0,2 9-56 0 0,-2-4-16 0 0,-1 0 0 0 0,0 4-8 0 0,1 1 0 0 0,-1 1 0 0 0,0 2 0 0 0,0 0 0 0 0,0 0 0 0 0,1 0 0 0 0,-1 1 0 0 0,-1-1-80 0 0,2 0-16 0 0,-1-1-8 0 0,0 0 0 0 0,1-2-80 0 0,0 0-8 0 0,1-1-8 0 0,0-1 0 0 0,-1 1-56 0 0,1-1 0 0 0,-1-1-64 0 0,1 0 96 0 0,-1 1-32 0 0,0 0-64 0 0,0 1 88 0 0,0-1-88 0 0,0 0 112 0 0,-1-1-32 0 0,0 1-8 0 0,1-2 0 0 0,0 0 8 0 0,0 0 0 0 0,0-2 0 0 0,0 0 0 0 0,0 1-16 0 0,0-2-64 0 0,0 0 96 0 0,0-1-32 0 0,1-2-64 0 0,-1 0 64 0 0,1 0-64 0 0,-1 1 64 0 0,0-1-64 0 0,0-1 0 0 0,0 2 0 0 0,0-1 64 0 0,0-1 0 0 0,0 0-64 0 0,0 1 96 0 0,0 0-32 0 0,0 0 32 0 0,0 0 0 0 0,0 0 0 0 0,-3-8 0 0 0,2 4-96 0 0,1 2 0 0 0,-1 0 0 0 0,-1 0 0 0 0,0 0 0 0 0,0 0 0 0 0,0-1-80 0 0,-1-1 80 0 0,-2 0 0 0 0,1 0 0 0 0,-2-2-64 0 0,2 2 64 0 0,1 1-96 0 0,-2-1 8 0 0,-1-1 0 0 0,-1 0 0 0 0,-1 0 88 0 0,2 1-104 0 0,-1 1 40 0 0,1-1 64 0 0,0 1-128 0 0,1 0 32 0 0,1 1 0 0 0,-1 0 8 0 0,0 0 88 0 0,1 0 0 0 0,-1-1-72 0 0,1 2 72 0 0,-1-2 0 0 0,1 0 0 0 0,1 1-72 0 0,0 1 72 0 0,1-1 0 0 0,-1 1 0 0 0,3-1 0 0 0,-1 0 0 0 0,0 1 0 0 0,1 0 0 0 0,1 1 0 0 0,0-1 0 0 0,1 0 0 0 0,1 0 0 0 0,1 1 0 0 0,0-1 0 0 0,1 0 0 0 0,1 0 0 0 0,2 0 0 0 0,0 0 0 0 0,2 0 80 0 0,0-1-80 0 0,1 1 80 0 0,-2 0-80 0 0,2-1 72 0 0,-1 1-72 0 0,2 1 64 0 0,-2 0-64 0 0,1 0 0 0 0,-1 0 0 0 0,0 0 0 0 0,0 0 0 0 0,-1 0 0 0 0,0 0 0 0 0,-2 1 0 0 0,0 1 0 0 0,-1-1 0 0 0,-2 0 0 0 0,1 0 0 0 0,-2 1 0 0 0,0-1 0 0 0,1 0 0 0 0,-1 1 0 0 0,-1-1 0 0 0,1 2 0 0 0,-1-2 0 0 0,0 1 64 0 0,1 1-64 0 0,-2-2 0 0 0,0 2 0 0 0,0-2 0 0 0,0 1 0 0 0,0 0 64 0 0,-2 0-64 0 0,0 0 64 0 0,0 1-64 0 0,-1 1 96 0 0,-1-1-32 0 0,0 1 0 0 0,-1 0 0 0 0,-1 0 8 0 0,1-1 0 0 0,-3 2 0 0 0,0 0 0 0 0,1 2-72 0 0,-2-2 96 0 0,1 1-96 0 0,0 0 96 0 0,-1 0-96 0 0,1 0 80 0 0,1 0-80 0 0,0-1 80 0 0,0 1-80 0 0,1 0 64 0 0,2 0-64 0 0,0-1 64 0 0,0-2-64 0 0,2 0 0 0 0,-1 0 0 0 0,0-1 0 0 0,2-1 0 0 0,0 1 0 0 0,0-1 0 0 0,1-1 0 0 0,0 0-160 0 0,1 0-32 0 0,0-1 0 0 0,1-1-6448 0 0,1 1-1296 0 0</inkml:trace>
  <inkml:trace contextRef="#ctx0" brushRef="#br0" timeOffset="17">2490 2401 5703 2183 3536,'2'0'512'0'0,"-2"0"-416"0"0,0 0-96 0 0,0-1 0 0 0,0 1 0 0 0,0 0 0 0 0,-1-1 0 0 0,0 1 0 0 0,-1-1 0 0 0,0 0 0 0 0,0 1 0 0 0,1-2 0 0 0,-1 2 0 0 0,0-1 0 0 0,1 0 0 0 0,1 1 0 0 0,-1 0 0 0 0,1 0 0 0 0,-2-1 0 0 0,2 1 0 0 0,0 0 0 0 0,-1 0 0 0 0,1-1 0 0 0,-2 1 0 0 0,1 0 0 0 0,0-1 0 0 0,0 0 0 0 0,-1 1 0 0 0,1 0 0 0 0,-1-1 0 0 0,1 1-96 0 0,-1-1 32 0 0,1 0 64 0 0,-1 1-96 0 0,1-1 96 0 0,-1 1 0 0 0,1-1 0 0 0,0 0 0 0 0,0 0 104 0 0,-1 0-8 0 0,2 0 0 0 0,-2 1 0 0 0,1-1-176 0 0,0 1-40 0 0,0-1-8 0 0,0 0 24 0 0,0 0 24 0 0,-1 1 8 0 0,2 0 0 0 0,0-1 0 0 0,-1-1 328 0 0,1 1 72 0 0,-1 0 16 0 0,0-1 16 0 0,1 1 152 0 0,0 0 32 0 0,0 0 8 0 0,0 0 0 0 0,0 0 56 0 0,0 0 0 0 0,0 0 8 0 0,0 0 0 0 0,0 1-56 0 0,0 0-16 0 0,0 0 0 0 0,0 1 24 0 0,0 0-120 0 0,0 1-32 0 0,-1 1 0 0 0,1 1 0 0 0,-1 0-72 0 0,1 1-24 0 0,-1 2 0 0 0,0 0 24 0 0,1 2 32 0 0,-1 1 8 0 0,0 1 0 0 0,1 0 0 0 0,-1 1-40 0 0,1 2-8 0 0,-2 2 0 0 0,1 2 0 0 0,0 0 48 0 0,-1 2 16 0 0,0-2 0 0 0,1 1 16 0 0,0-2-120 0 0,-1-2-16 0 0,1 0-8 0 0,0-1 0 0 0,1-1-112 0 0,-1-1-32 0 0,1-2 0 0 0,-1 0 0 0 0,1 1-40 0 0,0-2-16 0 0,0 0 0 0 0,0-1 0 0 0,1-1 0 0 0,-1 0 0 0 0,0-2 0 0 0,1-1 0 0 0,-1 0 24 0 0,0 0 8 0 0,0-1 0 0 0,0 0 0 0 0,0-1-32 0 0,1-1-8 0 0,-1 2 0 0 0,0-2 0 0 0,1 1 0 0 0,-1-1 0 0 0,1 0 0 0 0,-1 0 0 0 0,1 0 0 0 0,0 0 0 0 0,-1-1 0 0 0,0 0 0 0 0,1 1 0 0 0,-1-1 0 0 0,1 0 0 0 0,0 0 0 0 0,-1 0-64 0 0,0 0 0 0 0,0 0 0 0 0,0 0 0 0 0,0 0 64 0 0,3-9 0 0 0,-4 6 0 0 0,1 0 0 0 0,0 0-64 0 0,-2-1 0 0 0,-1-1 0 0 0,-1 1 0 0 0,1 0 0 0 0,-1-1 0 0 0,-1 0 0 0 0,1-1 0 0 0,-2 2 0 0 0,-1-2 0 0 0,2 1 0 0 0,-2 0 0 0 0,1 1-104 0 0,-1-1-16 0 0,0 2 0 0 0,-1-2 0 0 0,1 3 24 0 0,-2-2 0 0 0,2 1 0 0 0,-1 2 0 0 0,0-2 24 0 0,1 1 8 0 0,0 0 0 0 0,1 0 0 0 0,1 0 64 0 0,2 0 0 0 0,-1 0 0 0 0,2 0 0 0 0,-1 1 0 0 0,1-1 0 0 0,1 0 0 0 0,0 1 0 0 0,1-1 0 0 0,0 1 0 0 0,2-1 0 0 0,-1 0 0 0 0,1 1 0 0 0,0-2 0 0 0,2 2 0 0 0,1-2 0 0 0,2 1 0 0 0,0-1 0 0 0,0 2 0 0 0,1-1 0 0 0,2 1 0 0 0,1 0 0 0 0,0 0 0 0 0,1 0 0 0 0,0 1 0 0 0,0 1 0 0 0,0 0 64 0 0,-1 0-64 0 0,1 0 0 0 0,-2 1 0 0 0,1 0 0 0 0,-1 0 0 0 0,0 0 0 0 0,0 0 0 0 0,-1-1 0 0 0,-2 0 0 0 0,2 0 0 0 0,-2 0 0 0 0,0-1 0 0 0,-2 0 0 0 0,0 0 0 0 0,-1 0 0 0 0,0 0 0 0 0,-1 0 0 0 0,-1 0 0 0 0,-1 0 0 0 0,-1 0 0 0 0,0 1 0 0 0,0 0 0 0 0,-1-1 0 0 0,-1 1 0 0 0,-1 1 0 0 0,1 0 0 0 0,-2 1 0 0 0,-1 0 0 0 0,-1 1 0 0 0,0 0 0 0 0,0 1 0 0 0,-2-1 0 0 0,1 2 0 0 0,0-1 64 0 0,-3 3-64 0 0,1-2 64 0 0,-1 1-64 0 0,1 0 0 0 0,-2 0 64 0 0,1 0-64 0 0,1 1 0 0 0,1-2 96 0 0,1 1-8 0 0,0-1-8 0 0,0-1 0 0 0,1 2-16 0 0,2-3 0 0 0,-1 0 0 0 0,3 0 0 0 0,-2-2 0 0 0,2 1 0 0 0,-1-1 0 0 0,2 0 0 0 0,0-1-64 0 0,-1 0 0 0 0,2 0 0 0 0,0 0 0 0 0,0-1 0 0 0,0 0 0 0 0,0 0 0 0 0,0 0 0 0 0,0 0-192 0 0,0 0-48 0 0,0-1-16 0 0,0 1-6336 0 0,0 0-1280 0 0</inkml:trace>
  <inkml:trace contextRef="#ctx0" brushRef="#br0" timeOffset="18">1822 2866 2303 2533 3183,'0'2'200'0'0,"0"-2"-200"0"0,1 0 0 0 0,-1 0 0 0 0,0 1 448 0 0,0 0 56 0 0,0-1 8 0 0,2 1 0 0 0,-1 1 192 0 0,0-1 48 0 0,0 0 8 0 0,0 0 0 0 0,1 0 48 0 0,-2 0 16 0 0,1-1 0 0 0,0 0 0 0 0,-1 1-56 0 0,0 0 0 0 0,0-1-8 0 0,0 0 0 0 0,0-1-152 0 0,0 1-24 0 0,0 0-8 0 0,0 0 0 0 0,0 0 0 0 0,0 0-8 0 0,0 0 0 0 0,0 0 0 0 0,-5-8-216 0 0,4 7-32 0 0,-1 0-16 0 0,0-2 0 0 0,-1 1-136 0 0,1-1-24 0 0,-2-1-8 0 0,0-1 0 0 0,0 1-48 0 0,0-1-16 0 0,-1-1 0 0 0,0 0 0 0 0,0 0 8 0 0,1-1 0 0 0,-2 1 0 0 0,1-1 0 0 0,1 2 8 0 0,0 0 0 0 0,1 1 0 0 0,0-1 0 0 0,0 2 72 0 0,1 0 8 0 0,0 1 8 0 0,0-1 0 0 0,1 2-80 0 0,-1-2-8 0 0,1 3-8 0 0,0-2 0 0 0,0 1-80 0 0,1 0 96 0 0,0 0-96 0 0,0 0 96 0 0,0 0-96 0 0,0 0 0 0 0,0 0 72 0 0,-1 1-72 0 0,1-1 0 0 0,0 0 72 0 0,0 1-72 0 0,0-1 0 0 0,1 1 80 0 0,-1 0-80 0 0,0 0 64 0 0,0 0-64 0 0,1 0 64 0 0,2 0-64 0 0,-3 0 64 0 0,0 0-64 0 0,11 2 0 0 0,-6-1 0 0 0,3-1 64 0 0,-1 0-64 0 0,2 1 0 0 0,2-1 96 0 0,0 1-96 0 0,0-1 96 0 0,2 1-96 0 0,-1-1 96 0 0,1 0-96 0 0,0 1 96 0 0,1-1-32 0 0,-1 1-64 0 0,1-1 96 0 0,-2 1-32 0 0,0-1 16 0 0,-2 2 0 0 0,0-1 0 0 0,-1-1 0 0 0,0 1-80 0 0,-3 1 64 0 0,0-1-64 0 0,-1 1 64 0 0,-2 0 0 0 0,-1-1 0 0 0,0 1 0 0 0,-2 0 0 0 0,0 1-64 0 0,0-1 0 0 0,-3 1 0 0 0,0 2 0 0 0,-1-2 64 0 0,0 1 0 0 0,-1 1 0 0 0,-1 0 0 0 0,-1 1 0 0 0,0 1 0 0 0,-2 1 0 0 0,0-1 0 0 0,0 1-64 0 0,0-1 0 0 0,-1 2 0 0 0,1-1 0 0 0,-1 0 0 0 0,1-1 80 0 0,1-1-80 0 0,1 0 80 0 0,-1 0-80 0 0,2-1 64 0 0,0 0-64 0 0,1-2 64 0 0,1 1-64 0 0,0-2 0 0 0,1 2 0 0 0,1-3 0 0 0,0 1 0 0 0,0-1 0 0 0,2-1 0 0 0,0 0 0 0 0,0 0 0 0 0,0 0 0 0 0,0 0 0 0 0,2-2 0 0 0,1 1-384 0 0,2-2-8 0 0,0 0-8 0 0,3-1-9200 0 0</inkml:trace>
  <inkml:trace contextRef="#ctx0" brushRef="#br0" timeOffset="19">1204 3169 4631 2652 2994,'-2'-1'416'0'0,"2"1"-336"0"0,-1 0-8 0 0,0 0 0 0 0,1 0 0 0 0,0 0 24 0 0,-1 0-160 0 0,0 0-32 0 0,0 0-8 0 0,0 0 16 0 0,-1 0 88 0 0,0 1 0 0 0,1 0 0 0 0,-1-1 0 0 0,0 1 0 0 0,-1-1 0 0 0,2 0 0 0 0,-2 0 0 0 0,1-1 0 0 0,-1-1 0 0 0</inkml:trace>
  <inkml:trace contextRef="#ctx0" brushRef="#br0" timeOffset="20">1093 3220 2759 2773 3070,'0'0'248'0'0,"0"1"-248"0"0,0-1 0 0 0,0 0 0 0 0,0 0 592 0 0,1 0 72 0 0,0 0 8 0 0,-1 1 8 0 0,1 0 152 0 0,0 0 24 0 0,0 0 8 0 0,-1-1 0 0 0,0 0-16 0 0,0 0 0 0 0,0 0 0 0 0,0 0 0 0 0,0 0-16 0 0,0 0 0 0 0,0 0 0 0 0,0 0 0 0 0,0 0-128 0 0,0 0-24 0 0,0 0-8 0 0,6-7 0 0 0,-7 6-192 0 0,1-1-32 0 0,0 0-16 0 0,-2 0 0 0 0,2-1-160 0 0,-2 0-32 0 0,1 1-8 0 0,0-2 0 0 0,-1 0-72 0 0,-1 0-8 0 0,1-2-8 0 0,-1 0 0 0 0,0 1-16 0 0,0 0-8 0 0,1 0 0 0 0,-1-1 0 0 0,-1-1-40 0 0,1 0-8 0 0,-2 0 0 0 0,2 1 0 0 0,-1-1-72 0 0,1 1 80 0 0,0 0-80 0 0,-2 2 80 0 0,3-1-80 0 0,-1 2 0 0 0,2 0 72 0 0,0 2-72 0 0,-1-1 0 0 0,2 1 64 0 0,0 1-64 0 0,0 0 0 0 0,0 0 0 0 0,1 0 0 0 0,1 0 0 0 0,0 0 0 0 0,2 1 0 0 0,0-1 0 0 0,1 1 0 0 0,2 0 0 0 0,0 0 0 0 0,2-1 0 0 0,0 0 0 0 0,2 1 0 0 0,0 0 0 0 0,0 0 0 0 0,2 0 0 0 0,-1-1 64 0 0,0 2-64 0 0,-1-2 64 0 0,1 2-64 0 0,-1-1 64 0 0,-1-1-64 0 0,0 1 64 0 0,-2 0-64 0 0,0 0 64 0 0,-1 0-64 0 0,-2-1 0 0 0,0 1 0 0 0,-1 1 64 0 0,0-1-64 0 0,-2 1 0 0 0,1 0 64 0 0,-2-1-64 0 0,0 1 64 0 0,1-1-64 0 0,-1 0 80 0 0,0 1-80 0 0,-1 0 88 0 0,1-1-88 0 0,0 0 96 0 0,1 0-96 0 0,-2 0 80 0 0,1 0-80 0 0,-1 0 64 0 0,0 1-64 0 0,0-1 0 0 0,0-1 0 0 0,0 1 0 0 0,0 1 0 0 0,-1-1 64 0 0,-1 1-64 0 0,0 0 64 0 0,0 0-64 0 0,-1 1 96 0 0,-2 0-32 0 0,1 1 0 0 0,-2 0 0 0 0,0 2-64 0 0,-2-1 0 0 0,-1 2 0 0 0,0-1 0 0 0,0 1 0 0 0,0 0 0 0 0,-1 1 0 0 0,2-1 64 0 0,-1-1-64 0 0,2 0 0 0 0,1-1 0 0 0,0-1 0 0 0,1 1 0 0 0,0-1 0 0 0,1-1 64 0 0,0 0-64 0 0,0 0 0 0 0,0-1 0 0 0,1 0 0 0 0,1-1 0 0 0,-1 1 0 0 0,2-1 0 0 0,0 0 0 0 0,-1 0 0 0 0,1 0 0 0 0,1-1 0 0 0,0 1 0 0 0,1-2 0 0 0,1 1-280 0 0,-1-2-16 0 0,3 1-8 0 0,0-1-9136 0 0</inkml:trace>
  <inkml:trace contextRef="#ctx0" brushRef="#br0" timeOffset="21">609 3038 919 2522 2644,'1'-1'80'0'0,"0"0"-80"0"0,0 1 0 0 0,-1 0 0 0 0,0 0 144 0 0,1 0 16 0 0,-1-1 0 0 0,2 0 0 0 0,-1 0-64 0 0,0-1 0 0 0,0 2-8 0 0,0-1 0 0 0,0 1-88 0 0,-1-1 64 0 0,1 0-64 0 0,0 1 64 0 0,-1 0-64 0 0,1 0 0 0 0,0 0 0 0 0,0-1 0 0 0</inkml:trace>
  <inkml:trace contextRef="#ctx0" brushRef="#br0" timeOffset="22">649 3033 5983 2830 3441,'0'-3'264'0'0,"0"2"56"0"0,0 0-256 0 0,-1 1-64 0 0,1 0 0 0 0,0 0 0 0 0,0-1 752 0 0,-1 1 136 0 0,0 0 24 0 0,1 0 8 0 0,-2 0 136 0 0,-1 1 32 0 0,2 1 8 0 0,-1 1 0 0 0,0 1-264 0 0,-2-1-48 0 0,3 3-16 0 0,-2-2 0 0 0,1 3-200 0 0,-2 0-48 0 0,2 2-8 0 0,-1-2 0 0 0,1-1-176 0 0,0 1-40 0 0,-1 2-8 0 0,1 3 0 0 0,-2 0-48 0 0,2 1-16 0 0,-2 1 0 0 0,1 0 0 0 0,0 0-32 0 0,0 1 0 0 0,-1-2-8 0 0,0 0 0 0 0,1 0-56 0 0,0-1-16 0 0,-1-2 0 0 0,0 0 0 0 0,1 1-16 0 0,0-1 0 0 0,0-2 0 0 0,1 1 0 0 0,-1 0 8 0 0,1 1 0 0 0,0-1 0 0 0,0 0 0 0 0,1-1-104 0 0,0 0-96 0 0,0 0 24 0 0,0-2 0 0 0,0 2 208 0 0,1-3 48 0 0,-1 2 8 0 0,0-2 0 0 0,0 1-112 0 0,-1-1-16 0 0,2-1-64 0 0,-2-1 96 0 0,2 1-24 0 0,0-3-8 0 0,0 1 0 0 0,0-2 0 0 0,-1 0 0 0 0,1 0-64 0 0,1 0 96 0 0,-1-1-32 0 0,0-1 0 0 0,0 0-64 0 0,0 0 96 0 0,0-1-32 0 0,-1-1 0 26-19,0-1-64-26 19,0 1 96 0 0,1 0-32 0 0,-2-1-64 0 0,1 2 0 0 0,0 0 0 0 0,-1-1 0 27-20,-1 2 0-27 20,1 0 0 0 0,-1-1 0 0 0,0 2 0 25-19,1-2 0-25 19,-2 1 0 0 0,1 1 0 0 0,-2-1 0 0 0,2 0 0 0 0,-1 0 0 0 0,0 1 0 0 0,-1-2 0 0 0,0 0 0 26-20,0 0 0-26 20,-1 0 0 25-19,1 0 0-25 19,0 0 0 0 0,1-2 0 0 0,-1 0-72 0 0,-1 0 72 0 0,3 0-72 0 0,-2 0 72 0 0,1 1-104 0 0,-1-1 40 0 0,1 0 64 0 0,-1 0-104 0 0,0 1 40 0 0,1 1 64 0 0,0 0-64 0 0,0 1 64 0 0,-1-1 0 0 0,0 2 0 0 0,3-1 0 0 0,-1 0 0 0 0,0 1 0 0 0,1-1 0 0 0,-1 1 0 0 0,2 0 0 0 0,0-2 0 0 0,-1 2 0 0 0,2-1 0 0 0,-1 0 0 0 0,1-1 0 0 0,1 2 0 0 0,0-1 0 0 0,1 0 0 0 0,-1 1 0 0 0,1 0 0 0 0,1 1-64 0 0,1 0 64 0 0,2 0 0 0 0,0 0 0 0 0,0 1 0 0 0,3 0 0 0 0,0 0 0 0 0,2 0 0 0 0,1 0 0 0 0,1 0 0 0 0,3 0 0 0 0,-1 1 0 0 0,0-1 0 0 0,1-1 0 0 0,0 1 0 0 0,-2-2 0 0 0,-2 1 0 0 0,0 0 0 0 0,1-1 0 0 0,1-1 0 0 0,-2 2 0 0 0,0-1 0 0 0,-2 1 0 0 0,-1 0 0 0 0,-2 0 0 0 0,1 0 0 0 0,-3 0 0 0 0,0 1 0 0 0,0-1 0 0 0,-1 0 0 0 0,-1 2 64 0 0,-2-2-64 0 0,1 1 0 0 0,-1 0 64 0 0,-1 1-64 0 0,0-1 64 0 0,0 1-64 0 0,-2 0 64 0 0,0-1-64 0 0,-1 1 64 0 0,0 2 24 0 0,-1 1 0 0 0,0-1 0 0 0,-1 1 0 0 0,2-1-24 0 0,-2 1 0 0 0,-2 0 0 0 0,0 1 0 0 0,-1 1 8 0 0,-1 1 0 0 0,-1 0 0 0 0,-1 0 0 0 0,1 0 0 0 0,0 1 0 0 0,-1-1 0 0 0,0 1 0 0 0,1-1 0 0 0,1-1 0 0 0,0 2 0 0 0,3-3 0 0 0,0 1-72 0 0,1-2 0 0 0,1-1 0 0 0,1-1 0 0 0,1 0 0 0 0,1-1 0 0 0,0-1 0 0 0,1 0 0 0 0,1 0-176 0 0,0-1 24 0 0,1 1 8 0 0,0-1 0 0 0,2-1-408 0 0,0 0-88 0 0,3-1-8 0 0,0-1-9104 0 0</inkml:trace>
  <inkml:trace contextRef="#ctx0" brushRef="#br0" timeOffset="23">330 2481 4607 2976 3209,'0'-1'408'0'0,"-1"0"-328"0"0,1 0-80 0 0,-1 1 0 0 0,1-1 648 0 0,0 0 120 0 0,-1 0 16 0 0,-1-2 8 0 0,1 0 448 0 0,-1 0 88 0 0,0 0 16 0 0,-1 2 8 0 0,2 1-192 0 0,-2 2-40 0 0,1 1 0 0 0,1 3-8 0 0,-1 1-440 0 0,0 3-96 0 0,1 0-8 0 0,0 3-8 0 0,1 3-200 0 0,-1 2-40 0 0,1 0 0 0 0,0 1-8 0 0,0-2-88 0 0,1 1-24 0 0,-1-1 0 0 0,0-3 0 0 0,1-3-72 0 0,-1 2-8 0 0,0 2-8 0 0,-1 1 0 0 0,1 2-24 0 0,0 0-8 0 0,0 0 0 0 0,-2-3 0 0 0,2-4 0 0 0,-1 2 0 0 0,0 3 0 0 0,0-1 0 0 0,-1-3-16 0 0,2-1-64 0 0,-1-2 96 0 0,0-1-32 0 0,0-1 16 0 0,0-1 0 0 0,0 0 0 0 0,1 1 0 0 0,0-2 8 0 0,-2 1 0 0 0,2-2 0 0 0,0-1 0 0 0,0 1 8 0 0,-1-2 0 0 0,1 0 0 0 0,0-1 0 0 0,0-1-32 0 0,1 1-64 0 0,-1 0 96 0 0,0-1-32 0 0,0 0-64 0 0,0-1 80 0 0,0 1-80 0 0,0 0 80 0 0,0 0-80 0 0,0 0 64 0 0,0 0-64 0 0,0 0 64 0 0,0 0-64 0 0,0 0 0 0 0,0 0 72 0 0,0 0-72 0 0,0 0 64 0 0,0 0-64 0 0,0 0 80 0 0,0 0-80 0 0,0 0 88 0 0,0 0-88 0 0,0 0 96 0 0,-3-8-96 0 0,2 5 64 0 0,-1 0-64 0 0,1-1 0 0 0,-3-1 0 0 0,1-1 0 0 0,-1-1 0 0 0,-1 0 0 0 0,-1 0 0 0 0,0-1 0 0 0,1 0 0 0 0,-3 1 0 0 0,1 1 0 0 0,0 1 0 0 0,1 1 0 0 0,-1 2 0 0 0,0 0 0 0 0,1 1 0 0 0,0 0 0 0 0,0 0-64 0 0,1 0 64 0 0,0 1 0 0 0,0-1 0 0 0,1 1 0 0 0,1-1 0 0 0,-1 0 0 0 0,1 0 0 0 0,1 0-64 0 0,-1 1 64 0 0,0-2 0 0 0,1 0 0 0 0,-1 0 0 0 0,1 0 0 0 0,0-1 0 0 0,1 1 0 0 0,1 0 0 0 0,-1 0 0 0 0,2 1 0 0 0,0-1 0 0 0,1 1 0 0 0,1 0 0 0 0,1-1 0 0 0,1 1 0 0 0,1-1 0 0 0,1 1 0 0 0,2-1 0 0 0,2 1 0 0 0,1-1 0 0 0,2 1 0 0 0,2 1 0 0 0,-1-4 0 0 0,1-3 0 0 0,0 5 0 0 0,0 5 0 0 0,-1-3 0 0 0,-1-6 0 0 0,-1 5 0 0 0,-2 7 0 0 0,-1-1 0 0 0,-1-3 0 0 0,-1 0 0 0 0,-2-1 0 0 0,-2 0 0 0 0,1 0-64 0 0,-3 1 64 0 0,1-1 0 0 0,-3 1 0 0 0,0 0 0 0 0,0 0 0 0 0,-1 0 0 0 0,-1 0 0 0 0,0 2 0 0 0,-1 1 0 0 0,-1 0 0 0 0,0 1 0 0 0,0-1 0 0 0,-2 1 0 0 0,0 0 0 0 0,0 2 0 0 0,-2-1 0 0 0,0 1 0 0 0,1 0 0 0 0,-1-1 64 0 0,0 0-64 0 0,0 0 0 0 0,2-1 128 0 0,-1-1-24 0 0,1 1-8 0 0,1-2 0 0 0,-1 1-32 0 0,1-1 0 0 0,1-1-64 0 0,1 0 96 0 0,0 0-96 0 0,0 1 0 0 0,1-3 0 0 0,1 1 0 0 0,0-1 0 0 0,1 0 0 0 0,0 1 0 0 0,0-2 0 0 0,1-2-296 0 0,2 2-56 0 0,1-1-16 0 0,2-1-9776 0 0</inkml:trace>
  <inkml:trace contextRef="#ctx0" brushRef="#br0" timeOffset="24">1146 1361 6911 2447 3229,'0'0'608'0'0,"-1"0"-480"0"0,1 0-128 0 0,0 0 0 0 0,0 0 0 0 0,0-1-96 0 0,0 1 24 0 0,0 0 0 0 0,0 0 976 0 0,1 0 200 0 0,0 0 40 0 0,-1 0 8 0 0,0 0-312 0 0,0 0-56 0 0,0 0-16 0 0,0 0 0 0 0,9-1 56 0 0,-6 1 8 0 0,2 0 0 0 0,-1 0 0 0 0,1 0-160 0 0,2 0-24 0 0,0 0-8 0 0,-2 0 0 0 0,0 0-256 0 0,0-1-48 0 0,3 1-16 0 0,2-2 0 0 0,0 1-96 0 0,-1 0-32 0 0,0 0 0 0 0,-2 0 0 0 0,-2 0-48 0 0,0 0-16 0 0,0 1 0 0 0,-1-1 0 0 0,-1 1-128 0 0,0 0 0 0 0,-1-1 0 0 0,-1 1 0 0 0,-1 0 0 0 0,1-1 0 0 0,-1 1 0 0 0,-1 0-72 0 0,2 0 72 0 0,-2 0-104 0 0,1-1 40 0 0,0 1 64 0 0,0 0-552 0 0,0 0-56 0 0,0 0 0 0 0,0 0-8 0 0,0 0-944 0 0,0 0-184 0 0,-11 1-40 0 0,8-1-4704 0 0</inkml:trace>
  <inkml:trace contextRef="#ctx0" brushRef="#br0" timeOffset="25">1173 1356 4607 2450 3252,'-1'0'96'0'0,"1"0"32"0"0,0 0 0 0 0,0 0 0 0 0,0 0-128 0 0,-1 0 0 0 0,1 1 0 0 0,-1-1 0 0 0,0 1 1016 0 0,1-1 176 0 0,-1 1 40 0 0,1-1 16 0 0,0 0-48 0 0,0 0-8 0 0,-4 8 0 0 0,3-6 8 0 0,0 1-312 0 0,-1 1-64 0 0,1 0-16 0 0,0 0 8 0 0,0 1-144 0 0,-1 0-24 0 0,1 0-8 0 0,1 1 8 0 0,-1-2-328 0 0,1 0-72 0 0,0 0-16 0 0,0 0 8 0 0,0-1-112 0 0,0 0-16 0 0,1 0-8 0 0,-1-1 8 0 0,0 1-24 0 0,0-2-8 0 0,1 0 0 0 0,-1 0 0 0 0,1 1 16 0 0,-1-2 8 0 0,0 0 0 0 0,0 0 8 0 0,0 0-16 0 0,0 0-8 0 0,0 0 0 0 0,1 0 8 0 0,-1 0-32 0 0,0 0 0 0 0,0 0 0 0 0,0 0 8 0 0,0 0-72 0 0,0 0 80 0 0,7-9-80 0 0,-5 7 88 0 0,1 0-88 0 0,0-1 0 0 0,0 1 0 0 0,0-1 0 0 0,1 3 80 0 0,0-2-80 0 0,-1 0 80 0 0,1 1-80 0 0,0 1 80 0 0,-1 0-80 0 0,1 0 64 0 0,-1 1-64 0 0,2 1 0 0 0,-1 0 64 0 0,0 0-64 0 0,-1 0 0 0 0,0 1 0 0 0,1 0 0 0 0,-2 0 0 0 0,0 1 0 0 0,-1 0 0 0 0,1-1 0 0 0,0 2 0 0 0,-2-1 0 0 0,0 0 0 0 0,-2 0 0 0 0,1 0 0 0 0,0 0 0 0 0,-2 1 0 0 0,0 0 0 0 0,-1-1 0 0 0,0 1 0 0 0,1-2 0 0 0,-2 1 0 0 0,1 0 0 0 0,-1 0 0 0 0,0 0 0 0 0,0-1 0 0 0,0-1 0 0 0,-1 0 0 0 0,1 0 0 0 0,-1-1 0 0 0,0 0 0 0 0,0 0 0 0 0,1-1 0 0 0,0 0 0 0 0,-1 0 0 0 0,1 0 0 0 0,-1 0 96 0 0,2-1-32 0 0,0 1 0 0 0,0-1 0 0 0,2 1-64 0 0,0 0 80 0 0,0-1-80 0 0,1 0 80 0 0,1 1-80 0 0,-1-1 0 0 0,2 1 0 0 0,0-1 0 0 0,1 0 0 0 0,-1-1 0 0 0,2 2 0 0 0,0-2 0 0 0,2 0-376 0 0,0 1-8 0 0,1-3-8 0 0,1 2-8936 0 0</inkml:trace>
  <inkml:trace contextRef="#ctx0" brushRef="#br0" timeOffset="26">1333 1363 12927 2237 3187,'0'0'288'0'0,"0"-1"56"0"0,-1 1 8 0 0,1 0 8 0 0,1 0-288 0 0,-2 0-72 0 0,0-2 0 0 0,0 1 0 0 0,0 0 1288 0 0,1 1 248 0 0,-1-1 40 0 0,1 2 16 0 0,-1 0-920 0 0,1 0-176 0 0,0 2-40 0 0,1 1-8 0 0,0 1-232 0 0,-1 1-56 0 0,2 1 0 0 0,-1 1-8 0 0,0 0-56 0 0,0 1-16 0 0,-1 0 0 0 0,2-1 0 0 0,-1 2 16 0 0,-1-1 8 0 0,1 0 0 0 0,-1 0 0 0 0,0-2-40 0 0,1 1-64 0 0,0 0 88 0 0,-1-3-88 0 0,1 1 112 0 0,0 0-32 0 0,-1-1-8 0 0,0-1 0 0 0,0 1-72 0 0,1-1 64 0 0,-1-1-64 0 0,0-1 64 0 0,0 1-64 0 0,0 1 0 0 0,0-2 0 0 0,0 0 64 0 0,0-1-64 0 0,0 1 0 0 0,0-1 0 0 0,0 0 0 0 0,0-1 0 0 0,0 0 0 0 0,0 0 0 0 0,0 0 0 0 0,0 0-96 0 0,0-1-32 0 0,0 0 0 0 0,0-1-9560 0 0</inkml:trace>
  <inkml:trace contextRef="#ctx0" brushRef="#br0" timeOffset="27">380 1883 5983 2751 2994,'0'0'536'0'0,"0"0"-432"0"0,0 0-104 0 0,0 0 0 0 0,1 0 856 0 0,0-1 144 0 0,0 1 32 0 0,1 0 8 0 0,2 0 320 0 0,0 0 64 0 0,3 0 16 0 0,-2 0 0 0 0,3 0-576 0 0,-2 0-104 0 0,4 0-24 0 0,-1-1-8 0 0,-1 1-184 0 0,-1-1-32 0 0,1 1 0 0 0,-2 0-8 0 0,-2 0-408 0 0,1-1-96 0 0,-1 1 0 0 0,-2-1 0 0 0,1 1 0 0 0,-2-1 0 0 0,-1 0 0 0 0,0 1 0 0 0,0 0 0 0 0,-1-1 0 0 0,-1 0 0 0 0,0 1 0 0 0,-2 0-424 0 0,2 0-112 0 0,-2 0-16 0 0,0 0-8 0 0,0 1-728 0 0,0 0-152 0 0,-1 0-24 0 0,-1 0-8 0 0,2-1-176 0 0,-1 1-40 0 0,0-1-8 0 0,1 1 0 0 0,-1 0 248 0 0,1 0 40 0 0,-1 0 16 0 0,1 0 0 0 0,1 0 960 0 0,-2 0 192 0 0,2 0 40 0 0,-2-1 8 0 0,2 0 536 0 0,0 0 104 0 0,-1 1 32 0 0,2-1 0 0 0,-1 1 464 0 0,0 0 96 0 0,1-1 16 0 0,0 1 8 0 0,0 0 152 0 0,0 1 24 0 0,0 0 8 0 0,1 1 0 0 0,-2 0-200 0 0,2 0-40 0 0,-2 1-8 0 0,3 1 0 0 0,-1 1-104 0 0,0-1-32 0 0,1 0 0 0 0,0 1 0 0 0,0 0-288 0 0,0-1-56 0 0,1-1-8 0 0,0 0-8 0 0,0 0-216 0 0,0-2-32 0 0,1 1-16 0 0,1-1 0 0 0,-2 0-64 0 0,2-2-16 0 0,-2 0 0 0 0,2 0 0 0 0,-1-1-16 0 0,1 0-8 0 0,0-1 0 0 0,0 1 0 0 0,1-1-8 0 0,-1 1-8 0 0,1 1 0 0 0,0-1 0 0 0,-1 2-24 0 0,0-1 0 0 0,1 1 0 0 0,0 0 0 0 0,0 1-96 0 0,0 0 0 0 0,-1 0 0 0 0,0 1 0 0 0,0-1 0 0 0,0 2 0 0 0,0 0 0 0 0,-2 0 0 0 0,1 0 0 0 0,-1 0 0 0 0,-1-1 0 0 0,0 1 0 0 0,-1-1 0 0 0,-1 1 0 0 0,1 0 0 0 0,-2-1 0 0 0,1 0 0 0 0,-2 0 0 0 0,-1 1 0 0 0,1 0 0 0 0,2-3 0 0 0,-2 2 0 0 0,0-1 0 0 0,-1 1 0 0 0,0 0 64 0 0,-1-2-64 0 0,1 2 0 0 0,-1-2 0 0 0,1 1 64 0 0,0 0-64 0 0,1-2 0 0 0,0 1 0 0 0,1-1 0 0 0,-1 0 0 0 0,2 0 0 0 0,-1 0 0 0 0,2 0 0 0 0,-2-1 0 0 0,2 0 0 0 0,-1 0 0 0 0,1 0 0 0 0,0 0 0 0 0,1 1 0 0 0,0-1 0 0 0,0-1-176 0 0,0 1-32 0 0,1 0-8 0 0,1-2-9168 0 0</inkml:trace>
  <inkml:trace contextRef="#ctx0" brushRef="#br0" timeOffset="28">461 1925 13359 2601 2947,'1'-4'592'0'0,"-1"3"120"0"0,2-2-568 0 0,0 2-144 0 0,-1 0 0 0 0,0 0 0 0 0,1 0 1048 0 0,2 0 176 0 0,2-1 40 0 0,2 0 8 0 0,3 1-480 0 0,-2 1-96 0 0,1 1-24 0 0,-2 1 0 0 0,-2 2-472 0 0,0 0-96 0 0,-2 0-16 0 0,0 1-8 0 0,-2 2-80 0 0,-1-2 0 0 0,-1 2 0 0 0,-2-1 0 0 0,1 0 0 0 0,-3 1 0 0 0,3 0 0 0 0,-2 0 0 0 0,0-1 0 0 0,0-1 0 0 0,0 0 0 0 0,-1 0 0 0 0,1 0 0 0 0,-1 0 0 0 0,1-1 0 0 0,1-1 0 0 0,-1 0 88 0 0,2 0-24 0 0,-1-1-64 0 0,2-1 96 0 0,0 1 32 0 0,0-1 8 0 0,0-1 0 0 0,1 2 0 0 0,0-2 24 0 0,0 0 8 0 0,2 1 0 0 0,-1-1 0 0 0,1-1 48 0 0,1 1 8 0 0,0 0 0 0 0,0-1 0 0 0,-1 0-40 0 0,2 1-8 0 0,-1-1 0 0 0,1 0 0 0 0,0 0-72 0 0,-1 0-8 0 0,1 0-8 0 0,1 1 0 0 0,0-1-88 0 0,-1 0 64 0 0,-1-1-64 0 0,0 2 64 0 0,0 0-64 0 0,-1 0 0 0 0,0 0 0 0 0,-1 0 0 0 0,0 0-64 0 0,-1 0-32 0 0,0 1-8 0 0,0 0 0 0 0,0 0-440 0 0,1 0-96 0 0</inkml:trace>
  <inkml:trace contextRef="#ctx0" brushRef="#br0" timeOffset="29">2602 2281 5063 1988 2894,'0'-1'448'0'0,"1"1"-352"0"0,0-1-96 0 0,-1 0 0 0 0,0 1 832 0 0,1-1 160 0 0,0 1 24 0 0,0-3 8 0 0,1 2 320 0 0,0-2 64 0 0,0 2 8 0 0,0-2 8 0 0,-1 2-336 0 0,0-1-64 0 0,0 1-8 0 0,0 1-8 0 0,-1-1-352 0 0,1 1-72 0 0,-1 0-8 0 0,0 0-8 0 0,0 1-288 0 0,0 0-56 0 0,0 0-16 0 0,0-1 0 0 0,0 0-80 0 0,-2 12-24 0 0,1-6 0 0 0,0-1 0 0 0,0 2-24 0 0,0 1-8 0 0,0 0 0 0 0,-1 1 0 0 0,1-1 8 0 0,1 0 0 0 0,-1 0 0 0 0,-1-1 0 0 0,1 0-16 0 0,1-1 0 0 0,-1-1 0 0 0,0 2 0 0 0,-1-3 0 0 0,1 1-64 0 0,1-1 96 0 0,-1 0-32 0 0,-1-1-64 0 0,1 0 80 0 0,0 1-80 0 0,0-2 80 0 0,0 0-80 0 0,0-1 0 0 0,1 1 72 0 0,0-1-72 0 0,-1-1 0 0 0,1 1 0 0 0,0-1 0 0 0,0 0 0 0 0,-1 0 0 0 0,1 0 0 0 0,0-1 0 0 0,1 1-96 0 0,-1-1-408 0 0,0 1-80 0 0</inkml:trace>
  <inkml:trace contextRef="#ctx0" brushRef="#br0" timeOffset="30">2709 2305 455 1915 2791,'-1'-1'0'0'0,"-1"1"0"0"0,2-1 0 0 0,-1 1 0 0 0,1 0 2008 0 0,-1 0 360 0 0,0 1 64 0 0,-2 0 24 0 0,0 1-472 0 0,0-1-96 0 0,-2 3-24 0 0,1 0 0 0 0,0 0-704 0 0,0 0-136 0 0,2 1-32 0 0,0 0-8 0 0,1 1-576 0 0,1 0-120 0 0,0-1-16 0 0,1 1-8 0 0,1-1-160 0 0,0 0-32 0 0,2-1-8 0 0,-1 0 0 0 0,2-2-64 0 0,0 1 0 0 0,1-1 0 0 0,-1 0 0 0 0,1-1 0 0 0,0 0 0 0 0,0-2 0 0 0,0 1 0 0 0,0-1 0 0 0,0-1 0 0 0,0 0 0 0 0,-1 0 0 0 0,-1 0 128 0 0,1-1 0 0 0,0 1 8 0 0,-2-2 0 0 0,-1 1-136 0 0,0-1 80 0 0,0 1-80 0 0,-1-2 64 0 0,-1 1 8 0 0,-1-1 0 0 0,1-1 0 0 0,-3 2 0 0 0,1-1-72 0 0,-1 0 96 0 0,0 0-96 0 0,-2 1 96 0 0,2 1-208 0 0,-1-1-40 0 0,0 1-8 0 0,0 2 0 0 0,1-2 288 0 0,-1 2 48 0 0,0 0 16 0 0,1-1 0 0 0,0 2-192 0 0,0-1 0 0 0,1 0 0 0 0,-1 1 0 0 0,2 0-120 0 0,0 0-56 0 0,0 1-16 0 0,0 0 0 0 0,1 0-48 0 0,1 0-16 0 0,0 0 0 0 0,1 0-8904 0 0</inkml:trace>
  <inkml:trace contextRef="#ctx0" brushRef="#br0" timeOffset="31">2863 2299 10799 1765 3116,'-1'-2'232'0'0,"0"1"56"0"0,1 0 0 0 0,-1 0 24 0 0,1 1-248 0 0,0 0-64 0 0,-1 0 0 0 0,-1 1 0 0 0,0 1 1344 0 0,-1 0 256 0 0,-2 1 48 0 0,1 0 16 0 0,1 2-672 0 0,-1 0-136 0 0,1 1-24 0 0,2 0-8 0 0,-2 1-448 0 0,2-1-88 0 0,1 0-24 0 0,1 1 0 0 0,1-1-168 0 0,0-1-96 0 0,1 0 96 0 0,2 0-96 0 0,0-1 88 0 0,0 0-88 0 0,1-1 80 0 0,2 0-80 0 0,-2-1 88 0 0,1 0-88 0 0,1-1 96 0 0,-1-1-96 0 0,1 0 64 0 0,0-1-64 0 0,0 0 0 0 0,-1-1 0 0 0,0-1 0 0 0,-1 1 0 0 0,1-2 0 0 0,-2 0 0 0 0,0 1 280 0 0,-2-2 48 0 0,0 0 16 0 0,-1 1 0 0 0,0-2-120 0 0,-2 0-16 0 0,0-1-8 0 0,-1 0 0 0 0,-1 0-32 0 0,0 0-8 0 0,-3 0 0 0 0,0 2 0 0 0,0 1-16 0 0,0-1-8 0 0,-2 2 0 0 0,1 1 0 0 0,0 0-136 0 0,0 1 64 0 0,1 1-64 0 0,-1-1 0 0 0,1 2 0 0 0,0-1 0 0 0,0 0 0 0 0,1 0-96 0 0,-1 0-224 0 0,1 1-32 0 0,1 0-16 0 0,0-1-6560 0 0,1 1-1312 0 0</inkml:trace>
  <inkml:trace contextRef="#ctx0" brushRef="#br0" timeOffset="32">2631 2758 5063 2518 2723,'0'1'448'0'0,"0"-1"-352"0"0,0-1-96 0 0,0 1 0 0 0,0 0 744 0 0,-1 0 136 0 0,0-2 24 0 0,1 1 8 0 0,-1 0 336 0 0,0 0 64 0 0,-1 0 8 0 0,1 0 8 0 0,1 0-280 0 0,-2 0-56 0 0,2 1-16 0 0,-1 0 0 0 0,1 1-312 0 0,0 0-64 0 0,0 1-16 0 0,0-1 0 0 0,1 2-264 0 0,-1-1-64 0 0,0 2 0 0 0,1 1-8 0 0,0 1-16 0 0,-1-1 0 0 0,1 2 0 0 0,-1-1 0 0 0,1 2-80 0 0,-1 0-24 0 0,1 2 0 0 0,-1-1 0 0 0,0 1-8 0 0,0 1-8 0 0,0-1 0 0 0,0 0 0 0 0,0-1 0 0 0,0 0 0 0 0,0 0 0 0 0,0 2 0 0 0,1-2-16 0 0,-1 0 0 0 0,0-1 0 0 0,1-1 0 0 0,-1 1-32 0 0,0-1-64 0 0,0-1 88 0 0,0-1-88 0 0,0-1 64 0 0,-1 1-64 0 0,1-2 0 0 0,0 1 0 0 0,-1-1 0 0 0,1-1 0 0 0,-1 0 0 0 0,0 0 0 0 0,1-1-160 0 0,-1-1-32 0 0,1 0 0 0 0,0 0-8 0 0,0 0-656 0 0,0-1-128 0 0</inkml:trace>
  <inkml:trace contextRef="#ctx0" brushRef="#br0" timeOffset="33">2607 2805 3679 2562 2856,'1'-3'160'0'0,"-1"2"40"0"0,0-2-200 0 0,0 2 0 0 0,0-1 0 0 0,1 0 0 0 0,-1 0 1048 0 0,1-2 168 0 0,1-3 32 0 0,1-2 0 0 0,2 0 256 0 0,-1 0 40 0 0,1 0 16 0 0,0 1 0 0 0,1 2-464 0 0,1 0-88 0 0,-1 1-16 0 0,-1 0-8 0 0,2 2-304 0 0,-2-1-56 0 0,0 2-16 0 0,0 1 0 0 0,1 0-320 0 0,-1 2-64 0 0,-1 0-8 0 0,1 1-8 0 0,-2 2-136 0 0,0 0-72 0 0,-1 0 80 0 0,-1 3-80 0 0,0 0 0 0 0,-1 2 0 0 0,-1 0 0 0 0,-2 2 0 0 0,1-1 0 0 0,-2 1 0 0 0,1-1 0 0 0,-1 0 0 0 0,-1-1 0 0 0,1-1 0 0 0,-1-1 0 0 0,1-1 0 0 0,0-1 0 0 0,-1 1 0 0 0,0-2 0 0 0,0 0 0 0 0,-1 0 0 0 0,1-1 0 0 0,-1 0 0 0 0,1 0 0 0 0,0-2 0 0 0,0 2 0 0 0,1-2 0 0 0,1 1 0 0 0,0-1 64 0 0,0-1-64 0 0,2 0 0 0 0,0 0 0 0 0,1 0 0 0 0,-1-2 0 0 0,1 1 0 0 0,1-1-6048 0 0,0 0-1224 0 0</inkml:trace>
  <inkml:trace contextRef="#ctx0" brushRef="#br0" timeOffset="34">2725 2932 5063 2498 2658,'0'-1'448'0'0,"0"1"-352"0"0,0-1-96 0 0,0 1 0 0 0,1 0 736 0 0,0-1 136 0 0,0 0 24 0 0,-1-2 8 0 0,2 1 768 0 0,1 0 152 0 0,-1 0 32 0 0,0 0 8 0 0,-1 1-672 0 0,1 0-136 0 0,-1 1-24 0 0,0 2-8 0 0,-1-2-472 0 0,1 4-96 0 0,-1 0-16 0 0,0 0-8 0 0,-1 1-288 0 0,1 2-56 0 0,-1 0-16 0 0,-1 1 0 0 0,1 2-8 0 0,-1-1-64 0 0,0 0 96 0 0,1-1-32 0 0,0 0-64 0 0,-1-1 0 0 0,1 1 0 0 0,0-2 0 0 0,0 0 0 0 0,1 0 0 0 0,-1-2 0 0 0,0 0 0 0 0,1-2 96 0 0,0 1-32 0 0,0 0 0 0 0,1-2 0 0 0,0 1 40 0 0,-1-1 8 0 0,1 0 0 0 0,1 0 0 0 0,1 0 16 0 0,-1 0 0 0 0,1-1 0 0 0,1-1 0 0 0,0 1 16 0 0,0 0 8 0 0,0-1 0 0 0,1 0 0 0 0,0 1 16 0 0,0-1 8 0 0,-1 0 0 0 0,1 0 0 0 0,-1 0-80 0 0,-1 1-8 0 0,1-1-8 0 0,-1-1 0 0 0,1 2 32 0 0,-1 0 8 0 0,0-1 0 0 0,0 1 0 0 0,-1 0-120 0 0,-1 0 88 0 0,0 0-88 0 0,0-1 80 0 0,0 1-80 0 0,-1 0 0 0 0,0-1 0 0 0,0 0 0 0 0,0 1 0 0 0,0-1-112 0 0,-1 0 24 0 0,1 1 8 0 0,-1 0-376 0 0,1-1-80 0 0,0 1-8 0 0,1 0-9408 0 0</inkml:trace>
  <inkml:trace contextRef="#ctx0" brushRef="#br0" timeOffset="35">2906 3011 4607 2284 2608,'0'-2'408'0'0,"-1"2"-328"0"0,1-1-80 0 0,-1 0 0 0 0,1 1 1184 0 0,0 0 216 0 0,0 0 40 0 0,0 0 16 0 0,0 0 200 0 0,-1 2 40 0 0,0 0 0 0 0,1-2 8 0 0,0 0-848 0 0,0 8-176 0 0,0-4-32 0 0,0 0-8 0 0,0 1-184 0 0,1 0-40 0 0,-1-1 0 0 0,0 2-8 0 0,1-1-152 0 0,-1 0-32 0 0,0-1-8 0 0,0 0 0 0 0,1 1-88 0 0,0-1-24 0 0,-1 0 0 0 0,1 0 0 0 0,-1-1-104 0 0,0 0 88 0 0,0-1-88 0 0,0 0 80 0 0,0-1-80 0 0,0 0-128 0 0,1 1 32 0 0,0-2-6088 0 0,0 0-1224 0 0</inkml:trace>
  <inkml:trace contextRef="#ctx0" brushRef="#br0" timeOffset="36">2940 3050 7831 2197 2488,'0'1'696'0'0,"-1"0"-560"0"0,1 0-136 0 0,0 0 0 0 0,0-1 1144 0 0,0 1 200 0 0,1 2 32 0 0,-1 0 16 0 0,1 1-88 0 0,2 1-24 0 0,0-1 0 0 0,0-1 0 0 0,1 0-624 0 0,1-1-128 0 0,0 0-24 0 0,0-2-8 0 0,0 0-232 0 0,1 0-40 0 0,-1-2-16 0 0,-1 0 0 0 0,1-2-96 0 0,-2 2-16 0 0,0-1-8 0 0,-2 0 0 0 0,1 1 8 0 0,-2-1 8 0 0,0 1 0 0 0,0-1 0 0 0,-2 1 24 0 0,-1-1 0 0 0,1 0 0 0 0,-2 0 0 0 0,1 1-16 0 0,-1 0 0 0 0,1 0 0 0 0,-1 0 0 0 0,1 0-112 0 0,0 2 88 0 0,-1-1-88 0 0,2 1 80 0 0,-1 0-80 0 0,1 0 0 0 0,0 1 0 0 0,0-1 0 0 0,0 1-72 0 0,2-1-32 0 0,-1 2-8 0 0,1-1 0 0 0,0-1-472 0 0,1 2-96 0 0</inkml:trace>
  <inkml:trace contextRef="#ctx0" brushRef="#br0" timeOffset="37">3029 3046 10591 2366 2848,'-1'2'472'0'0,"0"-1"96"0"0,1 0-456 0 0,0 1-112 0 0,1-1 0 0 0,0 0 0 0 0,-1 1 880 0 0,1 0 152 0 0,1 2 32 0 0,0 1 8 0 0,3-1-136 0 0,0 1-24 0 0,-1-1-8 0 0,1 0 0 0 0,0-1-384 0 0,0-1-72 0 0,-1-1-24 0 0,1 0 0 0 0,0 0-104 0 0,-1-1-16 0 0,1-1-8 0 0,-1-1 0 0 0,-1 1-104 0 0,0-1-16 0 0,-2 0-8 0 0,0 0 0 0 0,-1 0 16 0 0,-1-2 0 0 0,0 1 0 0 0,1 0 0 0 0,-3-1-48 0 0,1 0-8 0 0,-1 0 0 0 0,0-1 0 0 0,-1 2-40 0 0,1-1-16 0 0,-1 0 0 0 0,1 0 0 0 0,-1 2-72 0 0,0 0 0 0 0,0 1 72 0 0,1-1-72 0 0,0 2 0 0 0,0 0 0 0 0,1 0 0 0 0,-1 0 0 0 0,2 1-104 0 0,-1 0-32 0 0,1 0-8 0 0,-1 0 0 0 0,1 1-128 0 0,0-1-24 0 0,0 1-8 0 0,0-1-9096 0 0</inkml:trace>
  <inkml:trace contextRef="#ctx0" brushRef="#br0" timeOffset="38">1985 2251 2303 2305 3291,'0'-2'200'0'0,"0"2"-200"0"0,0-1 0 0 0,0 0 0 0 0,1 1 480 0 0,-1 0 48 0 0,1 0 16 0 0,-1 0 0 0 0,1-2 320 0 0,-1 0 72 0 0,0 2 16 0 0,1-1 0 0 0,-1 0 64 0 0,0 0 8 0 0,0 1 8 0 0,0-1 0 0 0,-1 1-240 0 0,0 1-56 0 0,-2-1 0 0 0,1 1-8 0 0,-2 0-328 0 0,0 0-64 0 0,0 1-16 0 0,0 0 0 0 0,2 0-184 0 0,-3 0-40 0 0,1 1 0 0 0,0-1-8 0 0,2 1-88 0 0,-1-1 80 0 0,2 1-80 0 0,-1-1 80 0 0,1 1 8 0 0,1-2 0 0 0,0 2 0 0 0,0-2 0 0 0,1 2 80 0 0,1-2 24 0 0,-1 2 0 0 0,1-2 0 0 0,1 2 72 0 0,-2-2 24 0 0,2 1 0 0 0,1 0 0 0 0,-2 0-32 0 0,2 0-8 0 0,-1 0 0 0 0,0 1 0 0 0,1-1-72 0 0,0 0-16 0 0,-1 0 0 0 0,1 0 0 0 0,-1 1-64 0 0,1-1-24 0 0,-1 1 0 0 0,0-2 0 0 0,0 2-72 0 0,-2-2 64 0 0,1 3-64 0 0,-1-3 64 0 0,0 1-64 0 0,-1 0 0 0 0,0 0 0 0 0,0 0 0 0 0,0 1 0 0 0,-2-2 0 0 0,0 2 0 0 0,1-1 0 0 0,-2 1 0 0 0,2-1 0 0 0,-2 1 0 0 0,1-2 0 0 0,0 1 0 0 0,0-1 0 0 0,1 0 0 0 0,0-1 0 0 0,-2 1 0 0 0,1-1 0 0 0,0-1 0 0 0,-1 0 0 0 0,1 0 0 0 0,0-1 0 0 0,-1 1 0 0 0,-1-2 0 0 0,2 1 0 0 0,-2-1 0 0 0,2 1 0 0 0,-1-1 0 0 0,2 0 0 0 0,-1 0 0 0 0,1 1 0 0 0,1-1 0 0 0,-1 1 0 0 0,2-1 0 0 0,-1 1 64 0 0,2-1-64 0 0,0-1 0 0 0,2 0 0 0 0,-1 1 0 0 0,1 0 0 0 0,1-1 0 0 0,0 0 0 0 0,1 0 0 0 0,-1 1 64 0 0,-1 0-64 0 0,1 0 64 0 0,-1-1-64 0 0,1 1 64 0 0,-2 0-64 0 0,1 0 0 0 0,-2 0 0 0 0,1 0 0 0 0,-1 1 0 0 0,-1 0 0 0 0,0 0 0 0 0,-1 0 0 0 0,0 0 0 0 0,0 1 0 0 0,0-1 0 0 0,-1 0 0 0 0,-1 0 0 0 0,1 0 0 0 0,-2 1 0 0 0,1 0 0 0 0,0 0 0 0 0,-1 0 0 0 0,0 1 0 0 0,1 0 0 0 0,0 1-160 0 0,0-1-56 0 0,0 2-8 0 0,0-1-5496 0 0,1 1-1096 0 0</inkml:trace>
  <inkml:trace contextRef="#ctx0" brushRef="#br0" timeOffset="39">2048 2269 6447 2251 3211,'-1'0'288'0'0,"0"1"56"0"0,0 0-280 0 0,1 0-64 0 0,0 0 0 0 0,0-1 0 0 0,0 1 1096 0 0,0 1 208 0 0,0 0 40 0 0,1 3 0 0 0,0-1 24 0 0,2 1 0 0 0,0-1 0 0 0,0 1 0 0 0,0-2-448 0 0,1 0-88 0 0,0 0-24 0 0,1-1 0 0 0,0-1-384 0 0,-1 0-72 0 0,0-1-24 0 0,0-1 0 0 0,-1 1-200 0 0,1-2-32 0 0,-2-1-16 0 0,1 1 0 0 0,-2 0-80 0 0,0-1 64 0 0,0 0-64 0 0,-1-2 64 0 0,-1 2-64 0 0,0-1 80 0 0,0 0-80 0 0,-2-1 80 0 0,1 1-80 0 0,-2 0 64 0 0,-1 0-64 0 0,1 0 64 0 0,0 0-64 0 0,1 2 0 0 0,-2-2 72 0 0,1 1-72 0 0,-1 1 0 0 0,2 0 0 0 0,0 1 0 0 0,0 0 0 0 0,0 1 0 0 0,-2 0 0 0 0,1 1 0 0 0,0 1 0 0 0,-1 0 0 0 0,2 2-104 0 0,0 0 24 0 0,-1-1 8 0 0,3 1-296 0 0,-1 1-56 0 0</inkml:trace>
  <inkml:trace contextRef="#ctx0" brushRef="#br0" timeOffset="40">1764 2982 7367 2493 2926,'0'-1'656'0'0,"0"1"-528"0"0,0 0-128 0 0,0 0 0 0 0,0 0 816 0 0,0 0 136 0 0,1 0 24 0 0,-1 0 8 0 0,1 0 104 0 0,-1 0 16 0 0,0 2 8 0 0,0-2 0 0 0,0 0-344 0 0,0 0-72 0 0,0 11-16 0 0,0-7 0 0 0,0 1-184 0 0,-1 0-40 0 0,0 1-8 0 0,-1 0 0 0 0,1-1-160 0 0,0 2-32 0 0,-1 0 0 0 0,0 0-8 0 0,1 0-88 0 0,-1 1-8 0 0,2-1-8 0 0,-1 2 0 0 0,1-1-48 0 0,0 0 0 0 0,-1-1-8 0 0,1-1 0 0 0,0 0-88 0 0,0 0 96 0 0,0 0-96 0 0,0-1 96 0 0,0-1-96 0 0,0 0 64 0 0,0 0-64 0 0,0-1 64 0 0,0 1-64 0 0,0-3 0 0 0,-1 1 0 0 0,0 0 0 0 0,1-2 0 0 0,0 0 0 0 0,0 1 0 0 0,-1-2 0 0 0,1 1-528 0 0,0-2-96 0 0,0 0-16 0 0,-1 1-8032 0 0</inkml:trace>
  <inkml:trace contextRef="#ctx0" brushRef="#br0" timeOffset="41">1740 3032 4607 2433 2976,'1'-8'200'0'0,"-1"4"48"0"0,2 0-248 0 0,-2 0 0 0 0,0 3 0 0 0,1-1 0 0 0,0-1 1144 0 0,2-2 176 0 0,0-2 40 0 0,1-3 8 0 0,3 0 264 0 0,-2 2 64 0 0,1 1 0 0 0,-1 1 8 0 0,2 2-648 0 0,-3 1-128 0 0,1 1-24 0 0,-1 1-8 0 0,0 1-432 0 0,-1 1-88 0 0,-1 2-24 0 0,0 0 0 0 0,-1 0-280 0 0,-1 1-72 0 0,0 1 0 0 0,0 1 0 0 0,-1 0 0 0 0,0 1 64 0 0,0-1-64 0 0,-1 1 64 0 0,1-2-64 0 0,-1 0 0 0 0,0 1-96 0 0,0-2 96 0 0,-1 1-256 0 0,0-1 16 0 0,0-1 0 0 0,0-1 0 0 0,0 1 32 0 0,1-1 8 0 0,-2-1 0 0 0,1 2 0 0 0,1-2 136 0 0,-1 0 64 0 0,1 1-64 0 0,-1-2 64 0 0,1 2-144 0 0,0-1 16 0 0,0 1 0 0 0,1-2 0 0 0,0 1-512 0 0,0 1-96 0 0</inkml:trace>
  <inkml:trace contextRef="#ctx0" brushRef="#br0" timeOffset="42">1836 3075 10591 2512 3023,'0'-2'472'0'0,"0"0"96"0"0,0 2-456 0 0,0-1-112 0 0,0 1 0 0 0,0 0 0 0 0,0 0 1072 0 0,1 0 192 0 0,0 0 40 0 0,-1 1 8 0 0,1 1-304 0 0,-1-2-56 0 0,0 0-16 0 0,0 12 0 0 0,-1-6-504 0 0,0 1-104 0 0,-1 0-16 0 0,0 0-8 0 0,1 1-208 0 0,-2-1-96 0 0,2 2 80 0 0,0-1-80 0 0,0-1 0 0 0,0-1 0 0 0,0 1 0 0 0,0-3 0 0 0,1 1 0 0 0,0-2 0 0 0,0 0 0 0 0,0 0 0 0 0,0-2 80 0 0,1 1-80 0 0,0 0 80 0 0,1-2-80 0 0,-1 0 208 0 0,1 0-8 0 0,1-2 0 0 0,1 1 0 0 0,-1 0-40 0 0,2-2 0 0 0,-1 1-8 0 0,1 0 0 0 0,-1 0-24 0 0,1 1 0 0 0,0-1 0 0 0,-1 2 0 0 0,0-1 0 0 0,0 1 0 0 0,0 0 0 0 0,0 0 0 0 0,-1 0 0 0 0,0 0-8 0 0,0 0 0 0 0,-1 0 0 0 0,0 0-48 0 0,0 0-8 0 0,-1 0 0 0 0,0 0 0 0 0,0 1-64 0 0,0-1 0 0 0,0 0 0 0 0,-1 0 0 0 0,0 0 0 0 0,0 0 0 0 0,0 0-80 0 0,-1 0 80 0 0,1 0-328 0 0,-1 0-24 0 0,1 0 0 0 0,-1 0-6184 0 0,1 0-1240 0 0</inkml:trace>
  <inkml:trace contextRef="#ctx0" brushRef="#br0" timeOffset="43">1988 3119 5527 2356 2931,'0'-1'488'0'0,"0"1"-392"0"0,0 0-96 0 0,0 0 0 0 0,0 0 1256 0 0,-1 0 232 0 0,0 1 48 0 0,-1 0 0 0 0,0 0-448 0 0,-1 0-96 0 0,1 1-24 0 0,-1 0 0 0 0,2-1-384 0 0,-1 2-72 0 0,1 0-24 0 0,-1-1 0 0 0,1 0-48 0 0,0 1-16 0 0,0 1 0 0 0,1-2 0 0 0,0 1-88 0 0,1-1-16 0 0,-1 0-8 0 0,2 2 0 0 0,-1-2-56 0 0,0 0 0 0 0,0 1-8 0 0,2-1 0 0 0,-2 1-56 0 0,1-1 0 0 0,0 1-8 0 0,1-1 0 0 0,-1 1-88 0 0,1-1-8 0 0,0 1-8 0 0,0 0 0 0 0,0 0-16 0 0,0-1 0 0 0,1 2 0 0 0,0-2 0 0 0,-1 1 0 0 0,0 0-64 0 0,1 0 96 0 0,-2-1-32 0 0,0 2-64 0 0,0-2 0 0 0,0 0 0 0 0,-1 1 64 0 0,-1-1-64 0 0,0 1 0 0 0,0-1 0 0 0,0 1 0 0 0,-1-1 0 0 0,-1 0 0 0 0,0-2 0 0 0,0 2 0 0 0,0-1-64 0 0,0 0 64 0 0,-1 0-80 0 0,1-1 80 0 0,-1 0-80 0 0,-1 0 80 0 0,2 0-80 0 0,-1-1 80 0 0,0 0 0 0 0,1 0 0 0 0,-2 0 0 0 0,2 0 0 0 0,-1-1 0 0 0,1 0 0 0 0,0-1 0 0 0,1 2 0 0 0,1-2 0 0 0,-1 0 0 0 0,0 0 0 0 0,1-1 0 0 0,2 1 0 0 0,-2-1 96 0 0,1 1-32 0 0,2-1-64 0 0,-1 1 88 0 0,1-2-88 0 0,0 1 80 0 0,0 0-80 0 0,1 1 0 0 0,-1 1 0 0 0,1-2 0 0 0,-1 2 0 0 0,1 0 0 0 0,-3 0-64 0 0,2 1 64 0 0,-2 0 0 0 0,0-1 0 0 0,0 1 0 0 0,-1-1 0 0 0,0 2 0 0 0,0-2 0 0 0,-1 0 0 0 0,0 1 96 0 0,0-1-24 0 0,0 1-72 0 0,-2-1 0 0 0,3 1 0 0 0,-3 0 0 0 0,1 1 0 0 0,1 0 0 0 0,-1 0 0 0 0,0 0 0 0 0,1 0 0 0 0,0 1-112 0 0,0-1 40 0 0,1 1 8 0 0,0 0-408 0 0,1-1-72 0 0,1 1-24 0 0,-1-1-8272 0 0</inkml:trace>
  <inkml:trace contextRef="#ctx0" brushRef="#br0" timeOffset="44">2054 3159 4143 2387 2855,'0'1'184'0'0,"-1"0"40"0"0,1-1-224 0 0,0 0 0 0 0,0 1 0 0 0,0-1 0 0 0,0 2 1376 0 0,0 0 224 0 0,0 1 56 0 0,1 2 8 0 0,-1 0 248 0 0,3-1 48 0 0,-1 1 16 0 0,1-1 0 0 0,0 0-984 0 0,1 0-192 0 0,0-1-32 0 0,1-2-16 0 0,0 2-392 0 0,-1-2-72 0 0,2 0-24 0 0,0-2 0 0 0,-1 0-80 0 0,1 0-24 0 0,-1-1 0 0 0,-1 0 0 0 0,1-1 0 0 0,-2 0-8 0 0,0-1 0 0 0,0 1 0 0 0,-2-1-8 0 0,-1 1 0 0 0,1 0 0 0 0,-2-2 0 0 0,1 2-24 0 0,-2-1-8 0 0,0-1 0 0 0,-1 1 0 0 0,0 1-112 0 0,-1 0 72 0 0,0 0-72 0 0,1 1 64 0 0,-2 1-64 0 0,1-1 0 0 0,0 2 0 0 0,0 0 64 0 0,0 0-64 0 0,-1 0 0 0 0,1 0 0 0 0,-1 1 0 0 0,2 0-96 0 0,0-1-32 0 0,1 1 0 0 0,0-1-8 0 0,2 1-184 0 0,0-1-32 0 0,2 0 0 0 0,0 0-6144 0 0,0-2-1216 0 0</inkml:trace>
  <inkml:trace contextRef="#ctx0" brushRef="#br0" timeOffset="45">1624 3295 5983 2612 3055,'0'-1'536'0'0,"1"1"-432"0"0,0 0-104 0 0,-1-1 0 0 0,0 1 864 0 0,1 0 160 0 0,2-2 24 0 0,0 1 8 0 0,1-3 176 0 0,2 2 40 0 0,-1 0 8 0 0,0 0 0 0 0,0 1-496 0 0,0-1-96 0 0,-1 1-16 0 0,-1 1-8 0 0,1 0-272 0 0,-1 0-48 0 0,1 0-16 0 0,-3 0 0 0 0,1 0-112 0 0,-1 1-24 0 0,0-1-8 0 0,-2 1 0 0 0,0 0 8 0 0,1 1 0 0 0,-2 0 0 0 0,2 1 0 0 0,-2 0-56 0 0,0 1-8 0 0,1 0 0 0 0,0 1 0 0 0,-1 0-40 0 0,1 0-16 0 0,-1 2 0 0 0,-1-1 0 0 0,2 1 24 0 0,-2 0 0 0 0,2 0 0 0 0,-1-1 0 0 0,1 1-24 0 0,0-2 0 0 0,1 1 0 0 0,-1-1 0 0 0,1 0-72 0 0,0-1 80 0 0,0 0-80 0 0,-1-1 80 0 0,1 0-80 0 0,-1 0 0 0 0,1 0 0 0 0,-1-1 0 0 0,1-1 0 0 0,-1 1-112 0 0,1 0 24 0 0,-1-1-9072 0 0</inkml:trace>
  <inkml:trace contextRef="#ctx0" brushRef="#br0" timeOffset="46">1629 3351 5983 2580 3018,'0'-1'264'0'0,"0"1"56"0"0,1-1-256 0 0,-1 1-64 0 0,0-1 0 0 0,1 0 0 0 0,0 1 1072 0 0,2-1 200 0 0,0 1 40 0 0,1-2 0 0 0,1 0 64 0 0,0 2 16 0 0,1 0 0 0 0,-1-1 0 0 0,0 1-600 0 0,0 0-120 0 0,0 0-32 0 0,-1 0 0 0 0,1 1-392 0 0,-2-1-88 0 0,0 0-8 0 0,0 0-8 0 0,0 0-600 0 0,-1 0-120 0 0</inkml:trace>
  <inkml:trace contextRef="#ctx0" brushRef="#br0" timeOffset="47">1748 3307 9215 2625 3087,'-3'1'408'0'0,"2"0"80"0"0,0 1-392 0 0,0-1-96 0 0,0 0 0 0 0,1 0 0 0 0,-1 1 864 0 0,0 1 144 0 0,1 2 32 0 0,-1 0 8 0 0,1 3 40 0 0,1-2 16 0 0,1 1 0 0 0,0-2 0 0 0,3-1-448 0 0,-1-1-88 0 0,2-1-24 0 0,-2 0 0 0 0,3-2-192 0 0,-1 0-32 0 0,0-1-16 0 0,1-1 0 0 0,0 0-136 0 0,-1 0-24 0 0,-1-2-8 0 0,0 1 0 0 0,-2 1-40 0 0,1-2-16 0 0,-2 0 0 0 0,-1 1 0 0 0,0-1-80 0 0,-2 0 80 0 0,0 0-80 0 0,0 0 80 0 0,-2-1-80 0 0,1 1 80 0 0,-1 0-80 0 0,-1 0 80 0 0,1 0-80 0 0,-1 0-136 0 0,-1 1 32 0 0,0 2 8 0 0,1-1 96 0 0,-1 2 0 0 0,2 1 0 0 0,-1-1 0 0 0,1 1-352 0 0,-1 0-128 0 0,1 2-32 0 0,1 0-8224 0 0</inkml:trace>
  <inkml:trace contextRef="#ctx0" brushRef="#br0" timeOffset="48">1556 3711 1375 2730 2677,'-1'-2'128'0'0,"1"1"-128"0"0,-1 0 0 0 0,0 0 0 0 0,1 1 1928 0 0,0 0 368 0 0,-1 0 72 0 0,0 0 8 0 0,1 0-528 0 0,-1 0-112 0 0,1 0-16 0 0,-1 1-8 0 0,1 2-696 0 0,-1-1-144 0 0,1 1-24 0 0,0 1-8 0 0,0-3-376 0 0,0 1-80 0 0,0 1-8 0 0,0 2-8 0 0,0 2-240 0 0,-1 1-40 0 0,1 0-16 0 0,-1 1 0 0 0,0 0 48 0 0,1-1 8 0 0,-1 1 0 0 0,-1 1 0 0 0,1-2-128 0 0,1 0 0 0 0,-2 1 0 0 0,1-1 0 0 0,0-1 144 0 0,0-1 8 0 0,0-1 0 0 0,1 0 0 0 0,-2-1-152 0 0,1-1 0 0 0,0 1 0 0 0,0 0 0 0 0,-1 0 0 0 0,1-2 0 0 0,1 1 0 0 0,-1-2 0 0 0,1 0-320 0 0,-1 0-48 0 0,1 0-8 0 0,0-2-8888 0 0</inkml:trace>
  <inkml:trace contextRef="#ctx0" brushRef="#br0" timeOffset="49">1536 3751 7831 2769 2694,'0'-8'168'0'0,"0"3"40"0"0,0 0 8 0 0,0 1 8 0 0,0 2-224 0 0,1 0 0 0 0,-1-1 0 0 0,2-2 0 0 0,0-1 1712 0 0,2-3 304 0 0,1 1 56 0 0,0-1 8 0 0,1 3-864 0 0,1 2-184 0 0,-1-1-32 0 0,1 3-8 0 0,-1 2-488 0 0,0 0-104 0 0,-1 1-16 0 0,1 1-8 0 0,-2 0-216 0 0,-1 1-48 0 0,1 1-8 0 0,-3 0 0 0 0,0 0-104 0 0,-1 0 0 0 0,-1 1 0 0 0,0 0 0 0 0,-3 3 0 0 0,1-3 0 0 0,-1 2 0 0 0,1-1 0 0 0,-1-2 0 0 0,1 1 0 0 0,-2-1 0 0 0,0 1-80 0 0,0-1 80 0 0,-1 1 0 0 0,2-2 0 0 0,-1 1-64 0 0,2-2 64 0 0,0 0 0 0 0,-1-1 0 0 0,0 1 0 0 0,1 0-256 0 0,0-1-40 0 0,0 0-8 0 0,2 1 0 0 0,0-1-624 0 0,0 1-128 0 0</inkml:trace>
  <inkml:trace contextRef="#ctx0" brushRef="#br0" timeOffset="50">1606 3817 11519 2631 2448,'0'-1'1024'0'0,"-1"1"-824"0"0,1-1-200 0 0,0 1 0 0 0,1 0 1024 0 0,-1 0 168 0 0,0 0 32 0 0,1 0 8 0 0,0 1-208 0 0,0 2-48 0 0,1 0-8 0 0,-2 2 0 0 0,2 0-536 0 0,-2 1-112 0 0,-1 0-16 0 0,0 1-8 0 0,0 0-136 0 0,-2 0-32 0 0,1 0-8 0 0,0-1 0 0 0,0 0-56 0 0,0-1 0 0 0,0-1-64 0 0,2 1 96 0 0,-1-1-96 0 0,1-1 64 0 0,-1 0-64 0 0,1 0 0 0 0,1-1 0 0 0,-1 0 0 0 0,0 0 0 0 0,1-2 0 0 0,-1 1 136 0 0,2 0 8 0 0,0-1 0 0 0,0 1 0 0 0,1-1-32 0 0,0 0-8 0 0,0-1 0 0 0,1 0 0 0 0,1 0 16 0 0,0 1 0 0 0,-1-1 0 0 0,1 0 0 0 0,-1 0 0 0 0,0 0 0 0 0,1 1 0 0 0,-1 0 0 0 0,0-1-32 0 0,-1 0-8 0 0,1 1 0 0 0,-1-1 0 0 0,-1 1 16 0 0,0 0 0 0 0,0 0 0 0 0,-1-1 0 0 0,1 0-96 0 0,0 1 0 0 0,-2 0 0 0 0,0 0 0 0 0,0 0 0 0 0,0 0-112 0 0,0 0 16 0 0,0-2 0 0 0,0 1-480 0 0,0 0-96 0 0</inkml:trace>
  <inkml:trace contextRef="#ctx0" brushRef="#br0" timeOffset="51">1723 3856 11975 2633 2402,'0'-2'528'0'0,"0"0"112"0"0,0 2-512 0 0,0 0-128 0 0,1-1 0 0 0,0 1 0 0 0,-1-1 832 0 0,2 0 128 0 0,1 0 32 0 0,2-3 8 0 0,2 3-200 0 0,0-2-48 0 0,0 2-8 0 0,-1-2 0 0 0,2 1-352 0 0,-2 0-72 0 0,-1 2-8 0 0,0-1-8 0 0,-1 0-80 0 0,1 0-24 0 0,-3 1 0 0 0,1 0 0 0 0,-2-1-8 0 0,-1 1-8 0 0,1 1 0 0 0,-2 0 0 0 0,2-1-48 0 0,-2 1-8 0 0,0 1 0 0 0,1 0 0 0 0,-2 2-32 0 0,0-1-16 0 0,0-1 0 0 0,0 2 0 0 0,0-1-80 0 0,1 1 80 0 0,-2-1-80 0 0,2 2 80 0 0,-1-2-80 0 0,0 1 0 0 0,0 1 0 0 0,-1-1 64 0 0,2 1-64 0 0,0-1 80 0 0,-1 1-80 0 0,1 0 80 0 0,0-1-8 0 0,0 2 0 0 0,-1-1 0 0 0,2-1 0 0 0,0 1-72 0 0,0 0 80 0 0,-1-1-80 0 0,1 0 80 0 0,-2 1-80 0 0,1 0 0 0 0,0-1 0 0 0,1 1 0 0 0,-2 0 0 0 0,0-1 0 0 0,2 1 0 0 0,-1-2 0 0 0,-1 0-144 0 0,2 0-48 0 0,-1-2 0 0 0,1 1-9496 0 0</inkml:trace>
  <inkml:trace contextRef="#ctx0" brushRef="#br0" timeOffset="52">1737 3911 919 2780 3047,'-2'0'80'0'0,"1"-1"-80"0"0,1 0 0 0 0,0 1 0 0 0,0-1 2112 0 0,0 1 416 0 0,0 0 72 0 0,0 0 24 0 0,1-2-480 0 0,1 1-88 0 0,1 0-16 0 0,0 0-8 0 0,2 0-1016 0 0,0 0-208 0 0,0 0-40 0 0,0 1 0 0 0,1-1-480 0 0,-1 1-88 0 0,-1 0-16 0 0,0 0-8 0 0,0 1-112 0 0,-1-1-64 0 0,0 0 64 0 0,-1 0-64 0 0,0 0-128 0 0,1 1-64 0 0,-1 0-16 0 0,2 1-8992 0 0</inkml:trace>
  <inkml:trace contextRef="#ctx0" brushRef="#br0" timeOffset="53">1848 3890 14279 2493 2390,'-1'1'1272'0'0,"0"-1"-1016"0"0,1 1-256 0 0,-1 0 0 0 0,1-1 640 0 0,-1 2 88 0 0,0 1 8 0 0,0 0 8 0 0,-1 2 120 0 0,1 1 16 0 0,2-1 8 0 0,1-1 0 0 0,1 0-568 0 0,1-1-120 0 0,0-1-16 0 0,0 0-8 0 0,2-1-48 0 0,0 0 0 0 0,-1-2-8 0 0,1 1 0 0 0,0-2-40 0 0,1-1-8 0 0,-1 0 0 0 0,-1 0 0 0 0,0-1-72 0 0,-1 1-88 0 0,1-1 24 0 0,-3 1 0 0 0,0-1 304 0 0,-1 0 64 0 0,0 0 16 0 0,-2 1 0 0 0,0-1-192 0 0,-1 0-32 0 0,0 0 0 0 0,-2 0-8 0 0,1 0-24 0 0,0 1 0 0 0,-1 1 0 0 0,0 1 0 0 0,-1 0-64 0 0,1 2 80 0 0,-1-1-80 0 0,1 2 80 0 0,1-2-80 0 0,-1 2 0 0 0,0 0 0 0 0,1-1 64 0 0,1 0-224 0 0,1 1-56 0 0,0-2-8 0 0,0 1-6496 0 0,1-2-1312 0 0</inkml:trace>
  <inkml:trace contextRef="#ctx0" brushRef="#br0" timeOffset="54">1101 1551 3223 2368 38,'0'0'288'0'0,"0"0"-288"0"0,0 0 0 0 0,0 0 0 0 0,0 0 496 0 0,0 0 48 0 0,1 0 0 0 0,0-1 8 0 0,-1 1 104 0 0,0-2 16 0 0,1 2 8 0 0,-1 0 0 0 0,0 0-312 0 0,0 0-64 0 0,0 0-16 0 0,2-9 0 0 0,-2 8-288 0 0,0-1-128 0 0,0 0 0 0 0,-1 0 8 0 0,1 0-48 0 0,-1 1-16 0 0,0-1 0 0 0,1 1 0 0 0,-1-1 112 0 0,0 0 72 0 0,-1-1-96 0 0,1 0 96 0 0,0 0 0 0 0,-2-1 160 0 0,2 0-16 0 0,-2-1-8 0 0,1 1 224 0 0,-1-2 48 0 0,0-1 8 0 0,-1 1 0 0 0,1-2 136 0 0,-2-1 32 0 0,0-1 8 0 0,0 0 0 0 0,-2-3-96 0 0,0 2-16 0 0,-1-3-8 0 0,0 1 0 0 0,0 1-120 0 0,0-1-32 0 0,1 0 0 0 0,-2 0 0 0 0,1-1-104 0 0,-1 1-24 0 0,2 0-8 0 0,-1 0 0 0 0,1 0-40 0 0,1 2-8 0 0,0 1 0 0 0,1-1 0 0 0,-2-2 56 0 0,0-1 16 0 0,0 0 0 0 0,0-2 0 0 0,2 2-112 0 0,0-1-32 0 0,0 1 0 0 0,-1 1 0 0 0,1-2-64 0 0,0 0 96 0 0,1 2-96 0 0,-1 0 96 0 0,1 0-16 0 0,0 2 0 0 0,0 1 0 0 0,1 1 0 0 0,1 1-8 0 0,0 3 0 0 0,0-1 0 0 0,1 2 0 0 0,-1 1-72 0 0,0 0 80 0 0,1 1-80 0 0,-1 0 80 0 0,1 0 0 0 0,0 1 0 0 0,0-1 0 0 0,0 1 0 0 0,0-1-80 0 0,0 0 96 0 0,1 0-96 0 0,0-1 96 0 23,0 0-96-2-1,0 1 0 2 1,0-1 0 0-23,0 0 0 0 0,1 0 0 0 25,-1 1 0-3-1,1-1 0 3-24,0 1 0-1 22,-1-1 0 1-22,0 2 0 0 0,0-1 0 0 24,0 0 0-3 1,0 1 0 2-1,0 0 0 1-24,-1-1 0-3 23,1 2 0 2 1,-1-1 0 1-24,1 0 0 0 0,-1 1 0-3 25,1-1 0 0 1,0 0 0-1-4,-1 1 0 4-22,1-1 0 0 0,-1 1 0-3 23,1-1 0 3-23,0 1 0 0 0,0-2 0 0 0,0 2 0 0 0,0-1-152-3 23,0 1 8 3-23,0-1 0 0 0,0 0 0 0 0,0 0-24 0 0,0 0-8 0 0,-1 1 0 0 0,1 0 0-2 21,0 0 176 2-21,0 0-72 0 0,0 0 72 0 0,0-1 0 0 0,0 1 0 0 0,0 0 0 0 0,0 0 0 0 0,0 0 0 0 0,0 0 0 0 0,0 0 0 0 0,0 0 0 0 0,0 0 0 0 0,0 0-80 0 0,0 0 80 0 0,0 0-64-3 22,0 0 64 3-22,0 0-96 0 0,0 0 32 0 0,0 0 0 0 0,0 0 0 0 0,0 0-8 0 0,0 0 0 0 0,0 0 0 0 0,0 0 0 0 0,0 0-72-4 21,0 0-16 4-21,0 0 0 0 0,0 0 0 0 0,0 0 64 0 0,0-7 0 0 0,1 6 8 0 0,-1 1 0 0 0,0 0 88 0 0,0 0 0 0 0,0 0 0 0 0,0 0 0 0 0,0 0 0 0 0,0 0 0 0 0,0 0 0 0 0,0 0 0 0 0,0 0 0 0 0,0 0 0 0 0,0 0 0 0 0,0 0 0 0 0,0 0 0 0 0,0 0 0 0 0,0 0 0 0 0,0 0 0 0 0,0 0-120 0 0,0 0 24 0 0,0 0 0 0 0,0 0 0 0 0,0 0 96 0 0,0 0 0 0 0,0 0-80 0 0,0-8 80 0 0,0 8 0 0 0,0 0 0 0 0,0 0 64 0 0,0 0-64 0 0,-1 0 192 0 0,1 0 0 0 0,0 0 0 0 0,0 0 0 0 0,0 0-104 0 0,0 0-24 0 0,0 0-64 0 0,0 0 96 0 0,0 0-96 0 0,0 0 0 0 0,0 0 0 0 0,0 0 0 0 0,0 0 0 0 0,2-8 0 0 0,-2 7 0 0 0,0 1 0 0 0,0-1 0 0 0,0 0 0 0 0,0 0 0 0 0,0 0 0 0 0,0 1 0 0 0,0 0 0 0 0,0 0 0 0 0,-1 0 0-4 22,1 0 80 4-22,0 0-80 0 0,0 0 80 0 0,0 0-80 0 0,0 0 0 0 0,0 0 0 0 0,0 0 0 0 0,0 0 0 0 0,0 0 0 0 0,0 0 0 0 0,0 0 0 0 0,0 0 0 0 0,0 0 0 0 0,0 0 0 0 0,0 0 0 0 0,0 0 0 0 0,0 0 0 0 0,0 0 0 0 0,-6-3 0 0 0,5 3 0 0 0,0 0 0 0 0,1-1 0 0 0,0 1 0 0 0,0-1 0 0 0,0 1 0 0 0,0 0 0 0 0,0 0-64 0 0,0 0 64 0 0,0-1 0 0 0,-1 1 0 0 0,1 0 0 0 0,0 0 0-5 23,0 0 0 5-23,0 0 0 0 0,0 0 0 0 0,0 0 0 0 0,0 0 0 0 0,-4-6 0 0 0,3 6 0 0 0,0 0 0 0 0,1 0 0 0 0,-2 0 0 0 0,2 0 0 0 0,0 0 72 0 0,0-1-72 0 0,-1 1 0 0 0,1 0-80 0 0,0 0 80 0 0,-1-1-64 0 0,1 0 64 0 0,0 1 0 0 0,-1-1-72 0 0,1 0 72 0 0,-1 1 0 0 0,1-1 0 0 0,-1 0 0 0 0,1 0 0-4 22,0 1-64 4-22,-1 0 64 0 0,0 0-64 0 0,0 0 64 0 0,0 0 0 0 0,1 0 0 0 0,-1 0 0 0 0,1 0 0 0 0,0 0 0 0 0,-1 1 0 0 0,1-1 0 0 0,-1 0 0 0 0,1 0 0 0 0,0 0 0 0 0,0 0 64 0 0,0 0-64 0 0,0 0 0 0 0,0 0 0 0 0,0 0 0 0 0,0 0 0 0 0,0 0 0 0 0,0 0 0 0 0,0 0 0 0 0,0 0 0 0 0,0 0 0 0 0,0 0 0 0 0,0 0 0 0 0,-2-7 0 0 0,1 7 0-4 21,1-1 0 4-21,-1 0 0 0 0,0 0 0 0 0,1 1 0 0 0,0 0 0 0 0,-1-1 0 0 0,0 1 0 0 0,1 0 0 0 0,-2-2 0 0 0,1 2 0 0 0,0-1 0 0 0,0 0 0 0 0,0 0 0 0 0,-1 0 0 0 0,1 0 0 0 0,0 0 0 0 0,0 0 0 0 0,-1 0 0 0 0,0-1 0 0 0,0 1 0 0 0,0 0 0 0 0,0-1 0 0 0,-1 1 0 0 0,2 1 0 0 0,-1-1 0 0 0,0-1 0 0 0,-1 2 0 0 0,1 0 0 0 0,0 0 0 0 0,0 0 0-4 22,0 0 0 4-22,0 0 0 0 0,0 0 0 0 0,-1 0 0 0 0,2 1 0 0 0,-1 0 0 0 0,0 0 0 0 0,2-1 0 0 0,-2 1 0 0 0,0 0-64 0 0,1 1 64 0 0,0-2-64 0 0,-1 2-32 0 0,1 0-8 0 0,1-2 0 0 0,-1 2 0 0 0,0 0 8 0 0,1 0 0 0 0,-1 1 0 0 0,1 0 0 0 0,0 0 16 0 0,0 0 8 0 0,0 1 0 0 0,1 0 0 0 0,0-1 72 0 0,0 1 0 0 0,0 0 0 0 0,1 0 0 0 0,0 1 0 0 0,-1-1 0 0 0,2 0 0 0 0,-1-1 0 0 0,1 0 0 0 0,0 1 0 0 0,-1-1 0 0 0,2-1 88 0 0,-1 1-88 0 0,1-1 80 0 0,-1-1-80 0 0,1 1 80 0 0,1-2 32 0 0,-1 0 8 0 0,0 0 0 0 0,1 0 0 0 0,-1 0 8 0 0,0 0 0 0 0,1-1 0 0 0,-1 0 0 0 0,0-1-64 0 0,0 1 0 0 0,1-2-64 0 0,-1 2 96 0 0,0-2-16 0 0,-1 0-8 0 0,0 0 0 0 0,1 0 0 0 0,-2-1 8 0 0,1 0 0 0 0,-1 0 0 0 0,1-1 0 0 0,-2 0-80 0 0,0 1 96 0 0,0 0-96 0 0,0 0 96 0 0,-1-1-96 0 0,0 0 96 0 0,-1 0-96 0 0,0 1 96 0 0,-1 0-96 0 0,1 0 0 0 0,-1 1 0 0 0,0-2 64 0 0,-1 2-64 0 0,0 1 0 0 0,0-1 0 0 0,-1-1 0 0 0,1 2 128 0 0,-1-1-24 0 0,1 1 0 0 0,-2 0 0 0 0,0-1-16 0 0,2 1-8 0 0,-1 0 0 0 0,1 0 0 0 0,-1 0-80 0 0,0 0 64 0 0,0 1-64 0 0,0 0 64 0 0,1-1-64 0 0,-1 2 0 0 0,1 0 0 0 0,0 0 0 0 0,0 0 0 0 0,-1 1 0 0 0,1 0-72 0 0,-1 1 72 0 0,1-2-96 0 0,-1 2 16 0 0,2 0 0 0 0,-2-2 0 0 0,1 2-8 0 0,0 0 0 0 0,0 0 0 0 0,1 1 0 0 0,-1-1-128 0 0,0 0-24 0 0,1 0-8 0 0,0 0 0 0 0,0 0 8 0 0,0 1 0 0 0,0-1 0 0 0,0 0 0 0 0,0 1 88-4 22,0 0 24 4-22,0 0 0 0 0,0 1 0 0 0,1-1 128-4 21,-1 1-64 4-21,0 2 64 0 0,2-2 0 0 0,-2 1 0 0 0,0 1 0 0 0,2 0 0 0 0,-1-2 72 0 0,1 2-72 0 0,1-1 96 0 0,0 0-96 0 0,1 1 96 0 0,-1-2-32 0 0,3 0 0 0 0,-3 1 0 0 0,3-1 0 0 0,-1 0 88 0 0,0 0 8 0 0,1-1 8 0 0,0 0 0 0 0,0 0-40 0 0,-1 0 0 0 0,2-1-8 0 0,-1 0 0 0 0,1 0-24 0 0,1 0 0 0 0,-1 0 0 0 0,1-2 0 0 0,-1 0-96 0 0,1 1 72 0 0,0-1-72 0 0,0 0 64 0 0,0-1-64 0 0,0 1 0 0 0,1-1 0 0 0,-1 0 0 0 0,2-1 0 0 0,-3 0 0 0 0,2 0 0 0 0,0 0 0 0 0,-1-1 96 0 0,0 0 0 0 0,0 0 0 0 0,0-1 0 0 0,-1 0 40 0 0,-1-1 16 0 0,0 1 0 0 0,-1-1 0 0 0,0 1 8 0 0,0 0 0 0 0,-1 0 0 0 0,0-1 0 0 0,-1 0-72 0 0,0 1-16 0 0,-1-1 0 0 0,0 1 0 0 0,0-1-8 0 0,0 0-64 0 0,-1 1 96 0 0,0-1-32 0 0,-1 0-64 0 0,1 0 0 0 0,-1 1 72 0 0,0-1-72 0 0,-1-1 0 0 0,1 2 0 0 0,-2-1 0 0 0,1 0 0 0 0,-1 1 0 0 0,-1 0 0 0 0,1 0 0 0 0,0 0 0 0 0,0 2 0 0 0,-1 0 0 0 0,0 0 0 0 0,1 0 0 0 0,-1 1 0 0 0,0-1 0 0 0,2 2 0 0 0,-1-2 0 0 0,0 2 0 0 0,-1 0 0 0 0,1 0 0 0 0,-1 0 0 0 0,1 0 0 0 0,-1 1-80 0 0,0 0 80 0 0,1-1 0 0 0,-1 2-96 0 0,0-1 32 0 0,1 1 64 0 0,0 0-104 0 0,-1 1 104 0 0,1-2-88 0 0,0 2 88 0 0,1 0-80 0 0,0-1-16 0 0,-1 1-8 0 0,2-1 0 0 0,-1 2 0 0 0,0-1 32 0 0,1 0 8 0 0,0 0 0 0 0,0 1 0 0 0,1 0-16 0 0,-1 0 0 0 0,2 0 0 0 0,-1 1 0 0 0,0-1 80 0 0,1 2 0 0 0,1 0 0 0 0,0-1-64 0 0,1 0 64 0 0,-2 1 0 0 0,2 0 0 0 0,1-1 0 0 0,0-1 0 0 0,0 1 0 0 0,1-1 0 0 0,-1 0 0 0 0,2 0 0 0 0,-1 0 0 0 0,0 0 0 0 0,1-1 0 0 0,-1 0 0 0 0,1 1 0 0 0,0-1 0 0 0,0-1 64 0 0,-1 1-64 0 0,1-2 0 0 0,0 1 0 0 0,0 0-64 0 0,0-1 64 0 0,0 0 0 0 0,-1 0 0 0 0,1 0 0 0 0,0-1 0 0 0,-1 0 0 0 0,0 0 80 0 0,0-2-80 0 0,1 2 120 0 0,-2-2-24 0 0,2 1-8 0 0,-2-1 0 0 0,0 0 8 0 0,0 0 0 0 0,1 0 0 0 0,-2-2 0 0 0,2 1 0 0 0,-2 0 8 0 0,0 0 0 0 0,-1-1 0 0 0,1 0-24 0 0,-1 0-8 0 0,0 0 0 0 0,0 0 0 0 0,0 0-8 0 0,0-1-64 0 0,0 0 96 0 0,-1-1-32 0 0,0 2-64 0 0,-1-2 0 0 0,1 0 72 0 0,-1 1-72 0 0,0 0 0 0 0,0 1 0 0 0,0 0 0 0 0,-1-1 0 0 0,0 0 0 0 0,-1 0 0 0 0,0 1 0 0 0,0 0 0 0 0,-1 1 0 0 0,1-1 0 0 0,-1 1 0 0 0,-1 0 0 0 0,1 1 0 0 0,-1 0 0 0 0,0 0 0 0 0,-1 2-64 0 0,1-1-16 0 0,0 0 0 0 0,-1 1 0 0 0,0 1 0 0 0,0 0-16 0 0,0-1 0 0 0,0 2 0 0 0,0 0 0 0 0,-1 0-48 0 0,2 0-16 0 0,-1 1 0 0 0,0 1 0 0 0,-1 0 24 0 0,2 0 0 0 0,-1 1 0 0 0,1-1 0 0 0,1 1 64 0 0,0 0 72 0 0,-1 0-104 0 0,1 0 40 0 0,1 1 64 0 0,0 1-80 0 0,0-2 80 0 0,2 2-80 0 0,-1 1 80 0 0,2-1 0 0 0,-1 1 0 0 0,2 1 0 0 0,1 0 0 0 0,-1-1 64 0 0,1 0-64 0 0,0 0 0 0 0,2-2 128 0 0,-1-1-16 0 0,2 1 0 0 0,-1-2 0 0 0,1 0 80 0 0,0 0 8 0 0,1-1 8 0 0,0-1 0 0 0,0 1-80 0 0,1-2-24 0 0,-1 1 0 0 0,2 0 0 0 0,-1-2-104 0 0,1 0 0 0 0,0 0 0 0 0,0-3 0 0 0,0 1 64 0 0,1-1-64 0 0,-1-1 88 0 0,0 0-88 0 0,0-1 120 0 0,0 0-32 0 0,-2-2-8 0 0,1 1 0 0 0,-1-1-80 0 0,0-1 96 0 0,-2 1-96 0 0,-1 0 96 0 0,0-1-96 0 0,0 1 0 0 0,-2 0 0 0 0,0-1 0 0 0,-1 3 0 0 0,0-2 0 0 0,-1 2 0 0 0,0-1 0 0 0,-2 0 0 0 0,0 1 0 0 0,-1-2 0 0 0,-1 1 0 0 0,0-1 0 0 0,-2 1 0 0 0,1 1 0 0 0,-1 0 0 0 0,2 2 0 0 0,-1-1 0 0 0,0 1 0 0 0,-1 1 0 0 0,1 2 0 0 0,1-1 0 0 0,0 0 0 0 0,0 2 0 0 0,0 0-112 0 0,0-1 40 0 0,0 2 8 0 0,1 0 0 0 0,1-1-400 0 0,-2 2-80 0 0</inkml:trace>
  <inkml:trace contextRef="#ctx0" brushRef="#br0" timeOffset="55">994 803 6911 2533 1098,'0'0'608'0'0,"1"-1"-480"0"0,-1 1-128 0 0,0 0 0 0 0,0 0 288 0 0,1-1 32 0 0,0 1 0 0 0,0-1 8 0 0,0-1-32 0 0,1 0-8 0 0,1 1 0 0 0,-2-1 0 0 0,2 1-224 0 0,-1-1-64 0 0,1 1 0 0 0,-1 0 0 0 0,1-1 0 0 0,0 0 0 0 0,0 1 0 0 0,0-1 0 0 0,2 0 0 0 0,-1 1 0 0 0,0-2 0 0 0,0 2 64 0 0,1-2 32 0 0,-1 2 0 0 0,1-2 8 0 0,-1 1 0 0 0,0-1 0 0 0,0 1 0 0 0,0 0 0 0 0,0-1 0 0 0,0 1-16 0 0,0 0-8 0 0,-2 0 0 0 0,2 1 0 0 0,-2-1-8 0 0,1 1 0 0 0,-2 0 0 0 0,0 0 0 0 0,1 0-72 0 0,-2 1 80 0 0,2-1-80 0 0,-2 1 80 0 0,0 0-80 0 0,-1 0 0 0 0,0 0 0 0 0,-1 1-88 0 0,1-1-184 0 0,0 0-40 0 0,1 0-8 0 0,0 0 0 0 0,-9 2-352 0 0,5-1-80 0 0,0 1-16 0 0,0 0 0 0 0,0 0 296 0 0,0 0 56 0 0,0-1 16 0 0,0 2 0 0 0,-1-2 400 0 0,1 2 192 0 0,0-1-24 0 0,0 0 0 0 0,1-1 368 0 0,0 1 72 0 0,-1 0 8 0 0,3-1 8 0 0,-2 1 0 0 0,1-1 0 0 0,1 0 0 0 0,-1 1 0 0 0,0-1-232 0 0,1 0-40 0 0,-1 0-16 0 0,1 1 0 0 0,1 0-176 0 0,-2 0-40 0 0,1 0-8 0 0,0-1 0 0 0,0 1-112 0 0,1-1 0 0 0,-1 1 0 0 0,1 0 0 0 0,-1-1 0 0 0,1 2 0 0 0,-1-2-64 0 0,1 0 64 0 0,1 1-64 0 0,0-1 64 0 0,-1 1-96 0 0,0 0 96 0 0,1-2 0 0 0,-1 1 0 0 0,1 0 80 0 0,0 0-16 0 0,0 0 80 0 0,0-1 16 0 0,0 1 8 0 0,0-1 0 0 0,0 0-16 0 0,0 0-8 0 0,0 0 0 0 0,0 1 0 0 0,0-1-16 0 0,1 0-8 0 0,-1 1 0 0 0,-1-1 0 0 0,2 0-120 0 0,-1 1 72 0 0,1-1-72 0 0,-1 1 64 0 0,1-1-64 0 0,0 0 0 0 0,0 0 0 0 0,0 0 0 0 0,1 1 0 0 0,0-1 0 0 0,1 0 0 0 0,0 0 0 0 0,1 0 64 0 0,-1 0-64 0 0,0-1 64 0 0,1 1-64 0 0,0 0 72 0 0,-1 0-72 0 0,0 0 80 0 0,-1 1-80 0 0,1 0 0 0 0,-2 0 0 0 0,1 0 0 0 0,-1 1 0 0 0,0 0 0 0 0,-1 0 0 0 0,0 1 0 0 0,-1 1 0 0 0,0-1 0 0 0,-1 1 0 0 0,1 1 0 0 0,-2-1 0 0 0,0 2 0 0 0,0-1 72 0 0,0 1 8 0 0,-1 0 0 0 0,-1-1 16 0 0,2 1 8 0 0,-1 0 0 0 0,-1-1 0 0 0,1 0-32 0 0,0-1-8 0 0,0 1 0 0 0,-2-1 0 0 0,2 0 0 0 0,-1 0-64 0 0,-1 0 96 0 0,1 0-32 0 0,0 0 56 0 0,0-1 8 0 0,0 0 0 0 0,0-1 0 0 0,0 1 0 0 0,1-1 0 0 0,0 0 0 0 0,1 0 0 0 0,-1-2-128 0 0,2 1-144 0 0,0-1 32 0 0,-1 0 8 0 0,2 0-536 0 0,-1-1-96 0 0,2 1-32 0 0,-1-1-5248 0 0</inkml:trace>
  <inkml:trace contextRef="#ctx0" brushRef="#br0" timeOffset="56">1202 786 5063 2293 987,'-3'4'448'0'0,"1"0"-352"0"0,0-1-96 0 0,0 0 0 0 0,2-2 1120 0 0,0 0 216 0 0,0 2 40 0 0,-1 0 0 0 0,1 2-256 0 0,-1 2-48 0 0,1 1-16 0 0,0 0 0 0 0,1-1-560 0 0,1-1-112 0 0,1-1-32 0 0,0 0 0 0 0,0-2-224 0 0,1-1-40 0 0,2-1-16 0 0,-1-1 0 0 0,1 0-72 0 0,0 0-136 0 0,-1-3 32 0 0,1 0 8 0 0,0 0 96 0 0,0-2 0 0 0,-1 1 0 0 0,0-3 0 0 0,2 1 232 0 0,-1-2-8 0 0,0 0 0 0 0,-1 1 0 0 0,-1 0 128 0 0,1 0 32 0 0,-2 1 0 0 0,-1-1 0 0 0,0 2-192 0 0,-2 1-32 0 0,0 0 0 0 0,-3 0-8 0 0,2 1 0 0 0,-3 1 0 0 0,-1-2 0 0 0,0 3 0 0 0,-2-2-24 0 0,1 2 0 0 0,-2-1 0 0 0,2 0 0 0 0,-1 0-128 0 0,1 0 80 0 0,0-2-80 0 0,-1 2 64 0 0,2-1-64 0 0,0 0 0 0 0,0 1 0 0 0,0-1 0 0 0,2 2-112 0 0,0 0 16 0 0,0-1 0 0 0,1 1 0 0 0,0 1-424 0 0,1 0-88 0 0,0-1-8 0 0,0 1-7016 0 0</inkml:trace>
  <inkml:trace contextRef="#ctx0" brushRef="#br0" timeOffset="57">758 161 2303 2448 1516,'-2'0'200'0'0,"0"0"-200"0"0,2-1 0 0 0,-1 1 0 0 0,1-1 728 0 0,0 1 104 0 0,0 0 16 0 0,-1-1 8 0 0,0 1 296 0 0,0-1 64 0 0,0 1 16 0 0,1-2 0 0 0,0 2-528 0 0,-1-2-96 0 0,1 2-32 0 0,-1 0 0 0 0,1-1-408 0 0,-1 0-80 0 0,1 1-24 0 0,-1-1 0 0 0,1 1 0 0 0,0-1 0 0 0,0 0 0 0 0,0 1 0 0 0,0 0 80 0 0,0 0 16 0 0,0 0 0 0 0,0 0 0 0 0,0 0-48 0 0,0 0-8 0 0,0 0 0 0 0,0 0 0 0 0,0 0-104 0 0,0 0 0 0 0,0 0 64 0 0,0 0-64 0 0,0 0 72 0 0,0 0-8 0 0,4 7 0 0 0,-4-3 0 0 0,2-1 168 0 0,-2 1 32 0 0,2 2 8 0 0,-1 1 0 0 0,-1 1-104 0 0,2 1-16 0 0,-1 1-8 0 0,1 1 0 0 0,-1 0-48 0 0,1-1-16 0 0,-1 1 0 0 0,0 0 0 0 0,0-1-16 0 0,1 0 0 0 0,-1 0 0 0 0,-1-1 0 0 0,1-1-64 0 0,0 1 0 0 0,-1 0 0 0 0,1 1-88 0 0,-1 2 88 0 0,0 1 0 0 0,1 0 0 0 0,-1 1-64 0 0,1 0 64 0 0,-1-1 0 0 0,1 1 0 0 0,-1-1 0 0 0,0-1 0 0 0,1 1 64 0 0,0-2-64 0 0,-1-1 64 0 0,0 1 80 0 0,0 0 16 0 0,0-1 8 0 0,0 0 0 0 0,0 0-80 0 0,0-1-24 0 0,0 1 0 0 0,-1-1 0 0 0,1 1 0 0 0,-1-1-64 0 0,1 0 96 0 0,0-1-32 0 0,0 0 40 0 0,0-2 8 0 0,0 1 0 0 0,-1-2 0 0 0,1 2 16 0 0,0-2 8 0 0,0 0 0 0 0,0 0 0 0 0,-1-1-72 0 0,1 0-64 0 0,-1 0 72 0 0,0 0-72 0 0,1-1 64 0 0,-1 0-64 0 0,0-1 0 0 0,1-1 0 0 0,0 2 72 0 0,-1-2-72 0 0,1 0 64 0 0,0-1-64 0 0,-1 1 168 0 0,1-1-8 0 0,0 0 0 0 0,0 0 0 0 0,0 0-48 10-22,0 0-16 1 1,-1 1 0 0-2,1-1 0 2-1,0 0-96-4 3,0 0 72-9 21,0 0-72 0 0,0 0 64 0 0,0 0 8 0 0,0 0 0 0 0,0 0 0 10-24,0 0 0-10 24,0 0-72 0 0,0 0 80 0 0,-4-7-80 11-23,3 5 80-1-1,0 0-80-10 24,1-1 0 11-22,0 1 0-11 22,-2-1 0 0 0,2 1 0 0 0,-2-1 0 0 0,1-1 0 0 0,0 1 0 0 0,-2-1-88 10-24,1-1 24-10 24,-1 0 0 0 0,0 0 0 0 0,0-1-56 0 0,-1-1-8 0 0,1 0 0 0 0,1 0 0 0 0,-2 0 0 0 0,2-1 0 0 0,-1 2 0 0 0,2-1 0 0 0,-1 2 128 0 0,1 1 0 0 0,0-1 0 0 0,-1 0-72 0 0,0 1 72 0 0,2 0 0 0 0,-1 0 0 0 0,-1 0 0 0 0,1 0 0 0 0,0 0 0 0 0,1 1 0 0 0,-2-1 0 0 0,2 1 0 0 0,-2 0 0 0 0,1 0 0 0 0,1 0 64 0 0,0 0-64 0 0,0 1 0 0 0,0 0 0 0 0,0 1 0 0 0,0-1 0 0 0,0 1 0 0 0,0 0 0 0 0,1 0 0 0 0,0 0 0 0 0,0 0 0 0 0,0 1 0 0 0,0 0 64 0 0,-1 0-64 0 0,2 1 0 0 0,0 1 64 0 0,-1-1-64 0 0,2 3 64 0 0,-1-2-64 0 0,1 1 80 0 0,-1 1-80 0 0,1 1 64 0 0,0-1-64 0 0,-1 0 0 0 0,1 0 72 0 0,-1 1-72 0 0,3 0 0 0 0,-2 0 0 0 0,-1 1 0 0 0,2-2 0 0 0,0 1 0 0 0,0 0 64 0 0,-1 1-64 0 0,1-1 0 0 0,0 0 0 0 0,1 1 72 0 0,-2 0-72 0 0,1-1 0 0 0,0 0 0 0 0,0-1 0 0 0,0 0-96 0 0,-1 0 96 0 0,-1 0 0 0 0,2-2 0 0 0,-2 1 0 0 0,1 0 0 0 0,-1-1 0 0 0,0 0 64 0 0,0 0-64 0 0,0-2 112 0 0,-1 1-16 0 0,1 0 0 0 0,0-1 0 0 0,-1 0 72 0 0,1-1 16 0 0,0 0 0 0 0,0 0 0 0 0,0-2-24 0 0,1 0-8 0 0,0 0 0 0 0,0-1 0 0 0,0-2-24 0 0,1 0-8 0 0,0-1 0 0 0,1 1 0 0 0,-1 0-56 0 0,0-1 0 0 0,1 2-64 0 0,-1-2 96 0 0,0 2-96 0 0,1 0 72 0 0,-2 0-72 0 0,1 0 64 0 0,0 1-64 0 0,-1-1 0 0 0,0 1 0 0 0,0 0 0 0 0,-1 1 0 0 0,1 0 0 0 0,-2 0 0 0 0,1 1 0 0 0,0 0 0 0 0,-2 0 0 0 0,2 1 0 0 0,-1-1 0 0 0,-1 1 0 0 0,1 0 0 0 0,-1 1 0 0 0,0 0 0 0 0,0 0-128 0 0,0 0 0 0 0,0 1 8 0 0,-1 0 0 0 0,0 0-296 0 0,0 1-56 0 0,0 1-8 0 0,1-1-8 0 0,-2 1-768 0 0,1-1-152 0 0,0 1-32 0 0,1 1-5400 0 0</inkml:trace>
  <inkml:trace contextRef="#ctx0" brushRef="#br0" timeOffset="58">703 537 1375 2497 1144,'-1'0'128'0'0,"-1"-2"-128"0"0,1 2 0 0 0,0 0 0 0 0,0-1 576 0 0,1 1 96 0 0,0-1 24 0 0,0 1 0 0 0,0-1 208 0 0,-2 0 48 0 0,1-1 8 0 0,0 1 0 0 0,1-1-416 0 0,-1 1-72 0 0,0-1-24 0 0,1 1 0 0 0,-1 0-128 0 0,1 0-32 0 0,0-1-8 0 0,1 1 0 0 0,0 0-64 0 0,0-1-16 0 0,0 1 0 0 0,0 0 0 0 0,1-1 16 0 0,0 1 0 0 0,1 1 0 0 0,-2 0 0 0 0,3 0 88 0 0,-2 0 16 0 0,1 1 8 0 0,1 1 0 0 0,-2 0-152 0 0,1 0-32 0 0,0 2-8 0 0,1 0 0 0 0,-2 0 24 0 0,2 1 8 0 0,-1 1 0 0 0,0 0 0 0 0,1 1-8 0 0,-2-2 0 0 0,1 2 0 0 0,-1-1 0 0 0,1 1 64 0 0,0-2 16 0 0,0 2 0 0 0,0-3 0 0 0,0 1-80 0 0,-1-2-8 0 0,1-1-8 0 0,0 0 0 0 0,0 0-80 0 0,0-2-64 0 0,0 1 72 0 0,1-2-72 0 0,-1 0 96 0 0,0-1-24 0 0,1 1-8 0 0,0-3 0 0 0,-2 2 24 0 0,1 0 0 0 0,1-3 0 0 0,0 2 0 0 0,0-2 0 0 0,0 1 0 0 0,2-1 0 0 0,-1 0 0 0 0,1-1 80 0 0,-2 0 24 0 0,3 1 0 0 0,-2-1 0 0 0,-1 1 96 0 0,1 0 32 0 0,0 0 0 0 0,0 1 0 0 0,-1 0-96 0 0,-1-1-8 0 0,1 2-8 0 0,-3-1 0 0 0,2 3-208 0 0,-1-2 64 0 0,-1 2-64 0 0,0-1 0 0 0,0 0 0 0 0,0 0 0 0 0,-1 1 0 0 0,1 0 0 0 0,-1 0-184 0 0,0 1-24 0 0,1-1-8 0 0,-1 1 0 0 0,0 0-144 0 0,0 0-32 0 0,-1 0-8 0 0,1 1 0 0 0,-1-1-216 0 0,0 2-48 0 0</inkml:trace>
  <inkml:trace contextRef="#ctx0" brushRef="#br0" timeOffset="59">688 552 6447 2779 2801,'0'-1'576'0'0,"0"-1"-464"0"0,1 2-112 0 0,-1-1 0 0 0,1 1 184 0 0,-1-1 8 0 0,1 1 8 0 0,1-1 0 0 0,-1-2-200 0 0,1 1 0 0 0,-1 0 0 0 0,0 0 0 0 0,1 0-96 0 0,-1 2 24 0 0,0-2 0 0 0,-1 1 0 0 0,0 0 248 0 0,1 1 48 0 0,-1-1 16 0 0,0 1 0 0 0,0 0 504 0 0,1 0 104 0 0,-1 0 16 0 0,1 0 8 0 0,-1 0-288 0 0,1 0-56 0 0,0 1-16 0 0,-1 0 0 0 0,1 0-224 0 0,1 0-56 0 0,0 0-8 0 0,-1 1 0 0 0,1 0-128 0 0,-1-1-24 0 0,2 2-8 0 0,-1 0 0 0 0,0-1-64 0 0,1 2 64 0 0,-1 0-64 0 0,0-1 64 0 0,0 0 0 0 0,0 1-64 0 0,0 0 96 0 0,1 1-32 0 0,-1 0 40 0 0,0 0 8 0 0,1 0 0 0 0,-1 1 0 0 0,0-1-16 0 0,1 1 0 0 0,-1-1 0 0 0,0 1 0 0 0,0 0 40 0 0,1-2 8 0 0,-1 1 0 0 0,1 0 0 0 0,-2-2-48 0 0,2 0 0 0 0,-1-1-8 0 0,-1 1 0 0 0,1-1 40 0 0,0-1 16 0 0,0 1 0 0 0,0-1 0 0 0,1-1 48 0 0,-1 1 0 0 0,0-1 8 0 0,0-1 0 0 0,1 1-40 0 0,-1-1-16 0 0,1-1 0 0 0,0 1 0 0 0,1-2-72 0 0,-1 1-8 0 0,0-2-64 0 0,1 1 96 0 0,0-1-96 0 0,0-1 72 0 0,0 0-72 0 0,-1 0 64 0 0,1-1-64 0 0,0 0 0 0 0,-1 1 0 0 0,0-1 64 0 0,0 0-64 0 0,1 1 0 0 0,-2-1 0 0 0,2 1 64 0 0,-1-1-64 0 0,1 1 0 0 0,-1-1 72 0 0,0 2-72 0 0,-1-1 0 0 0,1 1 0 0 0,0 1 0 0 0,-1 0 64 0 0,1-1-64 0 0,-1 2 72 0 0,0-1-72 0 0,0 1 80 0 0,-1 0-80 0 0,0-1 0 0 0,0 2 0 0 0,0 0 0 0 0,0-1 0 0 0,-1 0 0 0 0,0 2 0 0 0,0-1 0 0 0,0 1 0 0 0,-1-1 0 0 0,0 1-64 0 0,0 0 64 0 0,0 1 0 0 0,-1-1 0 0 0,-1 1 0 0 0,1 1 0 0 0,-1 1 0 0 0,-1 0 0 0 0,2-1 0 0 0,-1 2 0 0 0,-2 0 0 0 0,2 2 0 0 0,-1 0 64 0 0,0-1-64 0 0,1 2 0 0 0,-2-1 0 0 0,0 2 0 0 0,1-1 0 0 0,-1 0 0 0 0,0 1 0 0 0,1 0 0 0 0,-1-1 0 0 0,1 0 0 0 0,1 1 0 0 0,-1-2 0 0 0,1 1 0 0 0,-1-2 0 0 0,1-1 0 0 0,0 1 0 0 0,0-1 0 0 0,1 0 0 0 0,-2 0 0 0 0,2 0 0 0 0,-1-1 0 0 0,1-1 0 0 0,0 1 0 0 0,0-1 72 0 0,-1-1-72 0 0,1 1 0 0 0,0-2 72 0 0,0 0-72 0 0,0 0 0 0 0,0-1 64 0 0,-1-1-64 0 0,2 0 0 0 0,-1-1 0 0 0,0 0 112 0 0,1-1-8 0 0,0 0 0 0 0,0 0 0 0 0,1-1-104 0 0,0 0 64 0 0,0 1-64 0 0,1 0 0 0 0,0 1 0 0 0,-1-1 0 0 0,0 2-104 0 0,1-1 32 0 0,-1 0-120 0 0,0 0-16 0 0,0 1-8 0 0,0-1 0 0 0,0 1-112 0 0,0-1-24 0 0,0 2-8 0 0,-1-2 0 0 0,1 2-120 0 0,0-1-32 0 0,0 0 0 0 0,-1 0-4040 0 0,1 0-816 0 0</inkml:trace>
  <inkml:trace contextRef="#ctx0" brushRef="#br0" timeOffset="60">942 63 4607 2648 2508,'-1'-1'408'0'0,"1"1"-328"0"0,0 0-80 0 0,0 0 0 0 0,0 0 472 0 0,-1 0 72 0 0,0 0 24 0 0,0 0 0 0 0,0 1-48 0 0,-2-1-8 0 0,2 1 0 0 0,-2-1 0 0 0,1 1-104 0 0,1 0-24 0 0,-1-1-8 0 0,1 1 0 0 0,1-1 144 0 0,-1 1 32 0 0,1-1 8 0 0,-1 2 0 0 0,1 0-216 0 0,0 1-48 0 0,0-1-8 0 0,0 1 0 0 0,0 2-72 0 0,1 0-24 0 0,0 2 0 0 0,-1-1 0 0 0,1 1 64 0 0,1 1 16 0 0,-1-1 0 0 0,-1 2 0 0 0,1 0-16 0 0,0 1-8 0 0,0 2 0 0 0,0-1 0 0 0,-1 0-120 0 0,1 1-32 0 0,-1-1 0 0 0,-1 0 0 0 0,1 1-32 0 0,0-1 0 0 0,0 0-64 0 0,-1-2 96 0 0,0 0 80 0 0,0 0 16 0 0,1-1 0 0 0,-1 1 0 0 0,1-1 0 0 0,0-2 0 0 0,0 1 0 0 0,0-1 0 0 0,0 1-96 0 0,0-3-24 0 0,1 2 0 0 0,0-2 0 0 0,0 1-72 0 0,0-2 0 0 0,-1 1 0 0 0,0-4 0 0 0,0 3-320 0 0,0-2 0 0 0,0-1 0 0 0,0 0 0 0 0,0 0-768 0 0,0-2-160 0 0</inkml:trace>
  <inkml:trace contextRef="#ctx0" brushRef="#br0" timeOffset="61">926 110 1823 2633 2508,'1'-4'160'0'0,"-1"2"-160"0"0,0-1 0 0 0,0 3 0 0 0,0-2 0 0 0,0 2 0 0 0,0-1 0 0 0,-1 0 0 0 0,0-1 256 0 0,0-1 32 0 0,1 1 0 0 0,0-1 16 0 0,-1 0 176 0 0,0 1 32 0 0,1 0 0 0 0,0-1 8 0 0,0 1 160 0 0,1 0 32 0 0,0-1 8 0 0,0 0 0 0 0,2 1-80 0 0,0-1-8 0 0,0-1-8 0 0,2 1 0 0 0,0 0-304 0 0,0 1-64 0 0,2-2-16 0 0,-2 2 0 0 0,2-1-72 0 0,0 1-8 0 0,0 0-8 0 0,1-1 0 0 0,0 1 112 0 0,-1 0 24 0 0,1 1 8 0 0,-2 0 0 0 0,0 0-168 0 0,0 0-32 0 0,0 1 0 0 0,-2 0-8 0 0,1 0-88 0 0,0 1 0 0 0,-1 0 0 0 0,-1 0 0 0 0,0 1-80 0 0,0 0 80 0 0,-1 1 0 0 0,1-1-72 0 0,-1 1 136 0 0,1 0 24 0 0,-2 0 8 0 0,1 1 0 0 0,0 0-8 0 0,0 0 0 0 0,0 1 0 0 0,-1-1 0 0 0,1 1-88 0 0,-1-1 80 0 0,0 1-80 0 0,-1 0 80 0 0,0-1-80 0 0,0 1 0 0 0,0 0 0 0 0,-1-1 0 0 0,-1 1 0 0 0,0-1 0 0 0,-1 0-88 0 0,-1 1 88 0 0,1-1 0 0 0,0 0 0 0 0,-2 0 0 0 0,1 1-64 0 0,-1-1 64 0 0,0 0 0 0 0,-2 1 0 0 0,1 1 64 0 0,0-1 32 0 0,0 0 16 0 0,1-1 0 0 0,0 1 0 0 0,0 0 96 0 0,-1-1 16 0 0,0 2 8 0 0,0 0 0 0 0,0 0-160 0 0,-1-1-72 0 0,1 1 64 0 0,-1-2-64 0 0,1 1 0 0 0,-1-2 0 0 0,1 1 0 0 0,0-2-88 0 0,2 1 88 0 0,-1-2 0 0 0,1 0 0 0 0,2 0 0 0 0,-1 0 64 0 0,3-1-64 0 0,-1 0 64 0 0,0-1-64 0 0,1 1 120 0 0,1-1-16 0 0,-1 1 0 0 0,1-1 0 0 0,0 0-200 0 0,2 1-32 0 0,-2-2-16 0 0,2 1-4120 0 0,0-1-824 0 0</inkml:trace>
  <inkml:trace contextRef="#ctx0" brushRef="#br0" timeOffset="62">1092 246 5983 2530 2286,'0'-1'536'0'0,"0"1"-432"0"0,0 0-104 0 0,0-1 0 0 0,1 1 408 0 0,-1 0 56 0 0,1 0 16 0 0,0 0 0 0 0,2 0-296 0 0,0-1-56 0 0,-1 1-16 0 0,2 0 0 0 0,0-1-48 0 0,-2 1-64 0 0,2 0 88 0 0,0 0-88 0 0,-2-1 256 0 0,1 1-8 0 0,0 0 0 0 0,0 0 0 0 0,0 0 296 0 0,0 0 56 0 0,0-1 8 0 0,1 1 8 0 0,0 0-168 0 0,-1 0-32 0 0,1-1 0 0 0,-1 1-8 0 0,1 0-216 0 0,-2 0-32 0 0,2 0-16 0 0,-2 0 0 0 0,0 0-144 0 0,-2 0 0 0 0,2-1 64 0 0,-2 1-64 0 0,0 0 0 0 0,0 1 0 0 0,0-1 0 0 0,0 0 0 0 0,-2-1 0 0 0,2 1 0 0 0,-2 0 0 0 0,0 0 0 0 0,-1 0 0 0 0,1 0 0 0 0,-2 0-96 0 0,1 0 24 0 0,0 0-24 0 0,-1 1-8 0 0,1-1 0 0 0,1 0 0 0 0,-2 0 104 0 0,1 0 0 0 0,1 0-80 0 0,-1 1 80 0 0,1-1 0 0 0,-2 0 0 0 0,2 1 0 0 0,-1 0 0 0 0,1-1-144 0 0,-1 1-48 0 0,1 0 0 0 0,-1 1-8 0 0,1-1-160 0 0,-1-1-32 0 0,2 1-8 0 0,-2 0 0 0 0,2 0 232 0 0,-2 0 40 0 0,2-1 16 0 0,0 0 0 0 0,0 1 112 0 0,-1 0 0 0 0,1-1 0 0 0,1 1-72 0 0,-1 0 72 0 0,1 0 0 0 0,-1-1 0 0 0,0 2 0 0 0,0-2 0 0 0,1 2 0 0 0,0-2 0 0 0,-1 2 64 0 0,1-1-64 0 0,0 0 0 0 0,0 0 0 0 0,0-1 0 0 0,0 1 0 0 0,0 0-64 0 0,0-1 64 0 0,0 1 0 0 0,1 0 0 0 0,-1-1 0 0 0,0 0 0 0 0,1 0 0 0 0,-1 0 120 0 0,0 1-16 0 0,1 0 0 0 0,0 0 0 0 0,-1 0 56 0 0,0-1 0 0 0,0 2 8 0 0,0 0 0 0 0,0-2-88 0 0,0 2-16 0 0,0 0-64 0 0,0 0 96 0 0,0 0-96 0 0,0-1 0 0 0,0 1 0 0 0,1 0 0 0 0,0-2 0 0 0,0 1 0 0 0,0 1 0 0 0,1-1 0 0 0,-1-1-72 0 0,2 0 72 0 0,-2 0 0 0 0,2 1-72 0 0,0-1 152 0 0,0 0 32 0 0,0 1 8 0 0,-1-1 0 0 0,2 1 8 0 0,-1 0 0 0 0,0 0 0 0 0,0 0 0 0 0,-1 0-128 0 0,1 1 0 0 0,-2 0 0 0 0,1 0 0 0 0,0-1 0 0 0,-1 2 0 0 0,1-1 0 0 0,-1 1 0 0 0,0-1 128 0 0,0 0 0 0 0,0 2 0 0 0,0-2 0 0 0,0 1-16 0 0,-1 0 0 0 0,1 0 0 0 0,-1 0 0 0 0,0 0-48 0 0,0 1 0 0 0,-1-2-64 0 0,1 1 96 0 0,-1 1-8 0 0,-1-1-8 0 0,1 1 0 0 0,0-2 0 0 0,-2 2-80 0 0,1-2 80 0 0,-1 2-80 0 0,1-1 80 0 0,-2-1-16 0 0,0 1 0 0 0,1 0 0 0 0,0-2 0 0 0,0 1 0 0 0,-2 0 0 0 0,2 0 0 0 0,0-1 0 0 0,0 0 40 0 0,0 0 8 0 0,1 1 0 0 0,-1-1 0 0 0,0 0-16 0 0,0 0 0 0 0,1 1 0 0 0,-1-1 0 0 0,0 1-8 0 0,1-1-8 0 0,0 0 0 0 0,0-1 0 0 0,1 2-80 0 0,-1-2 0 0 0,0 1 0 0 0,2-1 64 0 0,-2 0-64 0 0,2 0 0 0 0,-1 0 0 0 0,1 0 64 0 0,0 0 48 0 0,0 0 8 0 0,0-1 0 0 0,1 1 0 0 0,1-1-184 0 0,-2 0-40 0 0,3-1-8 0 0,-1 0 0 0 0,1-2-688 0 0,0 2-128 0 0</inkml:trace>
  <inkml:trace contextRef="#ctx0" brushRef="#br0" timeOffset="63">1258 251 4607 2375 2201,'-2'2'408'0'0,"0"-1"-328"0"0,2 1-80 0 0,-1-2 0 0 0,1 2 264 0 0,0 0 40 0 0,-1 1 8 0 0,-2 2 0 0 0,0 1-248 0 0,0 1-64 0 0,0 1 0 0 0,2-2 0 0 0,-1 1 0 0 0,1-1-120 0 0,0 0 32 0 0,1-1 8 0 0,0-1 336 0 0,2-1 64 0 0,-2 1 8 0 0,2-1 8 0 0,0 0 544 0 0,0-2 112 0 0,1 2 16 0 0,1-2 8 0 0,0 1-160 0 0,1-1-32 0 0,0-1-8 0 0,1-1 0 0 0,1-1-224 0 0,-1 1-48 0 0,2-2 0 0 0,-2-1-8 0 0,1 0-280 0 0,-1 1-64 0 0,-1-2 0 0 0,1 0-8 0 0,-1 0-184 0 0,-1 1 0 0 0,-1-1 0 0 0,-1 1 64 0 0,0 0-64 0 0,-2 0 0 0 0,-1 0 0 0 0,-1 1 0 0 0,-1 1 0 0 0,-1-2 64 0 0,-1 2-64 0 0,-2 0 64 0 0,-1 2-256 0 0,0 0-56 0 0,-2 0-8 0 0,-1 2 0 0 0,1 0-384 0 0,-1 0-72 0 0,0 0-24 0 0,1-1 0 0 0,1 1-248 0 0,0 0-48 0 0</inkml:trace>
  <inkml:trace contextRef="#ctx0" brushRef="#br0" timeOffset="64">30 687 7367 2894 2294,'-2'-2'656'0'0,"2"1"-528"0"0,-2 0-128 0 0,2 0 0 0 0,0 0 648 0 0,0 1 104 0 0,0 0 16 0 0,1 0 8 0 0,0-1-240 0 0,-1 1-56 0 0,1-2 0 0 0,0 1-8 0 0,1 1-408 0 0,-1-1-64 0 0,1 1 0 0 0,0 0 0 0 0,-1 0-120 0 0,0 0 40 0 0,0 0 8 0 0,1 0 0 0 0,-1-1 72 0 0,0 1 0 0 0,0 1 80 0 0,1-1-80 0 0,-2 1 328 0 0,2 0 24 0 0,-1 1 0 0 0,1 0 0 0 0,0 1 40 0 0,0 1 16 0 0,0 1 0 0 0,1 1 0 0 0,1 0-112 0 0,0 2-16 0 0,0 0-8 0 0,0 1 0 0 0,0 1-184 0 0,0-1-88 0 0,1 1 80 0 0,0 0-80 0 0,-1-1 0 0 0,0 0 0 0 0,-1 0 0 0 0,0 0 0 0 0,1 0 0 0 0,0 0 0 0 0,-1-2 0 0 0,0 1 0 0 0,0-2 0 0 0,-1 1 0 0 0,1-2 0 0 0,-1-1 0 0 0,1 1 0 0 0,-1-2 0 0 0,1 0 72 0 0,-2-1-72 0 0,2-1 184 0 0,-2 0-8 0 0,1-1 0 0 0,0-1 0 0 0,0 1 120 0 0,1-1 24 0 0,-1-1 8 0 0,1 0 0 0 0,-1-1-72 0 0,1 1-24 0 0,-1-2 0 0 0,1 0 0 0 0,0 0-112 0 0,-2-1-24 0 0,2-1-8 0 0,0-1 0 0 0,0-1-24 0 0,0 1 0 0 0,0-1 0 0 0,1 0 0 0 0,-1 0-64 0 0,-1 0 96 0 0,3 0-96 0 0,-3 2 96 0 0,1-1 48 0 0,0 2 16 0 0,0-1 0 0 0,-1 1 0 0 0,-1 0-64 0 0,1 1 0 0 0,0 0-8 0 0,-1 0 0 0 0,-1 0-88 0 0,0 0 0 0 0,0 1 0 0 0,0-1 0 0 0,0 0 0 0 0,0 0 0 0 0,0 1 0 0 0,-1 1 0 0 0,1-2 0 0 0,0 0 64 0 0,1 2-64 0 0,-1-1 0 0 0,0 1 64 0 0,1 0-64 0 0,0 0 64 0 0,1 0-64 0 0,-1 0 0 0 0,0 1 0 0 0,1 0 0 0 0,-1 1 0 0 0,-1-1 0 0 0,0 1-136 0 0,0-1 32 0 0,0 0 8 0 0,0 1-368 0 0,0 0-72 0 0,0 0-8 0 0,-1 0-8 0 0,0-1-784 0 0,0 1-152 0 0</inkml:trace>
  <inkml:trace contextRef="#ctx0" brushRef="#br0" timeOffset="65">296 831 6447 2809 2041,'-1'0'576'0'0,"0"0"-464"0"0,1 0-112 0 0,1 0 0 0 0,-1 0 544 0 0,1 0 96 0 0,-1 0 8 0 0,1 0 8 0 0,0 1-376 0 0,1-1-80 0 0,0 0-8 0 0,1 0-8 0 0,0 0-440 0 0,1-1-80 0 0,0 1-16 0 0,0-1-8 0 0,-1 0 232 0 0,0-1 40 0 0,1 1 16 0 0,-1 0 0 0 0,-1 0 536 0 0,2 0 112 0 0,-3 0 16 0 0,2 0 8 0 0,-1 0 112 0 0,0 0 24 0 0,1 0 8 0 0,-1 1 0 0 0,0 0-312 0 0,0 0-64 0 0,1 0-16 0 0,0 0 0 0 0,-2 0-232 0 0,1 0-56 0 0,0 0 0 0 0,-1 0-64 0 0,0 0 0 0 0,0 0 0 0 0,0 0 0 0 0,0 0 0 0 0,-1 0 0 0 0,0 0 0 0 0,0 0 0 0 0,0 0 0 0 0,0 0 0 0 0,0 0 0 0 0,0 0 0 0 0,0 0 0 0 0,0 0 0 0 0,0 0 0 0 0,0 0 0 0 0,0 0 0 0 0,0 0-88 0 0,0 0 88 0 0,-8 0-96 0 0,7 0 96 0 0,-1 0-96 0 0,0-1 32 0 0,1 1 64 0 0,-1-1-104 0 0,0 1 104 0 0,1 0 0 0 0,-2 0 0 0 0,2 0 0 0 0,-1-1-72 0 0,0 1 8 0 0,1 1 0 0 0,-1-1 0 0 0,0 0-208 0 0,1 0-40 0 0,-2 0-8 0 0,1 0 0 0 0,-1 0-88 0 0,1 1-16 0 0,0 0-8 0 0,-1-1 0 0 0,1 1 272 0 0,0-1 48 0 0,-1 2 16 0 0,1-1 0 0 0,-1-1 96 0 0,1 2 0 0 0,-1-1 0 0 0,1 0 80 0 0,0 0-80 0 0,1 0 0 0 0,-1 1 0 0 0,1-1 0 0 0,0-1 64 0 0,0 1 0 0 0,0 0 0 0 0,1 1 0 0 0,-1-2-64 0 0,1 0-88 0 0,0 0 24 0 0,0 1 0 0 0,0 0 64 0 0,0-1 0 0 0,0 1 0 0 0,1 0 0 0 0,-1-1 0 0 0,1 1 0 0 0,-1 1 64 0 0,0-1-64 0 0,0 0 232 0 0,1 2 16 0 0,0-2 0 0 0,-1 2 0 0 0,1-1 88 0 0,-1 1 16 0 0,1-1 8 0 0,0 1 0 0 0,-1 0-168 0 0,0-1-40 0 0,0 1-8 0 0,1 0 0 0 0,0-1-144 0 0,-1 1 0 0 0,0 0 0 0 0,0-1 0 0 0,-1 1 0 0 0,0-1 0 0 0,1 0 0 0 0,0 0 0 0 0,0-1 88 0 0,-1 0-16 0 0,1 0 0 0 0,0-1 0 0 0,0 0 152 0 0,0 0 32 0 0,0 0 8 0 0,0 0 0 0 0,1 0-48 0 0,-1-1-16 0 0,1 1 0 0 0,1 0 0 0 0,-2 0-8 0 0,0 0 0 0 0,7-2 0 0 0,-3 2 0 0 0,0 0-80 0 0,0 0-16 0 0,1-1-8 0 0,1 1 0 0 0,-2 1-88 0 0,1-1 0 0 0,1 0 0 0 0,-2 1 0 0 0,1-1 0 0 0,-1 1 0 0 0,0 1-80 0 0,0-2 80 0 0,-1 1-104 0 0,0 1 24 0 0,-1-1 8 0 0,0-1 0 0 0,-1 2 72 0 0,0 0-96 0 0,-1 0 96 0 0,-1 0-96 0 0,1 1 96 0 0,-1-1 0 0 0,-3 3 0 0 0,2-2 0 0 0,-1 1 96 0 0,-1 0-24 0 0,-1 0 0 0 0,0 0 0 0 0,0 1-72 0 0,-1-1 0 0 0,0-1-80 0 0,1 1 80 0 0,0-1 0 0 0,-1 0 0 0 0,1 0-64 0 0,0 0 64 0 0,0-2 0 0 0,1 2 0 0 0,0-2 0 0 0,-1 2 0 0 0,2-1 0 0 0,0-1 0 0 0,0 1 0 0 0,1-1 0 0 0,0 0 0 0 0,1 0 0 0 0,1 0 0 0 0,-1-1 0 0 0,1 0-80 0 0,1 0-16 0 0,-1-1-8 0 0,2-1 0 0 0,-1 1-568 0 0,1-1-104 0 0,2 0-24 0 0,-1-1-8 0 0,1-1-224 0 0,0 1-48 0 0</inkml:trace>
  <inkml:trace contextRef="#ctx0" brushRef="#br0" timeOffset="66">484 816 14279 2712 2044,'-5'1'632'0'0,"2"0"136"0"0,1 1-616 0 0,0 0-152 0 0,2-1 0 0 0,-1 1 0 0 0,1 0-504 0 0,0 2-128 0 0,-1 1-24 0 0,-1 3-8 0 0,1 0 128 0 0,-1 3 24 0 0,-1-1 8 0 0,1-1 0 0 0,0 0-256 0 0,1-1-48 0 0,-2-1-16 0 0,1-1 0 0 0,0-2 1024 0 0,0 0 208 0 0,1-2 40 0 0,1 1 0 0 0,0-2 800 0 0,0 1 160 0 0,1-1 32 0 0,2-1 8 0 0,0 0-560 0 0,0 0-120 0 0,2 0-16 0 0,1-1-8 0 0,0-1-272 0 0,0 0-56 0 0,0-1-16 0 0,1 0 0 0 0,0 0-256 0 0,-1 0-48 0 0,1-1-16 0 0,-2 0 0 0 0,0 0-160 0 0,-1-1-32 0 0,-1 1-8 0 0,-1 0 0 0 0,0 1-24 0 0,-2-1-8 0 0,0 1 0 0 0,-1-1 0 0 0,0 1 152 0 0,-3-1 0 0 0,2 1 0 0 0,-2 0 0 0 0,-1-1 0 0 0,0 0 0 0 0,-1 0 0 0 0,0 1 72 0 0,1 0-72 0 0,0 0 80 0 0,0 0-80 0 0,1 1 80 0 0,1 0-272 0 0,0 1-64 0 0,-1 1 0 0 0,3 0-8 0 0,-2 0-584 0 0,2 0-112 0 0,-1 0-32 0 0,0 0-5440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Tx" type="integer" min="-90" max="90" units="deg"/>
          <inkml:channel name="OTy" type="integer" min="-90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Tx" name="resolution" value="100" units="1/deg"/>
          <inkml:channelProperty channel="OTy" name="resolution" value="100" units="1/deg"/>
        </inkml:channelProperties>
      </inkml:inkSource>
      <inkml:timestamp xml:id="ts0" timeString="2025-11-03T19:25:46.360"/>
    </inkml:context>
    <inkml:brush xml:id="br0">
      <inkml:brushProperty name="width" value="0.05292" units="cm"/>
      <inkml:brushProperty name="height" value="0.05292" units="cm"/>
      <inkml:brushProperty name="color" value="#0030AB"/>
      <inkml:brushProperty name="ignorePressure" value="1"/>
    </inkml:brush>
  </inkml:definitions>
  <inkml:trace contextRef="#ctx0" brushRef="#br0">1037 539 2759 2934 2930,'0'0'248'0'0,"0"0"-248"0"0,0 0 0 0 0,0-1 0 0 0,0 1 448 0 0,0 0 48 0 0,0-1 8 0 0,0-1 0 0 0,0 1 304 0 0,0 0 64 0 0,0-2 16 0 0,0 2 0 0 0,0 0-96 0 0,0 0-24 0 0,0 0 0 0 0,-1 0 0 0 0,0 0-128 0 0,1 0-32 0 0,-1 1-8 0 0,-1 0 0 0 0,0 1-88 0 0,-1 0-24 0 0,-1 0 0 0 0,1 0 0 0 0,-1 2-240 0 0,-1 0-56 0 0,0 0 0 0 0,-1 2-8 0 0,2 0-88 0 0,0-1-24 0 0,0 1 0 0 0,0 0 0 0 0,0-1 24 0 0,-1 1 0 0 0,3-1 0 0 0,-1 1 0 0 0,0 0 56 0 0,2-1 8 0 0,-2 1 8 0 0,2-2 0 0 0,0 2 56 0 0,0-1 16 0 0,1 0 0 0 0,-1 0 0 0 0,1 0 8 0 0,0 0 0 0 0,0 0 0 0 0,1-1 0 0 0,-1 1-16 0 0,1 1 0 0 0,0 0 0 0 0,2 0 0 0 0,-1 0-32 0 0,0-1-8 0 0,0-1 0 0 0,0-1 0 0 0,0 2-16 0 0,2-1-8 0 0,-1 0 0 0 0,2 0 0 0 0,0 0-40 0 0,1-1-16 0 0,0 0 0 0 0,0-1 0 0 0,1-1-16 0 0,-1 0-8 0 0,2 0 0 0 0,-2-1 0 0 0,1-1 0 0 0,-1 0 0 0 0,0-1 0 0 0,1 1 0 0 0,0-2-88 0 0,-1 0 96 0 0,1-1-96 0 0,0-1 96 0 0,-1 1-96 0 0,0-1 0 0 0,-1 0 0 0 0,0 0 64 0 0,-1 0-64 0 0,-2-1 0 0 0,1 2 0 0 0,-2-2 0 0 0,-1 2 0 0 0,1-2 0 0 0,-1 1 0 0 0,-1 2 0 0 0,0-2 0 0 0,-1 1 0 0 0,0 0 0 0 0,-2 1 0 0 0,2 0 0 0 0,-2 1 0 0 0,2 0 0 0 0,-2-1 0 0 0,1 2 0 0 0,-2-1 0 0 0,0 0 0 0 0,1 2 0 0 0,-1-2 0 0 0,0 2 0 0 0,-1-1 0 0 0,1 0 0 0 0,-2 1 0 0 0,2 0 0 0 0,-1-1 0 0 0,1 2 0 0 0,0-1 0 0 0,-1 1 0 0 0,2 0 0 0 0,0 0 0 0 0,-1 0 0 0 0,1 1 0 0 0,1 0 0 0 0,0 0 0 0 0,0 0 0 0 0,0 0 0 0 0,1 1 0 0 0,-1-1 0 0 0,2 0-112 0 0,-1-1 40 0 0,1 0 8 0 0,1 1 0 0 0,0-1-160 0 0,0 0-32 0 0,2 1-8 0 0,-1-1-5848 0 0,3 0-1176 0 0</inkml:trace>
  <inkml:trace contextRef="#ctx0" brushRef="#br0" timeOffset="1">1054 698 3703 2944 2841,'0'-1'328'0'0,"0"0"-264"0"0,0 1-64 0 0,0 0 0 0 0,1 1 0 0 0,-1-1 0 0 0,0 1 0 0 0,0-1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0,4-8 0 0 0,-3 9 0 0 0,-1-1 0 0 0,0 0 0 0 0,0 0 0 0 0,0 0 0 0 0,1 0 0 0 0,-1 0 0 0 0,0-1 0 0 0,0 1 0 0 0,0-1 0 0 0,0 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64 0 0,0 0-64 0 0,0 0 0 0 0,0 0 0 0 0,0 0 0 0 0,0 0 0 0 0,0 0 0 0 0,0 0-72 0 0,0 0 72 0 0,0 0 200 0 0,0 0 64 0 0,0 0 16 0 0,0 0 8 0 0,0 0 96 0 0,0 0 24 0 0,0-8 0 0 0,0 8 8 0 0,0-1 136 0 0,1 0 24 0 0,-1 0 8 0 0,1-1 24 0 0,-1 2 96 0 0,0-2 16 0 0,0 1 8 0 0,0 0 8 0 0,0 0 104 0 0,0-1 24 0 0,0 1 0 0 0,0 0 8 0 0,-1 1-112 0 0,0-2-24 0 0,1 2-8 0 0,-1-1 8 0 0,1 1-288 0 0,0-1-56 0 0,0 1-8 0 0,-1 0 0 0 0,1 0-248 0 0,-1 1-48 0 0,1 0-16 0 0,0 0 16 0 0,-1 1-88 0 0,1-1 0 0 0,0 2-96 0 0,-1 1 96 0 0,1 0-88 0 0,1 0 88 0 0,-1 1-96 0 0,0-1 96 0 0,0 4 0 0 0,1 0 0 0 0,-1 1 0 0 0,0 1 0 0 0,0 2 72 0 0,0-1 16 0 0,0 1 0 0 0,0 0 8 0 0,-1-1 56 0 0,1-1 8 0 0,-1 3 0 0 0,1-3 8 0 0,0 0 8 0 0,0 0 0 0 0,-1 3 0 0 0,1-1 0 0 0,0-2-48 0 0,0 2 0 0 0,1 4-8 0 0,-1 3 0 0 0,1-2-24 0 0,0 0-8 0 0,-1-1 0 0 0,1-2 0 0 0,0-1 0 0 0,-1 0 0 0 0,0-2 0 0 0,0 0 0 0 0,0 1-24 0 0,0-3-64 0 0,0 0 96 0 0,0 0-32 0 0,0-1 0 0 0,0 0-64 0 0,0-1 96 0 0,0 0-32 0 0,1 1-64 0 0,-1-2 96 0 0,0 0-96 0 0,0-1 96 0 0,1 0-96 0 0,0-1 80 0 0,-1 0-80 0 0,0-2 80 0 0,1 1-80 0 0,0 0 64 0 0,-1-2-64 0 0,0 0 64 0 0,0 0-64 0 0,0 0 0 0 0,0-1 72 0 0,0 0-72 0 0,0 1 64 0 0,1-1-64 0 0,-1-1 64 0 0,0 2-64 0 0,0-1 64 0 0,0 1-64 0 0,0-2 64 0 0,1 0-64 0 0,-1 1 64 0 0,0 0-64 0 0,0 0 64 0 0,0 0-64 0 0,0 0 0 0 0,0 0 64 0 0,0 0-64 0 0,0 0 0 0 0,0 0 0 0 0,2-9 0 0 0,-2 7 0 0 0,0 1 0 0 0,0 0 0 0 0,-1-2 0 0 0,1 2 0 0 0,0-2 0 0 0,-1 2 0 0 0,1-2 0 0 0,-2 2 0 0 0,2-1 0 0 0,-2 0 0 0 0,1 0 0 0 0,-1 0 0 0 0,1 1-64 0 0,-1 1-16 0 0,0 0 0 0 0,1-1 0 0 0,-2 1 0 0 0,1 1-8 0 0,-1-1 0 0 0,1 2 0 0 0,-1 0 0 0 0,1-1 88 0 0,-1 1-96 0 0,0 0 96 0 0,1 0-96 0 0,-1 0 96 0 0,2 0 0 0 0,-1 1 0 0 0,0-1 0 0 0,1 0 0 0 0,-1 0 0 0 0,2 1 0 0 0,-1 0 0 0 0,2 1 0 0 0,-1-1 0 0 0,2-1 0 0 0,-1 2 0 0 0,3-2 0 0 0,-2 1 0 0 0,1-1 0 0 0,2 0 0 0 0,-1 0 0 0 0,1 0 0 0 0,0-1 0 0 0,0 0 0 0 0,0 1 0 0 0,1-2 72 0 0,-2-1-72 0 0,1 0 80 0 0,1-1-80 0 0,-1-1 64 0 0,1 2-64 0 0,-1-3 64 0 0,0 1-64 0 0,-1-1 0 0 0,-1-1 72 0 0,-1 0-72 0 0,1 1 0 0 0,-1 0 0 0 0,-2-1 0 0 0,0 0 0 0 0,0 1 0 0 0,-2-1 0 0 0,0-1 0 0 0,0 1 0 0 0,-1 0 0 0 0,0 2 0 0 0,1 1-64 0 0,-1-1 64 0 0,0 2-72 0 0,0 0 72 0 0,0 0-80 0 0,-2 1 80 0 0,1 1-72 0 0,0 0 72 0 0,-1 0-64 0 0,0 1 64 0 0,0 0 0 0 0,0 1 0 0 0,1-1 0 0 0,-1 1 0 0 0,2 1 0 0 0,-1-2 0 0 0,0 1 0 0 0,2 1 0 0 0,-1-1 0 0 0,2 0 0 0 0,-1 0 0 0 0,1 0 0 0 0,1-1 0 0 0,0 1 0 0 0,2 1 0 0 0,-1-1 64 0 0,1-1-64 0 0,0 2 0 0 0,0-2 0 0 0,1 0 0 0 0,-1 2 0 0 0,1-1 0 0 0,0-1 0 0 0,-1 2 0 0 0,1-2 0 0 0,-1 0 0 0 0,2-1 0 0 0,0 0 0 0 0,0-1 64 0 0,0 0-64 0 0,0 0 80 0 0,1-2-80 0 0,0 0 80 0 0,1 0-80 0 0,-1-1 80 0 0,-1-1-80 0 0,1 0 64 0 0,-2 0-64 0 0,1-1 0 0 0,0 0 72 0 0,-4 1-72 0 0,2 0 0 0 0,-2 0 0 0 0,0 0 0 0 0,0 1 0 0 0,-2-2 0 0 0,0 1 0 0 0,-1 0 0 0 0,-2 1 0 0 0,1-1 0 0 0,1 2 0 0 0,-2 0 0 0 0,0 2 0 0 0,-1 0 0 0 0,1 1-80 0 0,0 0 80 0 0,1 0-80 0 0,-1 1 80 0 0,0 1-80 0 0,-2 0 80 0 0,1 0 0 0 0,0 1 0 0 0,0 0-64 0 0,0 0 64 0 0,0 0 0 0 0,2 0 0 0 0,1 0 0 0 0,0 0 0 0 0,0 1 0 0 0,1-1 0 0 0,0 0 0 0 0,2 0 0 0 0,0 1 0 0 0,0-1 0 0 0,0-2 0 0 0,2 0 0 0 0,-2 2 0 0 0,2-2 0 0 0,1 1 0 0 0,-2 0 0 0 0,3-1 0 0 0,-1 1 0 0 0,-1-2 64 0 0,2 1-64 0 0,0 0 88 0 0,0-2-16 0 0,0 1 0 0 0,0-1 0 0 0,1-1-72 0 0,-1 1 64 0 0,0-2-64 0 0,1-1 64 0 0,0 2-64 0 0,-1-2 64 0 0,0-1-64 0 0,0 0 64 0 0,-1 1-64 0 0,0-2 0 0 0,1 0 0 0 0,-2 0 0 0 0,0 1 0 0 0,-1-1 0 0 0,-1 0 64 0 0,-1 0-64 0 0,0 0 0 0 0,-1 1 0 0 0,0 1 0 0 0,-1 0 0 0 0,2 1 0 0 0,-3 0 0 0 0,1 2 0 0 0,-1-1 0 0 0,0 1 0 0 0,0 0 0 0 0,-1 1-80 0 0,1-1 80 0 0,0 2-72 0 0,0 0 72 0 0,1 0-64 0 0,-1 0 64 0 0,0 0 0 0 0,0 1 0 0 0,0-1 0 0 0,1 1-64 0 0,1 0 64 0 0,-1-1 0 0 0,1 1 0 0 0,0 1 0 0 0,1 0 0 0 0,0 0 0 0 0,2 1 0 0 0,0-1 0 0 0,1-1 0 0 0,0 1 0 0 0,1-1 0 0 0,-1 0 0 0 0,2 0 0 0 0,1-1 0 0 0,-1 0 0 0 0,1-1 0 0 0,-1 0 0 0 0,1-1 0 0 0,-1-1 0 0 0,2 0 0 0 0,-2-1 0 0 0,1 1 0 0 0,-2-1 64 0 0,2-1-64 0 0,-2-1 0 0 0,0 0 72 0 0,0 0-72 0 0,-1 0 0 0 0,0-1 0 0 0,-1 1 0 0 0,0-1 0 0 0,-1-1 0 0 0,0 0 0 0 0,-1 2 0 0 0,1 0 0 0 0,-1 0 0 0 0,-2 1 0 0 0,1 1 0 0 0,-1 0 0 0 0,0 0 0 0 0,1 2 0 0 0,-1 0-72 0 0,0 2 72 0 0,0-1-64 0 0,-2 1 64 0 0,3 1-80 0 0,-2 1 80 0 0,0 1-80 0 0,1 1 80 0 0,0-1 0 0 0,0-1 0 0 0,0 0 0 0 0,1 1 0 0 0,0-1 0 0 0,1-1 0 0 0,1 0 0 0 0,0 1 0 0 0,0-2 0 0 0,0 0 0 0 0,1-1 0 0 0,0 0 0 0 0,0 0 0 0 0,1 0 0 0 0,0-2 0 0 0,-1 0 0 0 0,2 0 0 0 0,0 0 0 0 0,0 0 64 0 0,1-1-64 0 0,0 0 0 0 0,-1 1-88 0 0,1-1 88 0 0,0-1-280 0 0,0 2-8 0 0,-1-1 0 0 0,2 0-5888 0 0,-1 1-1184 0 0</inkml:trace>
  <inkml:trace contextRef="#ctx0" brushRef="#br0" timeOffset="2">1045 1172 1375 2906 2723,'0'0'128'0'0,"0"0"-128"0"0,0 0 0 0 0,0 0 0 0 0,0 0 520 0 0,0 0 88 0 0,0 0 8 0 0,-1 1 8 0 0,0-1 208 0 0,0 0 32 0 0,1 0 16 0 0,0 0 0 0 0,0 0 152 0 0,0 0 32 0 0,0 0 8 0 0,0 0 0 0 0,0 0-40 0 0,0 0-8 0 0,0 0 0 0 0,0 0 0 0 0,0 0-264 0 0,0 0-56 0 0,-6 5-16 0 0,5-3 0 0 0,0 0-296 0 0,-1 0-56 0 0,1 1-16 0 0,-2-1 0 0 0,2 0-112 0 0,-2 2-24 0 0,0-1-8 0 0,-1 2 0 0 0,-1 0-80 0 0,-1 1-24 0 0,1 0 0 0 0,-2 0 0 0 0,-1 1-72 0 0,-1 2 96 0 0,2-3-96 0 0,-2 2 96 0 0,-2 3-96 0 0,-1-1 96 0 0,-2 3-96 0 0,-1 0 96 0 0,1 0-96 0 0,-1 0 0 0 0,1 0 72 0 0,-1 0-72 0 0,0-3 80 0 0,2 1-16 0 0,2-1-64 0 0,-1-1 96 0 0,0-2-8 0 0,0 0-8 0 0,2-1 0 0 0,0 0 0 0 0,1 0 16 0 0,2-1 8 0 0,2-1 0 0 0,0-1 0 0 0,-1 1 16 0 0,0-1 0 0 0,2 0 0 0 0,-1 1 0 0 0,1 0-24 0 0,-1-1-8 0 0,1 0 0 0 0,0 0 0 0 0,0 0-88 0 0,1-1 64 0 0,1 1-64 0 0,0-2 64 0 0,1 0-64 0 0,0 0 0 0 0,0 0 72 0 0,0 0-72 0 0,0-1 0 0 0,1 1 64 0 0,-1 0-64 0 0,1 0 0 0 0,0-1 0 0 0,-1 0 0 0 0,1 0 0 0 0,0 0 0 0 0,-1 1 0 0 0,1-1 0 0 0,0 0 0 0 0,0 0 64 0 0,0 0-64 0 0,0 0 0 0 0,0 0 0 0 0,0 0 0 0 0,0 0 0 0 0,0 0 0 0 0,0 0 0 0 0,0 0 0 0 0,0 0 0 0 0,0 0 0 0 0,0 0 0 0 0,0 0 64 0 0,3-9-64 0 0,-2 6 0 0 0,0 2 0 0 0,0-1 0 0 0,-1 0 0 0 0,0 1 0 0 0,1-1 0 0 0,-1 1 0 0 0,1-2 0 0 0,-1 1 0 0 0,0 0 0 0 0,-1 0 0 0 0,1 0 0 0 0,-1 0 0 0 0,1 1 0 0 0,-1-1 0 0 0,0 1 0 0 0,-1-1 0 0 0,1 0 0 0 0,-1 1 0 0 0,0 1-96 0 0,0-1 32 0 0,-1 1 0 0 0,1 0 0 0 0,-1 1-8 0 0,1 0 0 0 0,0 0 0 0 0,0 1 0 0 0,-1-1 72 0 0,0 2 0 0 0,0 0-72 0 0,-1 1 72 0 0,-1 0 0 0 0,2 0 0 0 0,-1 0 0 0 0,1 1 0 0 0,-1 1 0 0 0,2-1 0 0 0,0-1 0 0 0,1 1 0 0 0,1-1 0 0 0,0-1 0 0 0,1 0 0 0 0,1 0 0 0 0,0 0 0 0 0,3-1 0 0 0,-2-1 72 0 0,1 0-72 0 0,2-1 104 0 0,0-2-8 0 0,-1 1-8 0 0,0 0 0 0 0,-1-1-24 0 0,1 0 0 0 0,0-1 0 0 0,-1 0 0 0 0,1-1-64 0 0,-1 0 0 0 0,-1 1 0 0 0,-1-1 64 0 0,1 0-64 0 0,-2 0 0 0 0,0-1 0 0 0,-2 1 0 0 0,0 0 0 0 0,0 1 0 0 0,-1 1 0 0 0,-1-2 0 0 0,1 2 0 0 0,-2 0 0 0 0,0 1 0 0 0,-1 1 0 0 0,0 1 0 0 0,0-1 0 0 0,0 2 0 0 0,0 1 0 0 0,1 1 0 0 0,-2 0 0 0 0,0 1 0 0 0,1 1 0 0 0,1 0 0 0 0,1-1 0 0 0,-2 1 0 0 0,2 0 0 0 0,1 0 0 0 0,0 0 0 0 0,1-1 0 0 0,1 0 0 0 0,0-2 0 0 0,1-1 0 0 0,0 1 0 0 0,1-2 0 0 0,1 0 0 0 0,1 0 0 0 0,-1-1 0 0 0,1-2 0 0 0,2 0 0 0 0,0-1 64 0 0,0-1 0 0 0,-1 1 0 0 0,0 0-64 0 0,0-1 80 0 0,-1 0-80 0 0,1-1 80 0 0,1 0-80 0 0,-2-1 0 0 0,1 1 0 0 0,-2 0 0 0 0,0 1 0 0 0,-1-1 0 0 0,-1 1 0 0 0,0-2-88 0 0,-1 2 88 0 0,-1-2-104 0 0,1 2 40 0 0,-2 0 64 0 0,0 0-80 0 0,0 2 80 0 0,-1 0 0 0 0,-1 0-72 0 0,1 2 72 0 0,-2 0 0 0 0,1 1 0 0 0,-2 0-64 0 0,2 1 64 0 0,-1 0 0 0 0,1 1 0 0 0,-1 2 0 0 0,0-1 0 0 0,1 0 0 0 0,0 1 0 0 0,3-1 0 0 0,0 0 0 0 0,0-2 0 0 0,2 1 0 0 0,1 0 0 0 0,0-2-256 0 0,1 0 0 0 0,2 0-8 0 0,1-2-8896 0 0</inkml:trace>
  <inkml:trace contextRef="#ctx0" brushRef="#br0" timeOffset="3">633 1508 2759 3213 2662,'-1'-1'120'0'0,"0"0"32"0"0,1 1-152 0 0,0-1 0 0 0,0 1 0 0 0,0 0 0 0 0,0 0 704 0 0,-1 0 120 0 0,0 0 16 0 0,-1 0 8 0 0,2-2 240 0 0,-1 2 40 0 0,-1 0 16 0 0,1-1 0 0 0,0 2-224 0 0,1-2-48 0 0,0 1-8 0 0,-2 0 0 0 0,1 0-160 0 0,0 0-32 0 0,0 1 0 0 0,-1 0-8 0 0,0 0-248 0 0,0 1-40 0 0,-1 1-16 0 0,-1 0 0 0 0,0 0-104 0 0,0 1-16 0 0,-1 0-8 0 0,0 1 0 0 0,0-1 0 0 0,-1 2 0 0 0,0 1 0 0 0,-1-1 0 0 0,-2 2-48 0 0,1 0-16 0 0,0-2 0 0 0,-1 1 0 0 0,0-1-40 0 0,0 2 0 0 0,-1 0-8 0 0,0 0 0 0 0,0-1-48 0 0,-2 0-8 0 0,1 1 0 0 0,-3 1 0 0 0,1 2-64 0 0,0-3 96 0 0,3-1-96 0 0,0 0 96 0 0,-1 0 8 0 0,-1 1 8 0 0,1-1 0 0 0,0 0 0 0 0,0-1-112 0 0,1-1 0 0 0,0 1 0 0 0,2-2 0 0 0,1 0 72 0 0,0-1-72 0 0,1 0 64 0 0,1 0-64 0 0,1 0 88 0 0,0-1-24 0 0,1-1-64 0 0,-1 2 96 0 0,1-1-96 0 0,0-1 72 0 0,0 1-72 0 0,0 0 64 0 0,1-1-64 0 0,0 1 0 0 0,0-1 0 0 0,-1 0 0 0 0,1 1 0 0 0,0-1 0 0 0,0 0 64 0 0,0 0-64 0 0,0 0 0 0 0,1 0 0 0 0,0-1 72 0 0,-1 1-72 0 0,1 0 64 0 0,0 0-64 0 0,1-1 80 0 0,0 0-80 0 0,-1 0 72 0 0,1 0-72 0 0,0 0 64 0 0,1 0-64 0 0,-1-1 0 0 0,0 0 0 0 0,0 1 64 0 0,0 0-64 0 0,0 0 0 0 0,6-9 0 0 0,-4 5 0 0 0,0 1 0 0 0,-1 1 0 20-26,0-1 0-2-2,0 1 0 0 3,0 0-88-18 25,-2 1 88 0 0,0 1-80 0 0,-1 0 80 17-28,1 0-80-17 28,-2 0 80 0 0,1 2-104 0 0,-1 0 40 0 0,-1 2 64 0 0,0-1-104 0 0,0 2 40 0 0,0 0 64 0 0,-1 0-104 0 0,1 1 32 16-25,1 0 8-16 25,1-1 0 0 0,-1 0 0 0 0,0 0 64 0 0,1 0 0 0 0,1 0 0 0 0,-1-1 0 0 0,2-2 0 0 0,0 2 0 0 0,0-2 0 0 0,1 0 0 0 0,0-1 0 0 0,2 0 0 0 0,-1 0 0 0 0,1-1 64 0 0,0-1-64 0 0,0 0 64 0 0,2-2-64 17-28,0 0 64-17 28,2-1 0 0 0,-1-1 0 0 0,-1-1 0 0 0,-1 2 0 0 0,-1 0-64 0 0,0-1 0 0 0,-2 1 0 0 0,-1 1 0 0 0,0 0 0 0 0,-1 0 0 0 0,0 2 0 0 0,-2 0 0 0 0,1 0 0 0 0,-1 1 0 0 0,0 1 0 0 0,0 0 0 0 0,-1 1 0 0 0,0 0 0 0 0,0 1 0 0 0,2 0 64 0 0,-2 0-64 0 0,3 0 0 0 0,-2 0 0 17-26,2-1 0-17 26,0 2 0 0 0,0-2 0 0 0,0 1 0 0 0,1 0 0 0 0,1-1 0 0 0,0 1 0 0 0,0-2 0 0 0,0 1 0 0 0,1-2 0 0 0,0 1 0 0 0,-1-1 0 0 0,2-1 0 0 0,-1 0 0 0 0,1-1 88 0 0,-1 1-88 0 0,1-1 96 0 0,-1 0-96 0 0,1-1 0 0 0,-1-1 72 15-28,1 0-72-15 28,0 0 0 0 0,-1 1 72 0 0,0-1-72 0 0,0 0 0 0 0,-1 1 64 0 0,-1 0-64 0 0,1 1 0 0 0,-1-1 0 0 0,-1 2 0 0 0,1 1 0 0 0,0-1 0 0 0,0 1 0 0 0,-1 0 0 0 0,1 0 0 0 0,-1 1 0 0 0,0-1 0 0 0,0 2 0 0 0,0 0-88 0 0,0 0 88 0 0,0 1-104 0 0,0 0 104 0 0,-1 0-72 0 0,1 1 72 0 0,-1-1-64 0 0,0 1 64 0 0,0-1 0 0 0,0 0 64 0 0,1 0-64 0 0,-2 1 0 0 0,1-1 0 0 0,1 1 0 0 0,-1-2 64 0 0,1 0-64 0 0,1 0 0 0 0,0-1 64 0 0,0 0-64 0 0,1 1 0 0 0,1-2 72 0 0,1-1-72 0 0,0 0 0 0 0,1-1 72 0 0,-1-1-72 0 0,3 0 0 0 0,-1-1 72 0 0,-1 1-72 0 0,0-1 0 0 0,0 0 0 0 0,-1 1 0 0 0,1 0-288 0 0,-2 0-16 0 0,0 0-8 0 0,-1 1 0 0 0,0 0-976 0 0,-1 0-200 0 0,0 2-40 0 0,0-1-5816 0 0</inkml:trace>
  <inkml:trace contextRef="#ctx0" brushRef="#br0" timeOffset="4">672 1498 2759 3270 2745,'0'0'248'0'0,"-1"0"-248"0"0,1 0 0 0 0,0 0 0 0 0,0 1 512 0 0,0-1 64 0 0,-1-1 0 0 0,1 1 8 0 0,-1 0 360 0 0,2-1 72 0 0,-2 0 8 0 0,1 1 8 0 0,0 0-168 0 0,0 0-40 0 0,0 0-8 0 0,0 0 0 0 0,0 0-8 0 0,0 0 0 0 0,0 0 0 0 0,0 0 0 0 0,0 0-72 0 0,0 0-24 0 0,-2 10 0 0 0,1-5 0 0 0,1 2-280 0 0,-1 0-56 0 0,0 1-16 0 0,1 1 0 0 0,0 1-48 0 0,-1 3-16 0 0,1-3 0 0 0,0 1 0 0 0,1 0-40 0 0,-1 0-16 0 0,1 0 0 0 0,0-1 0 0 0,-1 3-80 0 0,0-1-24 0 0,1 0 0 0 0,-1 1 0 0 0,0-1-32 0 0,1 1-8 0 0,-1-1 0 0 0,0 0 0 0 0,0-1-8 0 0,0 0-8 0 0,0 1 0 0 0,0-2 0 0 0,-1 2 0 0 0,0-3 0 0 0,1 2 0 0 0,0-1 0 0 0,-2-2 0 0 0,2 1 0 0 0,0-1 0 0 0,-1-1 0 0 0,0 0-80 0 0,1-1 96 0 0,-1 1-96 0 0,0-1 96 0 0,1 0-32 0 0,0-2-64 0 0,0-1 96 0 0,0-1-32 0 0,0 1-64 0 0,0-2 64 0 0,0-1-64 0 0,0 0 64 0 0,1 0-64 0 0,0 0 64 0 0,-1 0-64 0 0,1-2 64 0 0,0 0-64 0 0,-1 0 96 0 0,2-1-96 0 0,-1 0 96 0 0,0 1-96 0 0,0-2 0 0 0,-1 0 72 0 0,0 1-72 0 0,1-1 0 0 0,-1 0 0 0 0,0 1 0 0 0,0 0 0 0 0,-1-1 0 0 0,1 0 0 21-26,0 2 0-4 0,-1-1 0-17 26,-1 1 0 19-28,0 0 0-1 0,1 0 0-1 2,-1 1-64-17 26,0 1-16 18-28,-1 0 0-18 28,0 1 0 0 0,0 2 0 0 0,-1 0 0 0 0,1 1 0 0 0,-1 1 0 0 0,-1-1 0 0 0,2 1 80 0 0,-1 0 0 0 0,2 0-72 0 0,-1 0 72 0 0,1 1 0 0 0,-1 1 0 0 0,2-1 0 0 0,-1 2 0 0 0,2-3 0 0 0,2-1 0 0 0,-1 0 0 0 0,0-1 0 0 0,2-1 0 0 0,0 1 0 0 0,0-2 0 0 0,1 0 0 0 0,-1 0 0 0 0,0-2 0 17-27,1 0 0-17 27,0 1 64 0 0,0-4-64 0 0,0 1 96 0 0,1 0-96 0 0,-1-1 96 0 0,-1 0-96 0 0,1 0 0 0 0,-2 0 72 0 0,0 0-72 0 0,-1 1 0 0 0,0 0 0 0 0,0 0 0 0 0,-2 2 0 0 0,1-1 0 0 0,0 1 0 0 0,-1 0 0 0 0,-1 1 0 0 0,0 0 0 0 0,1 1 0 0 0,-2 0 0 0 0,1 1 0 0 0,-1 1 0 0 0,1 0 0 0 0,-1 1 0 0 0,2-2 0 0 0,0 0 0 0 0,0 1 0 0 0,1-1 0 0 0,1-1 0 0 0,0 0 0 0 0,0 0 0 0 0,2-1 0 0 0,-1 0 0 0 0,2-2 0 0 0,0 1 0 0 0,1-1 0 0 0,0-1 0 0 0,-1-1-96 0 0,2 0 16 0 0,-1-1 8 0 0,0 1 0 0 0,-2 0-24 0 0,1 0 0 0 0,-3 2 0 0 0,1-1 0 0 0,-2 0 96 0 0,0 0-104 0 0,-2 1 40 0 0,0 0 64 0 0,-1 1 0 0 0,-2-1 0 0 0,0 1 0 0 0,-2 1 0 0 0,1 0 0 0 0,0 0 0 0 0,-1 1 0 0 0,1 0 0 0 0,-1 1 0 0 0,2 0 0 0 0,1-2 0 0 0,1 2 0 0 0,2-1 0 0 0,0-1 0 0 0,2 0 0 0 0,0-1 0 0 0,3-1-416 0 0,0-1-40 0 0,1-1-16 0 0,1-1-8616 0 0</inkml:trace>
  <inkml:trace contextRef="#ctx0" brushRef="#br0" timeOffset="5">714 1485 5063 3212 2783,'-2'-2'224'0'0,"2"2"48"0"0,-1-1-272 0 0,0 1 0 0 0,0-1 0 0 0,1 0 0 0 0,0 1 952 0 0,-1 0 136 0 0,0-1 24 0 0,1 1 8 0 0,0 0 120 0 0,0 0 24 0 0,-1 2 8 0 0,1-2 0 0 0,0 2-472 0 0,0 0-96 0 0,1 0-24 0 0,-1 1 0 0 0,0 0-112 0 0,2 0-24 0 0,1 2-8 0 0,-1 0 0 0 0,1 1-192 0 0,1 0-40 0 0,1 0-8 0 0,0 2 0 0 0,2 0-40 0 0,0 2-16 0 0,0 0 0 0 0,0 1 0 0 0,1 0-48 0 0,-2 0 0 0 0,2-1-8 0 0,-1 1 0 0 0,-1 0-56 0 0,1 0-16 0 0,0 0 0 0 0,0 0 0 0 0,0 1-16 0 0,0 0 0 0 0,-1-1 0 0 0,0 0 0 0 0,0-1-16 0 0,-1 0-8 0 0,1 1 0 0 0,2 1 0 0 0,-2-1 16 0 0,1 0 0 0 0,0-1 0 0 0,-1-1 0 0 0,0 0 8 0 0,0-1 8 0 0,-1 1 0 0 0,1-2 0 0 0,0 0 0 0 0,-1 0 0 0 0,-1-2 0 0 0,1 1 0 0 0,0 0-16 0 0,1 1-8 0 0,0-1 0 0 0,-1-1 0 0 0,-1 1-80 0 0,1-1 80 0 0,0-1-80 0 0,-1 0 80 0 0,0 0-80 0 0,-1-1 0 0 0,0 0 72 0 0,-2-2-72 0 0,1 0 64 0 0,0 0-64 0 0,-2 0 64 0 0,1 0-64 0 0,0-1 0 0 0,-1 0 64 0 0,1 0-64 0 0,0 1 0 0 0,-1-1 64 0 0,0 0-64 0 0,0 0 64 0 0,0 1-64 0 0,0-1 0 0 0,0 0 64 0 0,0 0-64 0 0,0 0 0 0 0,0 0 0 0 0,0 0 0 0 0,0 0 0 0 0,0 0 64 18-25,0 0-64-18 25,0 0 0 0 0,0 0 0 0 0,0 0 0 0 0,0 0 0 0 0,0 0 0 0 0,0 0 0 0 0,0 0 0 0 0,0 0 0 18-25,0 0 0-18 25,0 0 0 0 0,0 0 0 0 0,0 0 0 0 0,0 0 0 0 0,0 0 0 0 0,0 0 0 0 0,0 0 0 0 0,0 0 0 0 0,0 0 0 0 0,-2-10 0 0 0,2 7 0 0 0,-1-1 0 0 0,1 1 0 0 0,-1 0 0 0 0,0 1-64 0 0,-1-1 0 20-25,0 2 0-20 25,-2-2 0 0 0,0 3-32 0 0,2 0-8 0 0,0-1 0 0 0,-1 2 0 0 0,0-1 8 0 0,0 2 0 0 0,0 0 0 0 0,-1 2 0 0 0,-1 0 96 0 0,2 1-72 0 0,1-1 72 0 0,-1 0-64 0 0,1 1 64 0 0,0 0 0 0 0,0 0 0 0 0,2 2 0 0 0,0-1 0 0 0,0-1 0 0 0,2 0 0 0 0,0-1 0 0 0,3 0 0 0 0,0-2 0 0 0,-1 1 0 0 0,1-2 0 0 0,0-1 0 0 0,3 0 0 0 0,0-2 0 0 0,0 0 0 18-25,0-1 0-18 25,-2-1 0 0 0,1 0 0 0 0,-1-1 0 16-27,-2 2 0-16 27,-1-1 0 0 0,0 1 0 0 0,-1-1-64 0 0,-1 1 64 0 0,0 1-64 0 0,-1-2 64 0 0,-1 2-64 20-26,0 0 64-20 26,-1 0 0 0 0,1 1 0 0 0,-2 0 0 0 0,1 1 0 0 0,-1 0 0 0 0,-1 1 0 16-28,1 1 0-16 28,0-1 0 0 0,-1 2 0 0 0,-1 0 0 0 0,0 1 0 0 0,2 1 0 0 0,-1 0 0 0 0,2 0 0 0 0,-1-1 64 0 0,1 0-64 0 0,1 0 0 0 0,1-1 0 0 0,0 0 64 0 0,1-1-64 0 0,2 0 0 0 0,-1-1 0 0 0,2 0 64 0 0,1-1-64 0 0,0-2 0 0 0,1 1 0 0 0,2-3 0 0 0,-2 0 0 0 0,2 0 0 0 0,-1-1 0 0 0,0-1 0 0 0,0 0 0 0 0,-1 1-64 0 0,-1-1 64 0 0,-1 1-96 0 0,-1 1-8 0 0,-1-1-8 0 0,0 1 0 0 0,-2 0 0 0 0,-2 0 32 0 0,-1 1 8 0 0,-1 0 0 0 0,1 1 0 0 0,-1 0 72 0 0,-1 2 0 0 0,-2 0 0 0 0,-3 2 0 0 0,1 0 160 0 0,-1 2-8 0 0,1 0 0 0 0,-1-1 0 0 0,3 1-8 0 0,0-1 0 0 0,1 1 0 0 0,1 0 0 0 0,1-1-32 0 0,1 0-8 0 0,1-1 0 0 0,1 1 0 0 0,1-1-104 0 0,1 1 0 0 0,0-2 0 0 0,1-1 0 0 0,2 0-264 0 0,1 0-56 0 0,2-2 0 0 0,2 0-9664 0 0</inkml:trace>
  <inkml:trace contextRef="#ctx0" brushRef="#br0" timeOffset="6">1122 1178 2303 3158 3177,'-1'0'200'0'0,"-1"0"-200"0"0,1 1 0 0 0,0-1 0 0 0,1 0 592 0 0,0 0 80 0 0,-2 0 8 0 0,-1 1 8 0 0,1 0 224 0 0,-1 0 48 0 0,1-1 0 0 0,0 1 8 0 0,2-1-80 0 0,0 0-24 0 0,0 0 0 0 0,1 0 0 0 0,2 0-256 0 0,-1-1-48 0 0,1 1-16 0 0,2 0 0 0 0,-1 0-72 0 0,0 1-24 0 0,1-1 0 0 0,0 2 0 0 0,0 0 16 0 0,1-1 0 0 0,2 2 0 0 0,-1 1 0 0 0,1 0-136 0 0,2 0-24 0 0,0 1-8 0 0,2 0 0 0 0,0 0-40 0 0,1 1 0 0 0,2 0-8 0 0,-2-2 0 0 0,-1 1-56 0 0,2-1-16 0 0,2 1 0 0 0,-1 1 0 0 0,-2-1-16 0 0,1 1-8 0 0,2 1 0 0 0,1 0 0 0 0,0 1-32 0 0,-1 0-8 0 0,0 0 0 0 0,0-1 0 0 0,-1 0-16 0 0,1 0 0 0 0,0 1 0 0 0,-1-2 0 0 0,1 1-8 0 0,-2-1-8 0 0,1 1 0 0 0,-1-2 0 0 0,1 0-16 0 0,-2 0 0 0 0,1 0 0 0 0,-2-1 0 0 0,2 0-64 0 0,-3 0 0 0 0,-1-1 72 0 0,0 1-72 0 0,0-2 64 0 0,0 1-64 0 0,-2-1 80 0 0,0 0-80 0 0,1-1 64 0 0,-2 0-64 0 0,0 0 0 0 0,-2-1 72 0 0,0 1-72 0 0,0-1 96 0 0,-1 1-96 0 0,0-1 96 0 0,-2 1-96 0 0,0 0 0 0 0,0 0 72 0 0,0-1-72 0 0,-1 0 0 0 0,0 1 0 0 0,0 1 0 0 0,0-1 64 0 0,0 0-64 0 0,1-1 0 0 0,-2 2 64 0 0,1-1-64 0 0,1 0 0 0 0,-1-1 0 0 0,0 1 0 0 0,1 0 64 0 0,-1 0-64 0 0,0 0 0 0 0,0-1 0 0 0,0 1 64 0 0,1 0-64 0 0,-1-1 64 0 0,0 2-64 0 0,0-1 64 0 0,0-1-64 0 0,0 0 64 0 0,-1 1-64 0 0,1-1 64 0 0,-1 1-64 0 0,0-1 0 0 0,1 0 0 0 0,-1 0 0 0 0,0 0 0 0 0,0-1 0 0 0,0 1 0 0 0,0-1 0 0 0,0 0 0 0 0,0-1 0 0 0,-1 0 0 0 0,1 0 64 0 0,-1 0-64 0 0,-2 0 0 0 0,1 0 0 0 0,-1 0 0 0 0,0 0 0 0 0,-1 1 0 0 0,-2 1 0 0 0,0 0 0 0 0,1 0 0 0 0,0 2 0 0 0,-2 1 0 0 0,0 0 0 0 0,0 0 0 0 0,1 0 0 0 0,0 1 0 0 0,1 1-64 0 0,1-2 64 0 0,0 2 0 0 0,2-1 0 0 0,0 0 0 0 0,1 0 0 0 0,1-1 0 0 0,0-1 0 0 0,0 1 0 0 0,1-1 0 0 0,1 1 0 0 0,0-1 0 0 0,2 0 0 0 0,0 0 0 0 0,1 0 0 0 0,-1-1 0 0 0,1-1 0 0 0,1 0 0 0 0,-1 0 0 0 0,2-1 0 0 0,-1-1 64 0 0,-1 1-64 0 0,1-3 0 0 0,0 1 0 0 0,-1 0 0 0 0,0-1 0 0 0,-2 0 0 0 0,0 0 0 0 0,-2 0 0 0 0,1 0 0 0 0,-1 0 0 0 0,0 0 0 0 0,-2 1 0 0 0,1 0 0 0 0,-2-1 0 0 0,0 1 0 0 0,0 1 0 0 0,-1 0 0 0 0,-1 1 0 0 0,1 0 0 0 0,-2 1 0 0 0,0 0 0 0 0,0 1 0 0 0,0 2 0 0 0,-1-2-64 0 0,2 3 64 0 0,-1-2 0 0 0,0 2 0 0 0,0 0 0 0 0,0 2 0 0 0,1-1 0 0 0,0 0 0 0 0,3-1 0 0 0,-1 0 0 0 0,1 0 0 0 0,1-2 0 0 0,0 1 0 0 0,1 1 0 0 0,1-2 0 0 0,-1 1 0 0 0,1-2 0 0 0,1 1 0 0 0,1-1 0 0 0,0-1 0 0 0,1 0 0 0 0,0 0 0 0 0,0-2 0 0 0,1 0 0 0 0,-2 1 0 0 0,0-1 0 0 0,1-1 0 0 0,2 0 0 0 0,-1-2 64 0 0,0-1-64 0 0,-1 1 0 0 0,-1 0 0 0 0,0 1-64 0 0,-3 0 64 0 0,0 0-104 0 0,-1 1 40 0 0,-1 0 64 0 0,-1 0-80 0 0,-1 2 80 0 0,-1-1 0 0 0,0 2-72 0 0,0 0 72 0 0,0 1 0 0 0,-2 0 0 0 0,1 0 0 0 0,-1 2 0 0 0,1-1 88 0 0,0 1-88 0 0,0 1 96 0 0,1-1-24 0 0,1-1 0 0 0,1 1 0 0 0,1-2 0 0 0,0 2-72 0 0,2-2 0 0 0,-1 1 72 0 0,1 0-72 0 0,1-1 0 0 0,1 0 0 0 0,-1-1 0 0 0,1 1 0 0 0,1-1 0 0 0,1 0 64 0 0,-1-1-64 0 0,-1 0 0 0 0,0 0 0 0 0,1 1 64 0 0,-2-2-64 0 0,-1 2 0 0 0,1-2 0 0 0,-1 2 0 0 0,-1-1 0 0 0,2 1 0 0 0,-2-1 0 0 0,1 1 0 0 0,-1-1 0 0 0,1 0 0 0 0,-1 1 0 0 0,0 0 0 0 0,0 0 0 0 0,1-1 0 0 0,0 1 0 0 0,-1 0 0 0 0,1-1 0 0 0,-1 1 0 0 0,0 0 0 0 0,0 0-64 0 0,0 0 64 0 0,0 0-64 0 0,0 0 64 0 0,0 0-104 0 0,0 0 40 0 0,0 0 64 0 0,0 0-112 0 0,0 0 40 0 0,0 0 8 0 0,0 0 0 0 0,0 0-24 0 0,0 0 0 0 0,0 0 0 0 0,0 0 0 0 0,0 0-64 0 0,0 0-8 0 0,0 0-8 0 0,0 0 0 0 0,0 0-456 0 0,0 0-88 0 0,0 0-24 0 0,0 0 0 0 0,0 0-960 0 0,0 0-192 0 0</inkml:trace>
  <inkml:trace contextRef="#ctx0" brushRef="#br0" timeOffset="7">1720 1449 919 2987 3505,'0'-1'80'0'0,"0"1"-80"0"0,0-1 0 0 0,0 0 0 0 0,0 1 632 0 0,-1 0 104 0 0,1 0 32 0 0,0 0 0 0 0,0 0 512 0 0,-2-1 96 0 0,1 1 32 0 0,1 0 0 0 0,0 0-280 0 0,0 0-48 0 0,0 0-16 0 0,-6 8 0 0 0,4-4-496 0 0,0-1-104 0 0,1 3-16 0 0,-1 0-8 0 0,0 4-56 0 0,-2 0-16 0 0,2 2 0 0 0,-3 2 0 0 0,1 3 40 0 0,-2 0 8 0 0,-1 2 0 0 0,0-1 0 0 0,1-4 32 0 0,-1 1 0 0 0,-2 1 8 0 0,0 1 0 0 0,0 0-120 0 0,-1 0-24 0 0,1 0-8 0 0,0-2 0 0 0,2-1-48 0 0,-1-1-16 0 0,3 0 0 0 0,0-3 0 0 0,1-1-128 0 0,0 0-24 0 0,2-2-8 0 0,-1-2 0 0 0,2-1-16 0 0,0 0 0 0 0,0-1 0 0 0,1-2 0 0 0,0 1 0 0 0,0-1-64 0 0,0 0 96 0 0,0-2-32 0 0,0 0 0 0 0,0-1-64 0 0,0 2 96 0 0,0-1-32 0 0,0-2 24 0 0,0 3 0 0 0,0 0 0 0 0,0 0 0 0 0,1-9-88 0 0,-1 6 0 0 0,0 1 0 0 0,-1-1 0 0 0,1 0 0 0 0,-1 0 0 0 0,0-1 0 0 0,-1 1 0 0 0,0 0 0 0 0,1 2 0 0 0,-2-1 0 0 0,1 0 0 0 0,-1 1 0 0 0,1 1 0 0 0,-2 0 0 0 0,1 0 0 0 0,-1 0 0 0 0,0 1 0 0 0,0 2-64 0 0,-1-1 64 0 0,0 2-64 0 0,-2 1 64 0 0,1-1-80 0 0,1 2 80 0 0,0-1 0 0 0,-1 1 0 0 0,1 1 0 0 0,0-1 0 0 0,1 0 0 0 0,0 0 0 0 0,1 0 0 0 0,-2 0 0 0 0,4 1 0 0 0,-1-1 0 0 0,1-1 0 0 0,1-1 0 0 0,1-1 0 0 0,0-1 0 0 0,1 1 0 0 0,2 0 0 0 0,0-2 0 0 0,0 0 0 0 0,2-1 0 0 0,-1 0 0 0 0,0 0 0 0 0,0-2 104 0 0,0 0-32 0 0,0 1-8 0 0,1-2-64 0 0,0 0 64 0 0,-2 1-64 0 0,-1-1 64 0 0,1 0-64 0 0,-1 0 0 0 0,-1 0 0 0 0,-1 0 0 26-21,1 1 64-26 21,-2-2-64 27-19,0 1 0-27 19,-1 0 64 0 0,-1 1-64 0 0,1 1 0 0 0,-1-1 0 0 0,0 1 0 0 0,-1 1-64 26-21,0 0 64-26 21,0 1 0 0 0,-1 1 0 0 0,0 0 0 0 0,1 1 0 0 0,-1 0-72 0 0,0 2 72 0 0,-1-1 0 0 0,1 0 0 0 0,1-1 0 0 0,1 1 0 0 0,0 0 0 0 0,0-1 0 0 0,1 1 0 0 0,1 0 0 0 0,0 0 0 25-21,0-1 0-25 21,1-1 0 0 0,1 0 0 0 0,0 0 0 0 0,1-2 0 0 0,0 1 0 0 0,1-1 0 0 0,0 0 0 0 0,0-1 0 0 0,1 0 0 0 0,1-2 0 0 0,2 1 80 0 0,-2-1-80 0 0,-1-1 80 25-19,1 2-80-25 19,-3-1 0 0 0,1 0 0 0 0,0 0 0 0 0,1-1 0 0 0,-3 1 0 0 0,1-1 0 0 0,-3 0-72 0 0,0 0 72 0 0,0 2-64 0 0,0-1 64 0 0,-2 0 0 0 0,-1 0-72 0 0,1-1 72 0 0,-2-1 0 0 0,0 1 0 0 0,-1-1 0 0 0,0 2-72 0 0,0 1 72 0 0,1 1-80 0 0,0 1 80 0 0,0 0-72 0 0,-1 2 72 0 0,2-1-64 0 0,-1 2 64 0 0,1 0 0 0 0,-1 1-64 0 0,2 0 64 0 0,-1-1 0 0 0,2 3 0 0 0,-1-2 0 0 0,1-1 0 0 0,1 0-64 0 0,0 0 64 0 0,0-1-104 0 0,2 0 40 0 0,-1 0 64 0 0,0-1-328 0 0,2 0-8 0 0,-1 0 0 0 0,0-1 0 0 0,0 0-816 0 0,2 0-168 0 0,-1 0-32 0 0,0 0-8 0 0,1 0-480 0 0,-1-1-96 0 0</inkml:trace>
  <inkml:trace contextRef="#ctx0" brushRef="#br0" timeOffset="8">1529 1869 1375 3063 3041,'-1'-1'64'0'0,"1"1"8"0"0,0 0-72 0 0,-1-1 0 0 0,1 1 0 0 0,0 0 0 0 0,0 0 544 0 0,0 0 96 0 0,0-1 24 0 0,0 1 0 0 0,0-1 104 0 0,0 1 16 0 0,0 0 8 0 0,0 0 0 0 0,0 0-240 0 0,0 0-40 0 0,0 0-16 0 0,0 0 0 0 0,7-6-56 0 0,-7 5-16 0 0,2 0 0 0 0,-2 1 0 0 0,1-1 136 0 0,-1 0 24 0 0,2 0 8 0 0,-2 1 0 0 0,0-1 104 0 0,1 0 16 0 0,-1 1 8 0 0,0 0 0 0 0,0 0-40 0 0,0 0-8 0 0,0-1 0 0 0,0 1 0 0 0,0 0-240 0 0,1 0-48 0 0,-1 0-16 0 0,0 0 0 0 0,0-1-176 0 0,0 1-40 0 0,0 0-8 0 0,0 0 0 0 0,0 0-8 0 0,0 0 0 0 0,0 0 0 0 0,0 0 0 0 0,0 0-8 0 0,0 0-8 0 0,0 0 0 0 0,0 0 0 0 0,0 0-32 0 0,0 0-8 0 0,0 0 0 0 0,0 0 0 0 0,0 0-16 0 0,0 0-64 0 0,0 0 96 0 0,0 0-32 0 0,0 0-64 0 0,0 0 64 0 0,0 0-64 0 0,0 0 64 0 0,0 0-64 0 0,0 0 80 0 0,0 0-80 0 0,0 0 80 0 0,0 0-80 0 0,0 0 0 0 0,0 0 0 0 0,0 0 64 0 0,0 0-64 0 0,0 0 0 0 0,0 0 0 0 0,0 0 64 0 0,0 0-64 0 0,0 0 0 0 0,0 0 72 0 0,0 0-72 0 0,0 0 0 0 0,0 0 72 0 0,0 0-72 0 0,0 0 0 0 0,0 0 64 0 0,0 0-64 0 0,-8 5 0 0 0,7-3 0 0 0,0-2 0 0 0,1 2 0 0 0,-1 0 64 0 0,-1-1-64 0 0,1 2 0 0 0,0-1 0 0 0,-1 1 64 0 0,0 0-64 0 0,1 1 0 0 0,-2 1 0 0 0,1 0 64 0 0,-1 1-64 0 0,-1 0 0 0 0,0 0 0 0 0,1 0 64 0 0,-2 0-64 0 0,1 3 0 0 0,-2 0 64 0 0,0 0-64 0 0,0 1 0 0 0,0 0 80 0 0,-1 1-80 0 0,1-1 64 0 0,-1 0-64 0 0,1 0 96 0 0,0-1-32 0 0,-1 0 0 0 0,0 1 0 0 0,0-2 0 0 0,0 0 0 0 0,2 0 0 0 0,-2 0 0 0 0,0 2 0 0 0,-2 0-64 0 0,1 2 96 0 0,-1 1-32 0 0,1-2 0 0 0,0 0-64 0 0,-1 1 96 0 0,1-2-32 0 0,0-1 0 0 0,1 0-64 0 0,0-1 96 0 0,1-1-32 0 0,1 0 16 0 0,0-1 0 0 0,1-1 0 0 0,0 1 0 0 0,0 0-80 0 0,0-2 80 0 0,1 1-80 0 0,1-1 80 0 0,-1 0-80 0 0,1 0 0 0 0,0 0 0 0 0,0-2 64 0 0,0 1-64 0 0,-1 1 0 0 0,2-2 0 0 0,-1 0 64 0 0,0 0-64 0 0,1-1 0 0 0,-1 1 0 0 0,2-2 64 0 0,-1 0-64 0 0,1 1 0 0 0,0-1 0 0 0,0 0 64 0 0,0-1-64 0 0,0 1 0 0 0,0-1 0 0 0,0 0 0 0 0,0 1 0 0 0,0 0 64 0 0,4-7-64 0 0,-3 3 64 0 0,0 0-64 0 0,2 0 0 0 0,-2 0 0 0 0,1 0 0 24-25,0-1 0-3 3,-2 1 0 1-2,0 1-88-22 24,0 0 88 0 0,0 0-96 21-23,0 2 16-21 23,-2-2 8 0 0,0 3 0 22-24,1-2-24-22 24,-1 2-8 0 0,-1 0 0 0 0,0 0 0 0 0,1 1 8 0 0,-2 0 0 0 0,0 1 0 0 0,0 0 0 0 0,1 1 32 0 0,-2 1 64 0 0,-1 1-104 0 0,1-1 40 0 0,0 1 64 0 0,0-1 0 0 0,1 2 0 0 0,-2 1 0 0 0,3-2 0 0 0,-1 0 0 0 0,1 0 0 0 0,1 0 0 0 0,0-1 0 0 0,2 0 0 0 0,-2 0 0 0 0,2 0 0 0 0,0-1 0 0 0,2-1 0 0 0,-2 0 0 20-25,2 0 0-20 25,1 0 64 0 0,1-1-64 0 0,-1-1 64 0 0,1 0-64 0 0,0-1 96 0 0,0-1-24 0 0,0 0 0 0 0,1 0 0 0 0,-1-1-72 0 0,1 0 96 0 0,-1 0-96 0 0,-1-1 96 0 0,0 1-96 0 0,-2 0 0 0 0,1-1 0 0 0,-1 1 0 0 0,-1 0 0 0 0,0 0 0 0 0,-2 1 0 0 0,1 0 0 0 0,0 1 0 0 0,-1-1 0 0 0,-1 2-64 0 0,2 0 64 0 0,-2 0-88 0 0,2 0 24 0 0,-2 2 0 0 0,1 0 0 0 0,-1 0 64 0 0,1 0-80 0 0,-1 1 80 0 0,2-2-80 0 0,1 1 80 0 0,-1 0 0 0 0,1-1 0 0 0,0 0 0 0 0,0 1 0 0 0,1-1 0 0 0,0 0 0 0 0,0 0 0 0 0,1 0 0 0 0,-1-1 0 0 0,1 1 0 0 0,0-1 0 0 0,-1 0-128 0 0,1 1 24 0 0,0-1 0 0 0,-1 0 0 0 0,2 0-56 0 0,-2-1-16 0 0,1 1 0 0 0,-1 0 0 0 0,1-1 0 0 0,-2 1 0 0 0,1 0 0 0 0,-1 0 0 19-23,1 0 8-19 23,-1 0 0 0 0,0-1 0 0 0,0 0 0 0 0,0 0 168 0 0,-1 0 0 0 0,1 1-72 0 0,0-1 72 0 0,-1-1 0 0 0,1 2 0 0 0,0 0 0 0 0,0 0 0 0 0,0 0 0 0 0,0 0 0 0 0,0 0 64 0 0,0 0-64 0 0,0 0 64 0 0,0 0 0 0 0,0 0-64 0 0,-7 3 96 0 0,5-2 0 0 0,1 1 0 0 0,-1-1 0 0 0,0 1 0 0 0,1 1-8 0 0,-1-2-8 0 0,-1 2 0 0 0,0 1 0 0 0,0-1-16 0 0,0 2-64 0 0,-1 0 96 0 0,0-1-32 0 0,-1 1 0 0 0,1 1-64 0 0,-2 1 96 0 0,1 1-32 0 0,-2 0 0 0 0,0 0-64 0 0,-2 2 96 0 0,0-2-32 0 0,1 2 16 0 0,-1 0 0 0 0,-1 0 0 0 0,0 0 0 0 0,1 0-8 0 0,0-1 0 0 0,0 0 0 0 0,1 0 0 0 0,-1 0-8 0 0,0-1 0 0 0,2 0 0 0 0,-1-1 0 0 0,1 0-64 0 0,0-1 64 0 0,1 0-64 0 0,0-1 64 0 0,1-1 16 0 0,-1-1 0 0 0,2 0 0 0 0,0 0 0 0 0,0 0 0 0 0,0 0 0 0 0,0 0 0 0 0,0 0 0 0 0,0-1-8 0 0,1 0 0 0 0,1 0 0 0 0,-1 0 0 0 0,1 0-72 0 0,1-2 64 0 0,-1 1-64 0 0,1 0 64 0 0,1-1-64 19-24,0 0 0-19 24,0-1 0 0 0,1 0 0 0 0,-1 1 0 0 0,2-2 0 0 0,-1 0 0 0 0,-1 1 64 20-25,1 0-64-20 25,1-1 0 21-26,-1 0 0-21 26,0 0 0 22-31,-1 1 0-1 3,0 0-72-3 2,0-1 72-18 26,0 1-80 0 0,0 1 80 0 0,0 0-96 0 0,-1 0 96 0 0,0 0-96 18-27,-1 1 24-18 27,1 2 0 18-27,-1-2 0-18 27,0 2 0 18-28,1 1 72-18 28,-2 1-96 17-28,2-1 96-17 28,-1 0-96 0 0,1 1 96 0 0,-1-1 0 0 0,2 0 0 0 0,0 0 0 0 0,0 0 0 0 0,0-2 0 0 0,0 1 0 0 0,1-2 0 0 0,1 1 0 16-28,0-2 0-16 28,1 0 0 0 0,-2-1 0 0 0,3 0 0 0 0,-1-1 0 0 0,0-1 0 17-27,1 1-64-17 27,-2-1 64 0 0,1-1-96 0 0,0 0 96 0 0,-1 0-96 0 0,-2 0 96 17-30,2 2-104-2 3,-2-1 40-15 27,0-1 64 0 0,0 2-96 0 0,-2 0 96 0 0,1 0-96 0 0,-1-1 96 0 0,0 2-88 0 0,-1-1 88 0 0,1 1-64 0 0,-2 1 64 0 0,3 0-72 0 0,0 0 72 0 0,-1 0-80 0 0,1 0 80 0 0,1 0-104 0 0,-1 0 24 0 0,1 0 8 0 0,0 0 0 0 0,0 0-232 0 0,1 1-48 0 0,1-1 0 0 0,-2 0-5712 0 0,0 0-1136 0 0</inkml:trace>
  <inkml:trace contextRef="#ctx0" brushRef="#br0" timeOffset="9">1245 2303 6911 3212 2416,'-1'-1'304'0'0,"0"1"64"0"0,1-1-296 0 0,-1 0-72 0 0,1 1 0 0 0,0-1 0 0 0,0 1 696 0 0,0 0 120 0 0,0 0 24 0 0,1-1 8 0 0,-1 0-48 0 0,0 1-16 0 0,0 0 0 0 0,0 0 0 0 0,0 0-344 0 0,0 0-72 0 0,0 0-16 0 0,0 0 0 0 0,0 0 112 0 0,0 0 16 0 0,5 9 8 0 0,-5-5 0 0 0,1-1-72 0 0,-1 1-24 0 0,0 2 0 0 0,0 0 0 0 0,1 1-112 0 0,-1 0-24 0 0,0 3-8 0 0,1-1 0 0 0,-1 1 48 0 0,-1 2 16 0 0,1-1 0 0 0,-1 0 0 0 0,1 2-24 0 0,-1 0-8 0 0,-1-1 0 0 0,0 1 0 0 0,1 4-88 0 0,-2 0-8 0 0,2-1-8 0 0,-1 0 0 0 0,0 1-32 0 0,1-1-8 0 0,-1 0 0 0 0,1-2 0 0 0,1-1-32 0 0,0 0-8 0 0,1-2 0 0 0,-1-1 0 0 0,2-2-96 0 0,-2-2 64 0 0,1 2-64 0 0,-1-2 0 0 0,0 0 112 0 0,0-1-24 0 0,1 0-8 0 0,-1-1 0 0 0,0 0-16 0 0,0-2 0 0 0,0 0 0 0 0,0-1 0 0 0,0-1-64 0 0,0 1 80 0 0,-1-2-80 0 0,1 0 80 0 0,0 0-8 0 0,-1-2 0 0 0,-1 2 0 0 0,0-2 0 0 0,2-1-8 0 0,-1 0-64 0 0,0 1 96 0 0,-1-1-32 0 0,1 1-64 0 0,0 0 0 0 0,0 1 0 0 0,-1 0 0 0 0,1 1 0 0 0,1 1 0 0 0,-1 0 0 0 0,0 0 0 0 0,0 0-72 0 0,0 1-32 17-26,1 0-8-17 26,-1 1 0 0 0,0 0 0 16-29,1 1 0 1 1,-2 0 0-17 28,2 0 0 14-27,0 0 112-14 27,-1 0 0 0 0,2 0-80 0 0,0-1 80 0 0,0 0 0 0 0,1 0-88 15-27,0-1 88-15 27,0 0-64 0 0,2-1-32 0 0,-1 0 0 0 0,0 0 0 0 0,2-2 0 0 0,-1 1-8 0 0,-1-1-8 0 0,0 0 0 0 0,0 0 0 0 0,-1 0 0 0 0,0 1 0 0 0,-1-1 0 0 0,-1 1 0 0 0,0 0 40 0 0,0 0 8 0 0,0-1 0 0 0,-2 1 0 15-28,0 0 64-15 28,0 0 0 0 0,-2 0 0 0 0,0 1 0 0 0,1-1 88 0 0,-1 1-24 0 0,2-1 0 0 0,-2 0 0 0 0,2 0-64 0 0,-1 0 64 0 0,2 1-64 0 0,1-2 64 0 0,0 0-224 0 0,2 0-40 0 0</inkml:trace>
  <inkml:trace contextRef="#ctx0" brushRef="#br0" timeOffset="10">1272 2306 3479 3280 2423,'-2'-3'72'0'0,"1"1"24"0"0,1 0 0 0 0,-1 1 0 0 0,1 0-96 0 0,0 0 0 0 0,0 1 0 0 0,0-2 0 0 0,1 1 1792 0 0,-1-2 328 0 0,0 1 72 0 0,0 0 16 0 0,1 0-600 0 0,0 1-112 0 0,0 0-24 0 0,-1 2-8 0 0,2 0-664 0 0,-1 1-136 0 0,1 0-24 0 0,0 2-8 0 0,1 0-280 0 0,-1 2-48 0 0,2-1-16 0 0,-1 0 0 0 0,2 3-160 0 0,0-1-32 0 0,3 3 0 0 0,-2-1-8 0 0,3 0-16 0 0,-2 0 0 0 0,1 1 0 0 0,1-1 0 0 0,-2 1 16 0 0,1-1 0 0 0,0-1 0 0 0,-2 1 0 0 0,2 0 8 0 0,1 1 8 0 0,-2 0 0 0 0,1-1 0 0 0,-1 0 16 0 0,0 0 0 0 0,-2-1 0 0 0,2 0 0 0 0,0 1 16 0 0,0 0 8 0 0,0 1 0 0 0,1 1 0 0 0,-2-2-64 0 0,1 0-16 0 0,0 0 0 0 0,-2-1 0 0 0,0 0 0 0 0,0 0 0 0 0,-1-2 0 0 0,1 0 0 0 0,-3-1-64 0 0,1-1 0 0 0,-1-2 72 0 0,-1 1-72 0 0,0-1 0 0 0,-1-1 0 0 0,1 0 0 0 0,-1 0 64 0 0,-1-1 0 0 0,1 0 8 0 0,0 0 0 0 0,0 0 0 0 0,0 0-8 0 0,0 0 0 0 0,0 0 0 0 0,0 0 0 0 0,0 0 0 0 0,0 0-64 0 0,0 0 96 0 0,0 0-32 0 0,0 0-64 0 0,0 0 80 0 0,0 0-80 0 0,0 0 80 0 0,0 0-80 0 0,0 0 0 0 0,-9-4 0 0 0,8 2 0 0 0,0 0 0 0 0,-2 0 0 0 0,2 0-96 0 0,-2 1 96 0 0,1 1-88 0 0,-1-1 88 0 0,0 1-64 0 0,0 1 64 0 0,0 0-88 0 0,0 2 88 0 0,-1 0-104 0 0,1 0 40 0 0,0 0-8 0 0,1 0 0 0 0,0-1 0 0 0,1 2 0 0 0,1-2 72 0 0,0 0 0 0 0,2 1 0 0 0,-1-1 0 0 0,2-1-64 0 0,0 0 64 0 0,1 0-64 0 0,0-1 64 0 0,1 0-128 0 0,0 0 24 0 0,-1-2 0 0 0,0 0 0 0 0,1 1 32 0 0,-2-2 8 0 0,1 2 0 0 0,-1-1 0 0 0,-1 0 64 0 0,0 0 0 0 0,-1 1-72 0 0,0 0 72 0 0,-1 1 0 0 0,0 0 0 0 0,0 0 0 0 0,0 0 0 0 0,-1 0 0 0 0,0 0 0 0 0,0 1 80 0 0,0 1-80 0 0,-1-1 192 0 0,2-1-24 0 0,0 0 0 0 0,0 0 0 0 0,-4 7-56 0 0,2-5-16 0 0,2-1 0 15-26,0 1 0-15 26,1-1-96 0 0,0 0 0 0 0,0 1 0 0 0,1-2 0 0 0,0 0-272 0 0,2-1-48 0 0,-1 0-16 0 0,1-1-6320 0 0,1-1-1272 0 0</inkml:trace>
  <inkml:trace contextRef="#ctx0" brushRef="#br0" timeOffset="11">148 1912 4143 3311 2894,'-1'2'368'0'0,"0"1"-296"0"0,1-2-72 0 0,0 1 0 0 0,-1-1 280 0 0,0 1 40 0 0,-1 1 0 0 0,0 2 8 0 0,-1 2-64 0 0,-2 3-8 0 0,2-1-8 0 0,1-1 0 0 0,-1-1-184 0 0,1 0-64 0 0,0-2 0 0 0,0-1 72 0 0,1 0-272 0 0,1-2-56 0 0,-1-1-16 0 0,-1 0 0 0 0,0-2 272 0 0</inkml:trace>
  <inkml:trace contextRef="#ctx0" brushRef="#br0" timeOffset="12">52 2081 5063 3401 2713,'-4'3'224'0'0,"3"-2"48"0"0,-2 2-272 0 0,1-2 0 0 0,1 0 0 0 0,0 0 0 0 0,0 1 272 0 0,0 0 0 0 0,-2 0 0 0 0,0 2 0 0 0,0 1-272 0 0,1-1-152 0 0,1 0 24 0 0,2-3 0 0 0</inkml:trace>
  <inkml:trace contextRef="#ctx0" brushRef="#br0" timeOffset="13">637 1954 6911 3236 2716,'-4'1'608'0'0,"2"-1"-480"0"0,0 1-128 0 0,0 0 0 0 0,2 0 728 0 0,0 1 120 0 0,-2-2 24 0 0,0 4 8 0 0,0 0-384 0 0,-2 3-80 0 0,1-1-8 0 0,2 1-8 0 0,-1-1-680 0 0,1 2-136 0 0,1-3-24 0 0,-1 1-8 0 0</inkml:trace>
  <inkml:trace contextRef="#ctx0" brushRef="#br0" timeOffset="14">602 2121 5527 3233 2584,'-2'2'488'0'0,"0"0"-392"0"0,2 0-96 0 0,0-2 0 0 0,0 1 896 0 0,-2 1 152 0 0,1 0 32 0 0,-1 2 8 0 0,-2 2-368 0 0,2 0-72 0 0,0-1-8 0 0,1 0-8 0 0,0-2-536 0 0,1 1-96 0 0,0-1 0 0 0,-1-1-3488 0 0,1 2-656 0 0</inkml:trace>
  <inkml:trace contextRef="#ctx0" brushRef="#br0" timeOffset="15">1003 1964 15199 2993 2676,'-4'2'672'0'0,"2"0"144"0"0,0 0-656 0 0,1 0-160 0 0,1-1 0 0 0,0 1 0 0 0,0 0 0 0 0,0 1 0 0 0,1 2 0 0 0,2 0 0 0 0,-1 2-752 0 0,2-1-184 0 0,3-1-40 0 0,-2-1-8 0 0</inkml:trace>
  <inkml:trace contextRef="#ctx0" brushRef="#br0" timeOffset="16">1035 2078 1839 3101 2770,'-3'3'160'0'0,"0"-2"-160"0"0,1 1 0 0 0,0 0 0 0 0,1 0 1544 0 0,0-1 280 0 0,1 0 48 0 0,0 2 16 0 0,-2 0-544 0 0,1 1-112 0 0,0 1-16 0 0,1-1-8 0 0,1 0-936 0 0,1-1-184 0 0,0-1-88 0 0,1-1-5776 0 0</inkml:trace>
  <inkml:trace contextRef="#ctx0" brushRef="#br0" timeOffset="17">817 2583 8287 3316 2205,'-1'0'736'0'0,"1"1"-584"0"0,-1 0-152 0 0,1-1 0 0 0,0 1 272 0 0,0 0 24 0 0,-2 1 8 0 0,0 1 0 0 0,-1 1 256 0 0,1 0 48 0 0,-2 0 16 0 0,2 0 0 0 0,-1 1-216 0 0,1-2-48 0 0,-1 1-8 0 0,0 0 0 0 0,-1 0-416 0 0,1 0-96 0 0,-1-1-8 0 0,0 0-5392 0 0</inkml:trace>
  <inkml:trace contextRef="#ctx0" brushRef="#br0" timeOffset="18">730 2700 919 3305 2076,'-1'1'80'0'0,"-1"0"-80"0"0,2-1 0 0 0,-1 1 0 0 0,1-1 776 0 0,0 1 144 0 0,-2 1 24 0 0,-1-1 8 0 0,1 2-88 0 0,-1-1-24 0 0,1 1 0 0 0,0-1 0 0 0,1 0-840 0 0,1-2-96 0 0,1 0-64 0 0,-1 0 0 0 0</inkml:trace>
  <inkml:trace contextRef="#ctx0" brushRef="#br0" timeOffset="19">1230 2740 15199 3213 2184,'-5'5'672'0'0,"3"-1"144"0"0,0 0-656 0 0,1-1-160 0 0,0-1 0 0 0,1-1 0 0 0,0 2-88 0 0,0 2-48 0 0,1 3-16 0 0,0 0 0 0 0,2 1-1416 0 0,1-1-288 0 0,1-3-64 0 0,0 0 0 0 0</inkml:trace>
  <inkml:trace contextRef="#ctx0" brushRef="#br0" timeOffset="20">1225 2941 12895 3216 1933,'-6'4'576'0'0,"3"-2"112"0"0,0 0-552 0 0,1 0-136 0 0,1-2 0 0 0,1 1 0 0 0,-1-1 280 0 0,0 1 24 0 0,1 1 8 0 0,0-1 0 0 0,1 1-1016 0 0,1-1-192 0 0,0-2-48 0 0,1-1-8 0 0,1 0 792 0 0,1-2 160 0 0</inkml:trace>
  <inkml:trace contextRef="#ctx0" brushRef="#br0" timeOffset="21">1563 2738 14279 2926 2019,'1'1'1272'0'0,"-1"0"-1016"0"0,0 0-256 0 0,2 0 0 0 0,0 1-880 0 0,-1-1-224 0 0,3 1-48 0 0,1 2 0 0 0,5-1 64 0 0,-1 1 8 0 0,0 0 8 0 0,0 0 0 0 0</inkml:trace>
  <inkml:trace contextRef="#ctx0" brushRef="#br0" timeOffset="22">1652 2825 2759 2966 1854,'2'2'120'0'0,"-1"0"32"0"0,1 0-152 0 0,-1-1 0 0 0,0 0 0 0 0,-1 0 0 0 0,0 0 704 0 0,2 1 120 0 0,0 0 16 0 0,0 2 8 0 0,1 0 56 0 0,-1 0 16 0 0,1-1 0 0 0,-1 1 0 0 0,0-1-344 0 0,-1 0-64 0 0,1 0-8 0 0,-1 0-8 0 0,0-1-400 0 0,1 1-96 0 0,0 0 0 0 0,-1-1-4840 0 0</inkml:trace>
  <inkml:trace contextRef="#ctx0" brushRef="#br0" timeOffset="23">2309 1879 4607 2866 3137,'0'0'408'0'0,"0"0"-328"0"0,0 0-80 0 0,0 0 0 0 0,0 0 576 0 0,0 0 96 0 0,0 0 16 0 0,0 0 8 0 0,1 1 296 0 0,0 0 64 0 0,1 0 16 0 0,0 1 0 0 0,1 1-48 0 0,1 1-16 0 0,1-1 0 0 0,0 1 0 0 0,2 1-248 0 0,2 0-56 0 0,1 2 0 0 0,2-1-8 0 0,-2 2-248 0 0,1-2-40 0 0,1 1-16 0 0,-1 1 0 0 0,2-1-80 0 0,-2 0-24 0 0,0 1 0 0 0,0 1 0 0 0,1 2-96 0 0,-1 0-16 0 0,-1-2-8 0 0,1-1 0 0 0,1 0-32 0 0,-2 1-8 0 0,2-1 0 0 0,-1 1 0 0 0,0-2 16 0 0,2-1 0 0 0,1 1 0 0 0,0 0 0 0 0,-5-2-40 0 0,1 1-8 0 0,2-1 0 0 0,0 1 0 0 0,-1 1-96 0 0,-2-2 72 0 0,-1-1-72 0 0,-1 0 64 0 0,-1 0-64 0 0,-2 0 0 0 0,-1-1 0 0 0,0 0 64 0 0,0 0-64 0 0,-2-1 0 0 0,0 0 0 0 0,-1 0 0 0 0,1 1 64 0 0,-1 0-64 0 0,1-2 0 0 0,-1 0 64 0 0,1 2-64 0 0,-1-2 64 0 0,2-1-64 0 0,-2-1 64 0 0,1 2-64 0 0,1 0 0 0 0,-1 0 0 0 0,1 0 64 0 0,1 2-64 0 0,-2 0 0 0 0,2 2 0 0 0,-2-1 0 0 0,1-2 0 0 0,0-1 0 0 0,1 1 0 0 0,-1 0 0 0 0,0 1 0 0 0,1-2 0 0 0,-3 1 0 0 0,2-1 0 0 0,0 0 0 0 0,-1-1 0 0 0,-1 0 0 0 0,1 0 0 0 0,0 2 0 0 0,-1-2 0 0 0,1 0 64 0 0,-1-1-64 0 0,0 0 0 0 0,0-3 0 0 0,0-2 0 0 0,-1-1 0 0 0,0 3 0 0 0,0-1 64 0 0,0 2-64 0 0,-1 1 0 0 0,0-1 0 0 0,0-1 0 0 0,-1-1 0 0 0,0 2 0 0 0,1 2 0 0 0,-2 0 0 0 0,1 1 0 0 0,0-1 0 0 0,-1-1 0 0 0,0 2 0 0 0,-1 0 0 0 0,1 1 0 0 0,0 2 0 0 0,-1 1 0 0 0,1-2 0 0 0,1 2 0 0 0,0 2 0 0 0,0 0 0 0 0,2-1 0 0 0,1 1 0 0 0,1 1 0 0 0,1 0 0 0 0,0-3 0 0 0,1 0 0 0 0,1 0 0 0 0,0 0 0 0 0,1 0 0 0 0,-1-2 0 0 0,2 0 0 0 0,0-1 0 0 0,2 0 0 0 0,-2-1 0 0 0,2-1 0 0 0,0 1 0 0 0,-1-1 0 0 0,1-1 0 0 0,-1-1-72 0 0,0 0 72 0 0,-2 0 0 0 0,-1-1 0 0 0,-1 3-96 0 0,-1-2 96 0 0,0-2-96 0 0,-2 1 96 0 0,0 2-80 0 0,-1 0 80 0 0,-1-1-64 0 0,-1-1 64 0 0,-1 0-64 0 0,0 2 64 0 0,0 0-64 0 0,-2 2 64 0 0,1 4 0 0 0,-2-1-80 0 0,-1 0 80 0 0,0 2 0 0 0,0-1 0 0 0,1 1 0 0 0,-1 2 0 0 0,3-2 0 0 0,-1 2 0 0 0,2-1 64 0 0,1-2-64 0 0,1 1 72 0 0,2-1-72 0 0,0-1 0 0 0,1-1 72 0 0,0 1-72 0 0,2-1 0 0 0,0 0 0 0 0,1-1 0 0 0,1 0 0 0 0,2 0 0 0 0,-1-2 64 0 0,2 0-64 0 0,0-2 0 0 0,-1 0 0 0 0,2 0 72 0 0,-3-1-72 0 0,0 1 0 0 0,0-1 0 0 0,-1-2 0 0 0,-2 2 0 0 0,-1 0 0 0 0,0 0 0 0 0,-1 1 0 0 0,-1-1 0 0 0,0 0 0 0 0,-1 1 0 0 0,1-1 0 0 0,-2 0-104 0 0,2-2 40 0 0,-1 3-184 0 0,-1-1-32 0 0,0 1-8 0 0,0-1-9032 0 0</inkml:trace>
  <inkml:trace contextRef="#ctx0" brushRef="#br0" timeOffset="24">2271 1908 2759 2916 3116,'-3'0'248'0'0,"1"2"-248"0"0,0 0 0 0 0,1 0 0 0 0,0-1 544 0 0,1 0 56 0 0,-3 2 8 0 0,0 1 8 0 0,-1 1 312 0 0,1 0 56 0 0,2 1 8 0 0,1-2 8 0 0,1-1-312 0 0,2-2-64 0 0,2-1-16 0 0,0-1 0 0 0,0-1-256 0 0,-1 0-48 0 0,2-2-16 0 0,-2 2 0 0 0,0 0-136 0 0,-3-1-32 0 0,1 2-8 0 0,0-1 0 0 0,-2-2-112 0 0,-2 1 0 0 0,1-1 0 0 0,-1 3 0 0 0,0 1-552 0 0,0-2-136 0 0</inkml:trace>
  <inkml:trace contextRef="#ctx0" brushRef="#br0" timeOffset="25">1247 689 3223 2773 3059,'0'0'288'0'0,"0"-1"-288"0"0,0 0 0 0 0,0 1 0 0 0,1-1 608 0 0,-1 0 64 0 0,1 1 8 0 0,-1-2 8 0 0,1 0 288 0 0,1-1 56 0 0,0 0 16 0 0,1 0 0 0 0,-2-1-96 0 0,1 1-24 0 0,-1 1 0 0 0,1 0 0 0 0,0-1-152 0 0,0-1-32 0 0,0 1-8 0 0,0-1 0 0 0,-1 2-128 0 0,1-1-24 0 0,0 0-8 0 0,-1 1 0 0 0,0 0-120 0 0,-1 0-24 0 0,1 0-8 0 0,0 1 0 0 0,-1 0-128 0 0,0 1-24 0 0,0-1-8 0 0,0 0 0 0 0,0 1-96 0 0,0-1-16 0 0,0 1-8 0 0,-1 0 0 0 0,1 0-64 0 0,0 0-16 0 0,0 1 0 0 0,-1 0 0 0 0,1-1-64 0 0,0 0 0 0 0,0 0 72 0 0,0 0-72 0 0,0 10 0 0 0,0-6 0 0 0,0-1 0 0 0,1-1 64 0 0,-1 3-64 0 0,0 0 64 0 0,0 1-64 0 0,0 0 64 0 0,0 1-64 0 0,0-1 96 0 0,1 1-32 0 0,-1 1 0 0 0,0-1-64 0 0,0 0 96 0 0,1 1-32 0 0,0-2 0 0 0,-1 0-64 0 0,0-1 64 0 0,1 1-64 0 0,0-2 64 0 0,-1 0-64 0 0,1 0 0 0 0,0-2 0 0 0,0 0 0 0 0,0 0-80 0 0,0-1-24 0 0,0 0-8 0 0,0-1-9336 0 0</inkml:trace>
  <inkml:trace contextRef="#ctx0" brushRef="#br0" timeOffset="26">1264 760 5527 2773 3112,'0'0'488'0'0,"0"0"-392"0"0,0 0-96 0 0,0 0 0 0 0,0 0 1032 0 0,0 1 184 0 0,0-1 40 0 0,1 0 8 0 0,-1 1 272 0 0,1-1 48 0 0,1 1 16 0 0,-2-1 0 0 0,0 0-592 0 0,0 0-112 0 0,10 2-32 0 0,-6-2 0 0 0,1 0-392 0 0,-1 0-88 0 0,1 0-8 0 0,0-2-8 0 0,1 1-192 0 0,1 0-40 0 0,-1-1-8 0 0,0 1 0 0 0,0 1-128 0 0,0 0 64 0 0,-1-1-64 0 0,-1 1 0 0 0,-1 0 0 0 0,0 0 0 0 0,0 0 0 0 0,-1 0 0 0 0,-1 1-320 0 0,1-1-88 0 0</inkml:trace>
  <inkml:trace contextRef="#ctx0" brushRef="#br0" timeOffset="27">1236 1035 9215 3048 3662,'0'-1'816'0'0,"1"0"-656"0"0,-1 0-160 0 0,1 1 0 0 0,0-1 832 0 0,-1 0 128 0 0,1-1 24 0 0,2 0 8 0 0,-1-2 192 0 0,2 1 32 0 0,0-2 16 0 0,0 2 0 0 0,0 0-632 0 0,0 1-128 0 0,0 0-24 0 0,-1 1-8 0 0,1 0-248 0 0,0 1-56 0 0,-2 0-8 0 0,2 0 0 0 0,-1 1-64 0 0,0 1-64 0 0,0 0 96 0 0,-1-1-96 0 0,0 2 88 0 0,0-1-88 0 0,0 1 80 0 0,-1 1-80 0 0,0 0 64 0 0,-1 0-64 0 0,-1 1 0 0 0,0-1 72 0 0,-2 1-72 0 0,2 1 0 0 0,-2-2 0 0 0,0 2 64 0 0,0-1-64 0 0,-1 1 0 0 0,0 0 0 0 0,0-1 64 0 0,0 0-64 0 0,1 0 64 0 0,0 0-64 0 0,0-2 64 0 0,1 1 64 0 0,0-1 0 0 0,0-1 8 0 0,1 0 0 0 0,1-1 24 0 0,-1 0 0 0 0,1 0 0 0 0,1 0 0 0 0,-1-1-8 0 0,1 1 0 0 0,1-1 0 0 0,0 0 0 0 0,1 0 8 0 0,0 0 0 0 0,0 0 0 0 0,1 0 0 0 0,0 0 16 0 0,2 0 8 0 0,-1 0 0 0 0,0 0 0 0 0,-1 0-96 0 0,2 0-24 0 0,1-1 0 0 0,0 1 0 0 0,1-1 0 0 0,-2 0-64 0 0,1 1 96 0 0,-2 0-32 0 0,1 0-64 0 0,-3 0 0 0 0,0 0 0 0 0,0 1 64 0 0,-1 0-64 0 0,0-1 0 0 0,-1 1 0 0 0,-1-1 0 0 0,1 1 0 0 0,-1-1-96 0 0,0 1 32 0 0,0 0 64 0 0,1 0-336 0 0,-1-1-8 0 0,0 1 0 0 0,0-1 0 0 0,0 1-168 0 0,1 0-40 0 0,-1-1-8 0 0,0 0-8560 0 0</inkml:trace>
  <inkml:trace contextRef="#ctx0" brushRef="#br0" timeOffset="28">514 1307 4607 3091 3505,'-1'-1'408'0'0,"1"1"-328"0"0,-1-1-80 0 0,1 1 0 0 0,0 0 528 0 0,0-1 88 0 0,-1 0 24 0 0,1 1 0 0 0,-1-2 192 0 0,1 0 48 0 0,-1 0 8 0 0,2 0 0 0 0,0-1 16 0 0,1 1 8 0 0,-1-1 0 0 0,1 0 0 0 0,0 0-80 0 0,1 0-8 0 0,-1 2-8 0 0,1-3 0 0 0,-1 3-128 0 0,2-1-24 0 0,-1 0-8 0 0,1 0 0 0 0,-1 0-240 0 0,0 1-40 0 0,0 1-16 0 0,0 0 0 0 0,2 0-200 0 0,-2 1-48 0 0,2-1-8 0 0,-3 3 0 0 0,1-1-104 0 0,-1 0 0 0 0,0 1 0 0 0,0 1 0 0 0,-1 1 0 0 0,-1 0-96 0 0,1 1 96 0 0,-2 0-104 0 0,1 0-48 0 0,-1 0-8 0 0,-1 1 0 0 0,0-1 0 0 0,0-1 72 0 0,-1 0 16 0 0,0-1 0 0 0,1-1 0 0 0,-1 1 72 0 0,1-1 0 0 0,1 0 0 0 0,-1-1 0 0 0,0-3 0 0 0,2 0 72 0 0,0 0-8 0 0,-1 0-64 0 0,1 1 256 0 0,1-1 0 0 0,-1-1 0 0 0,0 1 0 0 0,2 1-128 0 0,0-1-24 0 0,1 0-8 0 0,0-1 0 0 0,1 2-96 0 0,1 0 72 0 0,0 0-72 0 0,0 0 64 0 0,0 0-64 0 0,0 2 0 0 0,0 0 72 0 0,0-1-72 0 0,-1 2 0 0 0,0-1 0 0 0,-1 0 0 0 0,-1 2 0 0 0,0-1 0 0 0,-1 0 0 0 0,-1 1 0 0 0,0 0 0 0 0,-2 0 0 0 0,1-1 0 0 0,-1 0 0 0 0,-1 1 64 0 0,0-1-64 0 0,0 0 0 0 0,-1 0 0 0 0,0-1 64 0 0,-1 1-64 0 0,0-1 0 0 0,1 0 0 0 0,-1 0 64 0 0,1-2-64 0 0,-1 0 0 0 0,1 0 0 0 0,0 0 0 0 0,-2 0 0 0 0,2 0 0 0 0,-2 0 0 0 0,2 0 64 0 0,-1 0-64 0 0,1-1 0 0 0,1 1 64 0 0,0 0-64 0 0,0-1 0 0 0,1 1 0 0 0,0-1 0 0 0,1 1 0 0 0,0 1 0 0 0,1-1 0 0 0,0 0 0 0 0,0 0 0 0 0,1 0 0 0 0,0 0-160 0 0,1 1 32 0 0,0 0-6096 0 0,-2-1-1224 0 0</inkml:trace>
  <inkml:trace contextRef="#ctx0" brushRef="#br0" timeOffset="29">1814 1308 7831 2519 3027,'3'-1'696'0'0,"-2"0"-560"0"0,-1 1-136 0 0,-1 0 0 0 0,1-1 960 0 0,0 1 168 0 0,0-2 32 0 0,1 1 8 0 0,-1-2 296 0 0,1 2 56 0 0,-1-2 16 0 0,0 2 0 0 0,1 0-736 0 0,-1 1-136 0 0,0-1-32 0 0,-1 2-8 0 0,1 0-368 0 0,-1 1-80 0 0,0 1-16 0 0,-1 0 0 0 0,2-3-64 0 0,-5 8-8 0 0,3-3-8 0 0,-1 0 0 0 0,0 1-80 0 0,1 0 64 0 0,-1-1-64 0 0,1 0 64 0 0,-1 2-64 0 0,1-2 80 0 0,1 0-80 0 0,-1-1 80 0 0,1 0-16 0 0,1-1-64 0 0,0-1 96 0 0,0 2-32 0 0,0-3 32 0 0,0 1 8 0 0,1-1 0 0 0,1 1 0 0 0,-1-1 8 0 0,1-1 0 0 0,1 0 0 0 0,-1 1 0 0 0,1-1 16 0 0,1 0 8 0 0,0 0 0 0 0,1 0 0 0 0,0 1-24 0 0,0 0-8 0 0,2-1 0 0 0,-2 0 0 0 0,2 0-104 0 0,0 0 72 0 0,0 0-72 0 0,0 0 64 0 0,-1 0-64 0 0,0 0 0 0 0,-1 0 0 0 0,-1-1 0 0 0,-1 0-88 0 0,0 1-32 0 0,0-1-8 0 0,-1 0 0 0 0,0 1-400 0 0,0-2-80 0 0,-2 2-24 0 0,1-1-8712 0 0</inkml:trace>
  <inkml:trace contextRef="#ctx0" brushRef="#br0" timeOffset="30">1910 1316 3223 2458 3088,'0'0'288'0'0,"-1"0"-288"0"0,1 0 0 0 0,0 0 0 0 0,-1 0 1440 0 0,1 0 240 0 0,0 1 48 0 0,-1 1 0 0 0,0-1 192 0 0,-1 3 40 0 0,0-1 8 0 0,1 0 0 0 0,0 1-880 0 0,0 0-184 0 0,1 1-32 0 0,0 1-8 0 0,0-1-472 0 0,0 2-96 0 0,0 0-16 0 0,0 1-8 0 0,0-2-144 0 0,0 0-24 0 0,0 0-8 0 0,0 1 0 0 0,0-2 16 0 0,0 0 0 0 0,-1 1 0 0 0,1 0 0 0 0,0-1-16 0 0,-1 0 0 0 0,1 1 0 0 0,0-2 0 0 0,-1-1-96 0 0,1 2 88 0 0,0-1-88 0 0,0-1 80 0 0,0 1-80 0 0,-1-1 0 0 0,1-1 0 0 0,0 1 64 0 0,0-1-64 0 0,0 0 0 0 0,0 0 0 0 0,0 0 0 0 0,1-1 0 0 0,-1 1 0 0 0,1-1 0 0 0,-1 0 0 0 0,1-1 0 0 0,0 0-96 0 0,0-1 32 0 0,1 0 64 0 0,0-1-392 0 0,0 1-24 0 0</inkml:trace>
  <inkml:trace contextRef="#ctx0" brushRef="#br0" timeOffset="31">2926 2108 7831 2572 3150,'0'-1'696'0'0,"0"0"-560"0"0,1 1-136 0 0,-1 0 0 0 0,0 0 640 0 0,0-1 96 0 0,0 0 16 0 0,0 0 8 0 0,0-1 360 0 0,-1 1 80 0 0,1 1 16 0 0,-1-1 0 0 0,0 2-536 0 0,-1 0-104 0 0,1 2-16 0 0,0-1-8 0 0,-1 3-296 0 0,1 0-64 0 0,-2 1-16 0 0,1 0 0 0 0,0 1 48 0 0,-1 0 0 0 0,0 1 8 0 0,0-1 0 0 0,0 1 72 0 0,0-2 16 0 0,1 0 0 0 0,-1 0 0 0 0,2-2-128 0 0,0 0-16 0 0,-1-1-8 0 0,1-1 0 0 0,1 1-16 0 0,-1-2-8 0 0,1 1 0 0 0,1 0 0 0 0,-1-2-24 0 0,1 1-8 0 0,0 0 0 0 0,0 0 0 0 0,1-1 16 0 0,1 1 8 0 0,-1 0 0 0 0,1-1 0 0 0,2 0 48 0 0,0 0 8 0 0,1-1 0 0 0,-1 0 0 0 0,2 0-24 0 0,-1 0 0 0 0,0 1 0 0 0,1-1 0 0 0,-1 1-40 0 0,2 0 0 0 0,0-1-8 0 0,-2 1 0 0 0,0-1-120 0 0,0 1 72 0 0,-1-1-72 0 0,1 1 64 0 0,-3-1-64 0 0,0 1 0 0 0,1-1 0 0 0,-3 1 0 0 0,2-1-240 0 0,-1-1-40 0 0,0 2-8 0 0,0-2-6464 0 0,-1 0-1304 0 0</inkml:trace>
  <inkml:trace contextRef="#ctx0" brushRef="#br0" timeOffset="32">3003 2126 3223 2602 3111,'-1'-2'288'0'0,"0"1"-288"0"0,1 1 0 0 0,-1-1 0 0 0,0 1 288 0 0,1 0 8 0 0,0 0 0 0 0,-1 0 0 0 0,0 1 1016 0 0,0-1 208 0 0,0 2 40 0 0,0 0 8 0 0,-1 1-408 0 0,2 0-72 0 0,-2 2-24 0 0,0 1 0 0 0,1-1-208 0 0,1 2-48 0 0,-1 0-8 0 0,0 1 0 0 0,0-1-256 0 0,1 2-48 0 0,-1-1-16 0 0,1-1 0 0 0,0-1-112 0 0,0 1-24 0 0,-1-1-8 0 0,0 1 0 0 0,1-1-64 0 0,-1 0-16 0 0,1 1 0 0 0,0-1 0 0 0,-1 0-104 0 0,1-1-24 0 0,0-1-8 0 0,0 0 0 0 0,0-1-40 0 0,0 0-8 0 0,0-1 0 0 0,1 0 0 0 0,-1 0-72 0 0,1-1 0 0 0,0 0 0 0 0,0-3 64 0 0,1 1-64 0 0,0-1-136 0 0,1-2 32 0 0,1 0-9248 0 0</inkml:trace>
  <inkml:trace contextRef="#ctx0" brushRef="#br0" timeOffset="33">3173 2178 3679 2487 3183,'0'0'80'0'0,"0"0"16"0"0,0 1 8 0 0,0 0 0 0 0,0-1-104 0 0,0 0 0 0 0,0 1 0 0 0,-1 0 0 0 0,1 0 696 0 0,1 1 112 0 0,0 0 24 0 0,-1-2 8 0 0,1 1 40 0 0,-1 0 8 0 0,1-1 0 0 0,-1 0 0 0 0,1 0-168 0 0,0-2-32 0 0,0 2-8 0 0,0-1 0 0 0,-1 0-120 0 0,1-1-24 0 0,0 0-8 0 0,0 0 0 0 0,0 0-40 0 0,0-1-8 0 0,-1 1 0 0 0,0 0 0 0 0,0-2-40 0 0,0 1-16 0 0,0 1 0 0 0,0-1 0 0 0,0 0-136 0 0,0 1-32 0 0,-1-2-8 0 0,1 1 0 0 0,-2 1-96 0 0,0-2-24 0 0,2 1 0 0 0,-1 1 0 0 0,0-1-64 0 0,-1 2-64 0 0,1-2 96 0 0,-2 1-96 0 0,2-1 72 0 0,-2 2-72 0 0,0-2 0 0 0,0 2 72 0 0,0 0-72 0 0,-1 1 0 0 0,-1-1 0 0 0,0 1 64 0 0,0 1-64 0 0,0 0 0 0 0,0 0 0 0 0,1 1 64 0 0,-1 0-64 0 0,1 2 0 0 0,1-1 0 0 0,-1 0 0 0 0,-1 2 0 0 0,3 1 0 0 0,-1-2 0 0 0,0 2 0 0 0,1-1 0 0 0,1 1 0 0 0,-1-1 0 0 0,2-1 0 0 0,0 0 0 0 0,1-1 0 0 0,0 1 0 0 0,1-1 0 0 0,0 0 64 0 0,0-2 32 0 0,1 0 0 0 0,-1 0 0 0 0,3 0 80 0 0,-1-1 16 0 0,0-2 8 0 0,1 0 0 0 0,0 0-56 0 0,-1 0-16 0 0,1-2 0 0 0,0 2 0 0 0,-1-1-48 0 0,1-1-16 0 0,0 2 0 0 0,-1 0 0 0 0,-1-2-64 0 0,1 2 80 0 0,-1 0-80 0 0,-2 1 80 0 0,1 1-80 0 0,0-1 80 0 0,-1 0-80 0 0,-1 1 80 0 0,2 0-80 0 0,0 0 0 0 0,-2 2 72 0 0,2-1-72 0 0,-2 1 0 0 0,2 0 0 0 0,-1 2 0 0 0,-1-1 0 0 0,1 1 0 0 0,0-1 0 0 0,-1 1 0 0 0,0 1 64 0 0,0-1-64 0 0,-1 1 0 0 0,0 0 0 0 0,0 0 0 0 0,-1 0 0 0 0,0-1 0 0 0,0 1 0 0 0,0-1 0 0 0,0 0 0 0 0,-1 0 0 0 0,-1 1 0 0 0,0-1 64 0 0,0 0-64 0 0,0 0 0 0 0,-2 1 0 0 0,2-2 0 0 0,0 0 0 0 0,-1-1 64 0 0,1 0-64 0 0,-2 1 0 0 0,3-2 64 0 0,-1 0-64 0 0,-1 1 64 0 0,1-2-64 0 0,-1 1 80 0 0,1-1-16 0 0,1 1-64 0 0,1-1 96 0 0,-2 1-96 0 0,2-1 88 0 0,-2 0-88 0 0,2 1 80 0 0,-1-1-80 0 0,3 0 0 0 0,-2 0 0 0 0,1-1 64 0 0,0 1-64 0 0,0 0 0 0 0,1 0 0 0 0,-1-1 0 0 0,0 1 0 0 0,1 0 0 0 0,0-1 0 0 0,0 1 0 0 0,1 0-120 0 0,0 0-8 0 0,0 0-8 0 0,0 0 0 0 0,1-1-400 0 0,-2 1-72 0 0</inkml:trace>
  <inkml:trace contextRef="#ctx0" brushRef="#br0" timeOffset="34">2295 1882 2303 2826 3283,'-1'-1'200'0'0,"0"1"-200"0"0,1 0 0 0 0,-1 0 0 0 0,0 0 400 0 0,0 0 40 0 0,0 0 8 0 0,-3-1 0 0 0,0 1 128 0 0,0-1 24 0 0,0 2 8 0 0,0 0 0 0 0,0 0 72 0 0,1 1 24 0 0,0 0 0 0 0,1 1 0 0 0,0 0-64 0 0,0 1 0 0 0,1 0-8 0 0,0-1 0 0 0,1 1-152 0 0,-1-2-24 0 0,2 2-8 0 0,-1 0 0 0 0,1-1-88 0 0,1 0-16 0 0,1-1-8 0 0,-1 0 0 0 0,1 0 0 0 0,1-1 0 0 0,0-1 0 0 0,-1 0 0 0 0,0 0-48 0 0,1 0 0 0 0,-1-1-8 0 0,0 0 0 0 0,2-1-112 0 0,-1 0-16 0 0,0-1-8 0 0,0 1 0 0 0,-1-1-144 0 0,0-1 64 0 0,-1 2-64 0 0,0 0 0 0 0,-1-1 0 0 0,0 1 0 0 0,0-1 0 0 0,-2-1 0 0 0,1 2 0 0 0,-1-1 0 0 0,0 0 0 0 0,-2 1 0 0 0,2 0-128 0 0,-2 0 0 0 0,0 1 0 0 0,-1-1 0 0 0,-1 2-64 0 0,1 0-8 0 0,-1 0-8 0 0,0 1 0 0 0,1 0 128 0 0,0 0 80 0 0,0 2-96 0 0,-1-1 96 0 0,1 2 0 0 0,1-1 96 0 0,-1 2 0 0 0,0-1 0 0 0,1 2 160 0 0,0 0 24 0 0,1 0 8 0 0,0 0 0 0 0,2 1 16 0 0,0-3 8 0 0,1 1 0 0 0,0 0 0 0 0,2-1-24 0 0,1-1-8 0 0,0 0 0 0 0,1-1 0 0 0,1 0-56 0 0,0-1-16 0 0,1-1 0 0 0,0-1 0 0 0,1-1-64 0 0,1-1-16 0 0,1-1 0 0 0,-2 0 0 0 0,-1 1-64 0 0,1-2-64 0 0,-2 0 96 0 0,1 0-96 0 0,-2 1 0 0 0,-2-2 0 0 0,0 2 0 0 0,-3-1 0 0 0,1 0 0 0 0,-2 0 0 0 0,0-1 0 0 0,-2 1 0 0 0,0-1 0 0 0,-2 2 0 0 0,-1-1 0 0 0,0 1 0 0 0,0 1 0 0 0,-2 2 0 0 0,2 0 0 0 0,0 1 0 0 0,1 1 0 0 0,-1 0 0 0 0,0 2 0 0 0,-1 1 0 0 0,1 1 0 0 0,0 0 0 0 0,1 0 0 0 0,1 2 0 0 0,0-1 0 0 0,2 0 80 0 0,0 0-80 0 0,2-1 64 0 0,2 2-64 0 0,0-2 0 0 0,3 0 0 0 0,2-1 0 0 0,3 0-472 0 0,2-1-56 0 0</inkml:trace>
  <inkml:trace contextRef="#ctx0" brushRef="#br0" timeOffset="35">2299 1896 4607 2858 3223,'-1'-1'408'0'0,"1"0"-328"0"0,-1 0-80 0 0,1 1 0 0 0,-1 0 336 0 0,0 0 48 0 0,0-1 16 0 0,-2 0 0 0 0,0 1 104 0 0,-2 0 16 0 0,-1-1 8 0 0,0 2 0 0 0,0-1-184 0 0,-1 2-40 0 0,1 0-8 0 0,1 0 0 0 0,-1 1 64 0 0,1 0 16 0 0,1 1 0 0 0,0-1 0 0 0,2 0 104 0 0,0 1 16 0 0,2 0 8 0 0,0 0 0 0 0,0 1 8 0 0,3-1 0 0 0,0 0 0 0 0,1-1 0 0 0,1 0-16 0 0,0 0 0 0 0,0 1 0 0 0,2-2 0 0 0,-1 0-152 0 0,1-1-32 0 0,-1-1-8 0 0,0 0 0 0 0,-1-1-136 0 0,0 1-24 0 0,1-2-8 0 0,-2 0 0 0 0,0-1-40 0 0,0 1-16 0 0,-2-2 0 0 0,0 0 0 0 0,-1 1-80 0 0,0-1 80 0 0,-1 0-80 0 0,-1 0 80 0 0,0 0-80 0 0,0-1 0 0 0,-2 3 0 0 0,1-2 64 0 0,-1 2 8 0 0,1 0 0 0 0,-2 1 0 0 0,0-1 0 0 0,0 2 88 0 0,0 0 8 0 0,-1 2 8 0 0,1-1 0 0 0,0 2-48 0 0,-1-1-16 0 0,0 1 0 0 0,1 1 0 0 0,0-1-112 0 0,0 1 88 0 0,1-1-88 0 0,0 1 80 0 0,1-1-80 0 0,1 0 0 0 0,-1-1 0 0 0,2 1 0 0 0,2-2 0 0 0,0 1-112 0 0,2 0 16 0 0,1-2-5584 0 0,3-1-1112 0 0</inkml:trace>
  <inkml:trace contextRef="#ctx0" brushRef="#br0" timeOffset="36">1913 1544 6911 3405 2969,'0'0'608'0'0,"0"0"-480"0"0,0 0-128 0 0,0 0 0 0 0,0 0 584 0 0,0 1 96 0 0,1 0 24 0 0,1 0 0 0 0,0 0 256 0 0,1-1 64 0 0,0 2 0 0 0,0 0 8 0 0,1-2-512 0 0,-2 2-104 0 0,2 0-16 0 0,-2-1-8 0 0,0 1-296 0 0,1-1-96 0 0,-1 2 0 0 0,2-1 0 0 0,-2-1-432 0 0,0 0-144 0 0</inkml:trace>
  <inkml:trace contextRef="#ctx0" brushRef="#br0" timeOffset="37">2007 1603 4607 3270 2966,'0'0'408'0'0,"0"0"-328"0"0,0 0-80 0 0,0 0 0 0 0,0 0 608 0 0,0 0 96 0 0,0 0 32 0 0,1 0 0 0 0,-1 0-440 0 0,0 1-80 0 0,0 0-24 0 0,0-1 0 0 0,0 0-192 0 0</inkml:trace>
  <inkml:trace contextRef="#ctx0" brushRef="#br0" timeOffset="38">1786 1488 5983 3515 3073,'0'1'536'0'0,"0"-1"-432"0"0,0 0-104 0 0,1 0 0 0 0,-1 1 480 0 0,1-1 80 0 0,0 1 16 0 0,0 0 0 0 0,2 0 432 0 0,0 1 88 0 0,1-1 24 0 0,1 2 0 0 0,0-1-384 0 0,1 1-64 0 0,0-1-24 0 0,-1 1 0 0 0,0-2-424 0 0,-1 2-80 0 0,1 0-16 0 0,0-1-8 0 0,0 1-120 0 0,-2-1 0 0 0,1 1 0 0 0,-1-1-4432 0 0,2 0-832 0 0</inkml:trace>
  <inkml:trace contextRef="#ctx0" brushRef="#br0" timeOffset="39">2002 1620 9215 3351 3029,'-3'-1'408'0'0,"2"1"80"0"0,0 0-392 0 0,0 1-96 0 0,1-1 0 0 0,0 0 0 0 0,0 0 0 0 0,1 1 88 0 0,0-1-88 0 0,0 2 80 0 0,2 0 152 0 0,-3-2 32 0 0,0 0 8 0 0,10 4 0 0 0,-7-2 200 0 0,1 0 40 0 0,-1-1 0 0 0,1 2 8 0 0,-2-2-200 0 0,1 1-48 0 0,0 0-8 0 0,-1 0 0 0 0,2 0-136 0 0,-2-1-24 0 0,1 1-8 0 0,-1 0 0 0 0,0-1-96 0 0,0 0 0 0 0,0 0 0 0 0,-1 0-4016 0 0,1 0-768 0 0</inkml:trace>
  <inkml:trace contextRef="#ctx0" brushRef="#br0" timeOffset="40">2125 1731 9215 3413 2884,'0'0'816'0'0,"0"1"-656"0"0,0-1-160 0 0,0 0 0 0 0,0 1 344 0 0,0-1 32 0 0,0 1 8 0 0,1 0 0 0 0,-1 0 80 0 0,2 2 16 0 0,0 0 8 0 0,-1-1 0 0 0,3 0-328 0 0,-1 0-64 0 0,-1-1-8 0 0,2-1-8 0 0,-2 2-80 0 0,1 1-88 0 0,0-2 24 0 0,-1 1-5496 0 0</inkml:trace>
  <inkml:trace contextRef="#ctx0" brushRef="#br0" timeOffset="41">2210 1810 12439 3283 2816,'-2'0'544'0'0,"1"0"128"0"0,0 0-544 0 0,0 0-128 0 0,1 1 0 0 0,0 0 0 0 0,1-1 296 0 0,0 2 32 0 0,0-1 8 0 0,1 2 0 0 0,1-1 72 0 0,1 1 8 0 0,1 1 8 0 0,0-2 0 0 0,1 1-224 0 0,1 0-40 0 0,0 0-16 0 0,-2-1 0 0 0,2 2-144 0 0,-1-2 0 0 0,0 0 0 0 0,-2 1 0 0 0,-1-2 0 0 0,0 1 0 0 0,0-1 0 0 0,-2-1 0 0 0,1 2-376 0 0,-1-2-48 0 0,1 0-16 0 0,-2 0 0 0 0,0 1-480 0 0,0 0-96 0 0,0 0-16 0 0,0 0-4176 0 0</inkml:trace>
  <inkml:trace contextRef="#ctx0" brushRef="#br0" timeOffset="42">2515 1761 919 3048 3019,'0'-2'80'0'0,"1"1"-80"0"0,-1 0 0 0 0,0 0 0 0 0,0 0 336 0 0,0 0 48 0 0,0-1 16 0 0,2-2 0 0 0,0 0 368 0 0,-1-1 64 0 0,0 0 24 0 0,1 1 0 0 0,-1 0 176 0 0,0 1 40 0 0,0 0 8 0 0,-1 2 0 0 0,0-1-48 0 0,1 1-8 0 0,-1 0 0 0 0,1 1 0 0 0,-1 0-224 0 0,-1 0-56 0 0,1 2-8 0 0,-1 0 0 0 0,1 0-288 0 0,-1 2-64 0 0,0 1-16 0 0,-2 1 0 0 0,2 0-152 0 0,-2 1-32 0 0,0 2-8 0 0,-1-1 0 0 0,0 0-64 0 0,0 0-16 0 0,1-2 0 0 0,0 0 0 0 0,1 1 8 0 0,0-2 0 0 0,0-1 0 0 0,1 0 0 0 0,0 0 32 0 0,1-2 8 0 0,0 0 0 0 0,0 0 0 0 0,2 1 48 0 0,-1-3 0 0 0,0 1 8 0 0,1 0 0 0 0,0-1-16 0 0,0 0-8 0 0,1 0 0 0 0,-1 0 0 0 0,2-1-40 0 0,0 1-8 0 0,0-1 0 0 0,1 1 0 0 0,0-1-56 0 0,-1 0-8 0 0,1 0-64 0 0,1 0 96 0 0,0 0-32 0 0,-1 1-64 0 0,0 0 88 0 0,0 0-88 0 0,-1 0 64 0 0,0 0-64 0 0,0 0 0 0 0,-1 0 0 0 0,0 0 0 0 0,-1 0 0 0 0,1 0 0 0 0,-1 0 0 0 0,0 0-352 0 0,0-1-80 0 0,0 0-16 0 0,1 0-8456 0 0</inkml:trace>
  <inkml:trace contextRef="#ctx0" brushRef="#br0" timeOffset="43">2614 1752 4607 2945 3104,'0'0'200'0'0,"0"-1"48"0"0,0 1-248 0 0,-1 0 0 0 0,1 1 0 0 0,0-1 0 0 0,-1 2 984 0 0,0-1 144 0 0,0 2 32 0 0,-2 2 8 0 0,0 2 104 0 0,1-1 16 0 0,-1 2 8 0 0,0-1 0 0 0,2 0-312 0 0,-1 0-64 0 0,1 1-16 0 0,0-1 0 0 0,1 0-240 0 0,-2 1-56 0 0,2-1 0 0 0,0 1-8 0 0,0-1-216 0 0,0-1-48 0 0,0 0-8 0 0,0-1 0 0 0,0-1-144 0 0,0 1-32 0 0,0 1-8 0 0,0 0 0 0 0,0-2-72 0 0,0 0-8 0 0,0 0-64 0 0,0-2 96 0 0,1 1-96 0 0,0-2 0 0 0,-1 2 0 0 0,0-2 0 0 0,0-1 0 0 0,2 1 0 0 0,-2-1 0 0 0,2 0 0 0 0,-1 0-224 0 0,-1-1-64 0 0,2 0-8 0 0,0-1-8 0 0,-1 0-1136 0 0,1 0-232 0 0</inkml:trace>
  <inkml:trace contextRef="#ctx0" brushRef="#br0" timeOffset="44">2753 1784 2759 2812 2698,'1'0'248'0'0,"-1"0"-248"0"0,0 0 0 0 0,0 0 0 0 0,1 0 448 0 0,-1-1 48 0 0,1 1 8 0 0,-1 0 0 0 0,2-1 232 0 0,0 0 40 0 0,-1 0 16 0 0,0 0 0 0 0,0 1 8 0 0,0 0 8 0 0,1-1 0 0 0,-2 0 0 0 0,1 0 24 0 0,-1 0 0 0 0,1 1 0 0 0,0-1 0 0 0,-1 0-96 0 0,1 0-8 0 0,-1 0-8 0 0,0 1 0 0 0,0-1-272 0 0,0 0-48 0 0,0 0-16 0 0,-1 0 0 0 0,1 0-216 0 0,-2 1-40 0 0,2-1-16 0 0,-1 1 0 0 0,-1-1-112 0 0,0 0 64 0 0,1 1-64 0 0,-2 0 0 0 0,1 0 72 0 0,-1 0-72 0 0,0 2 64 0 0,0-1-64 0 0,-1 0 0 0 0,2 1 0 0 0,-1-1 64 0 0,-1 0-64 0 0,1 2 64 0 0,0-2-64 0 0,0 3 96 0 0,1-2-32 0 0,0 1-64 0 0,0 0 0 0 0,1-1 0 0 0,-1 1 0 0 0,2-1 0 0 0,-1 1 0 0 0,0 0 0 0 0,1 0 0 0 0,1 0 0 0 0,0 0 0 0 0,0-1 0 0 0,1 0 0 0 0,0 0 88 0 0,0 0-24 0 0,0 0-64 0 0,1 0 96 0 0,0-1 48 0 0,0 0 8 0 0,1 2 0 0 0,0-2 0 0 0,1 1 16 0 0,-1 0 8 0 0,1 0 0 0 0,0 1 0 0 0,-2-1-40 0 0,2 0-8 0 0,-2 1 0 0 0,1-1 0 0 0,0 1-48 0 0,1 0-16 0 0,-3-1 0 0 0,1 1 0 0 0,0-1-64 0 0,0 2 0 0 0,-1-1 0 0 0,-1 1 0 0 0,0-1 0 0 0,0-1 0 0 0,-1 1 0 0 0,-1-1 0 0 0,1 1 0 0 0,-1 0 0 0 0,0-1 0 0 0,-1 2 0 0 0,0-2 0 0 0,1 0 0 0 0,-2 2 0 0 0,0-2 0 0 0,0 1 0 0 0,-1 0 0 0 0,0-1 0 0 0,0 0 0 0 0,1 0 0 0 0,-1-1 0 0 0,0 1 0 0 0,-1-1 0 0 0,2-1 0 0 0,-1 0 0 0 0,1 0 64 0 0,-1 0-64 0 0,2-1 0 0 0,0 0 0 0 0,0 0 0 0 0,0-1 64 0 0,1 0-64 0 0,-1 0 0 0 0,1-1 72 0 0,0 0-72 0 0,0 0 80 0 0,1-1-16 0 0,0 0-64 0 0,0-2 96 0 0,1 0-96 0 0,0 1 88 0 0,2 0-88 0 0,-2-1 80 0 0,3 2-80 0 0,-1 0 64 0 0,0 0-64 0 0,0 1 64 0 0,3-1-64 0 0,-1-1 0 0 0,1 1 0 0 0,0 1 0 0 0,-2-1 0 0 0,1 1 0 0 0,1 0 64 0 0,-2-1-64 0 0,1 0 0 0 0,0-1 0 0 0,0 2 0 0 0,-1-1 0 0 0,-2 2 0 0 0,0-2 0 0 0,0 0 0 0 0,-1 0 0 0 0,0 0 0 0 0,-1-1 0 0 0,-1 0 0 0 0,0 0 0 0 0,-1 1 64 0 0,0 0-64 0 0,-1 1 64 0 0,0-1-64 0 0,0 1 0 0 0,0 1 64 0 0,-1 0-64 0 0,0 0 0 0 0,0 2 64 0 0,0-1-64 0 0,1 0 0 0 0,-1 1 64 0 0,0 0-64 0 0,1 0 0 0 0,0 1 0 0 0,-1 0 0 0 0,1 0 0 0 0,1 1 0 0 0,-1-1 0 0 0,1 2 0 0 0,0 0-296 0 0,0 0-24 0 0,2 1-8 0 0,0 0-8768 0 0</inkml:trace>
  <inkml:trace contextRef="#ctx0" brushRef="#br0" timeOffset="45">1023 138 3679 3213 3054,'0'-2'328'0'0,"0"1"-264"0"0,0-1-64 0 0,0 2 0 0 0,0-1 536 0 0,0 0 88 0 0,0-1 16 0 0,0 0 8 0 0,1-2 344 0 0,-1 0 64 0 0,-1 1 8 0 0,1 0 8 0 0,0 0-240 0 0,0 1-56 0 0,0 0-8 0 0,0 1 0 0 0,0 1-224 0 0,0-1-40 0 0,0 0-16 0 0,0 1 0 0 0,0 0-120 0 0,0 0-24 0 0,0 0-8 0 0,0 0 0 0 0,0 0-16 0 0,0 0-8 0 0,0 0 0 0 0,0 0 0 0 0,0 0 16 0 0,0 0 8 0 0,0 11 0 0 0,0-7 0 0 0,0 0-56 0 0,0 1-16 0 0,0 1 0 0 0,-1 3 0 0 0,1-1-16 0 0,-1 1-8 0 0,1 0 0 0 0,-1 1 0 0 0,1 0-32 0 0,-1 2-8 0 0,0-2 0 0 0,1 1 0 0 0,0-1-104 0 0,0 0-32 0 0,0 2 0 0 0,0 0 0 0 0,0 1 0 0 0,1 0-64 0 0,0 0 96 0 0,0-1-32 0 0,0 0 0 0 0,0-2-64 0 0,-1 0 96 0 0,0 0-32 0 0,0-1 8 0 0,1-3 0 0 0,0 1 0 0 0,-1-3 0 0 0,1 1-8 0 0,-1 1 0 0 0,-1-2 0 0 0,1 0 0 0 0,0-1 0 0 0,-1 1-64 0 0,0 0 96 0 0,1-1-32 0 0,0 0-64 0 0,-2 0 0 0 0,1-1 72 0 0,-1 0-72 0 0,2-1 0 0 0,-1 1 0 0 0,0 0 0 0 0,1-2 64 0 0,-2 1-64 0 0,2 0 0 0 0,-1 0 0 0 0,0-1 0 0 0,1 0 0 0 0,-1 0 0 0 0,0 0 0 0 0,0-1 0 0 0,0 0 0 0 0,0 0 0 0 0,0 0 0 0 0,-1-2 0 0 0,1 1 0 0 0,-2-2 0 0 0,2 1 0 0 0,-1-2 0 0 0,-1 1 0 0 0,2 0 0 0 0,-1-1 0 0 0,0 0 0 0 0,0 2 0 0 0,0-1 0 0 0,2-1-64 0 0,-3 1 64 0 0,1-1-72 0 0,1 1 72 0 0,-1 0-80 0 0,0 1 80 0 0,1 1 0 0 0,-1-1-72 0 0,1 1 72 0 0,0 0 0 0 0,0 0 0 0 0,0 0 0 0 0,0 1 0 0 0,0-1 0 0 0,1 1 0 0 0,-1 0 0 0 0,0 0 0 0 0,0-1-64 0 0,1 2 64 0 0,0-2 0 0 0,0 2 0 0 0,0 0 0 0 0,0 0 0 0 0,0 0 0 0 0,0 0 0 0 0,0 0 0 0 0,1 1 0 0 0,0 0 0 0 0,-1-1 0 0 0,0 0 0 0 0,0 0 0 0 0,4 9 0 0 0,-3-6 0 0 0,0 1 0 0 0,1 2 0 0 0,0-1 0 0 0,0-1 0 0 0,0 2 0 0 0,1 0 0 0 0,0 1 96 0 0,-1-2-32 0 0,1 0 0 0 0,-1 0 0 0 0,0 1 8 0 0,2-1 0 0 0,-1 0 0 0 0,0 0-8 0 0,0-1 0 0 0,0 1 0 0 0,0-2 0 0 0,-2 0 0 0 0,1-1-64 0 0,0 0 96 0 0,0-1-32 0 0,1 1 16 0 0,-1-2 0 0 0,0 0 0 0 0,3 0 0 0 0,-2-2 48 0 0,1-1 0 0 0,2-1 8 0 0,0-1 0 0 0,-1-1 24 0 0,3-2 8 0 0,-1 0 0 0 0,1-1 0 0 0,-1 0-16 0 0,0 1-8 0 0,-2-1 0 0 0,0 3 0 0 0,-1 0-72 0 0,-1 1-8 0 0,-1 2-64 0 0,-1 1 96 0 0,0-1-96 0 0,-1 3 0 0 0,0-1 0 0 0,0 1 0 0 0,-1 0 0 0 0,1-1 0 0 0,0 2 0 0 0,0-1 0 0 0,1 0-480 0 0,1 0-96 0 0,0-1-24 0 0,2-1-9720 0 0</inkml:trace>
  <inkml:trace contextRef="#ctx0" brushRef="#br0" timeOffset="46">1322 110 2303 3041 3175,'0'0'200'0'0,"0"-1"-200"0"0,0 0 0 0 0,-1 1 0 0 0,1-1 632 0 0,0 0 80 0 0,0 1 24 0 0,0-1 0 0 0,-1-2 448 0 0,0 2 96 0 0,1-2 24 0 0,-1 1 0 0 0,0 0-248 0 0,0 0-56 0 0,0 0-8 0 0,1 1 0 0 0,-1 0-208 0 0,0 0-48 0 0,1 1 0 0 0,-2-1-8 0 0,2 1-168 0 0,-1 0-32 0 0,1 1-8 0 0,-1-1 0 0 0,0 1-184 0 0,0 1-40 0 0,0 1-8 0 0,0 0 0 0 0,1 1-96 0 0,-1 0-32 0 0,0 2 0 0 0,1-1 0 0 0,-2 3 16 0 0,2-2 0 0 0,0 1 0 0 0,-1 1 0 0 0,1 0 24 0 0,0 0 8 0 0,0 0 0 0 0,0 0 0 0 0,-1-1-120 0 0,1 0-24 0 0,0 2-64 0 0,0-2 96 0 0,0 1 0 0 0,0 0 0 0 0,0 0 0 0 0,0 0 0 0 0,0 0 8 0 0,0 0 0 0 0,0 0 0 0 0,0-1 0 0 0,1 0-24 0 0,-1-1-8 0 0,0 1 0 0 0,1-2 0 0 0,-1 0-72 0 0,1-1 96 0 0,-1 0-96 0 0,1-1 96 0 0,-1-1-96 0 0,0 0 0 0 0,1 0 0 0 0,-1-1 0 0 0,0-1 0 0 0,0 1 0 0 0,0 0 0 0 0,0-2 0 0 0,0 0-320 0 0,1 0-48 0 0,-1 0-16 0 0,1-1-9024 0 0</inkml:trace>
  <inkml:trace contextRef="#ctx0" brushRef="#br0" timeOffset="47">1303 116 6911 3038 3163,'-1'-3'304'0'0,"0"0"64"0"0,1 2-296 0 0,0-2-72 0 0,0 2 0 0 0,0 1 0 0 0,0-2 576 0 0,0 0 96 0 0,2-2 16 0 0,-1-1 8 0 0,0 0 456 0 0,1-2 88 0 0,1 1 16 0 0,1-1 8 0 0,-1 1-504 0 0,1 0-104 0 0,2 1-16 0 0,-1-1-8 0 0,1 1-232 0 0,0 1-48 0 0,2 1 0 0 0,1-1-8 0 0,-4 3-24 0 0,1 0 0 0 0,1 1 0 0 0,-2 1 0 0 0,1 0-152 0 0,-1 2-32 0 0,-1 0-8 0 0,0 0 0 0 0,-1 1-128 0 0,-1 1 0 0 0,-1 1 0 0 0,-1 0 0 0 0,0 2 80 0 0,-1 0-16 0 0,-1 1 0 0 0,0 1 0 0 0,-3-1-64 0 0,2 1 0 0 0,-2-1 0 0 0,1-1 0 0 0,-1 1 0 0 0,0-3-88 0 0,0 1 24 0 0,0-1 0 0 0,0-2 64 0 0,0 1 0 0 0,0-1 64 0 0,1-1-64 0 0,-1-1 88 0 0,1 1-24 0 0,0-2 0 0 0,1 0 0 0 0,0 0 72 0 0,0-1 16 0 0,1 0 0 0 0,0 0 0 0 0,1-1-64 0 0,0 0-16 0 0,0 0 0 0 0,1-1 0 0 0,0 0-216 0 0,1 0-48 0 0,1 0 0 0 0,0 0-8608 0 0</inkml:trace>
  <inkml:trace contextRef="#ctx0" brushRef="#br0" timeOffset="48">1450 223 3223 2887 3090,'-1'-2'136'0'0,"1"1"40"0"0,0 0-176 0 0,0-1 0 0 0,0 2 0 0 0,0 0 0 0 0,0-1 584 0 0,0 0 88 0 0,1-1 8 0 0,0 1 8 0 0,-1-2 944 0 0,1 0 184 0 0,1 1 40 0 0,0 0 0 0 0,-1 0-608 0 0,1 1-128 0 0,0-2-32 0 0,1 2 0 0 0,-1-1-352 0 0,1 1-80 0 0,0 0-16 0 0,0 0 0 0 0,1 1-256 0 0,-2-1-48 0 0,1 0-16 0 0,-2 1 0 0 0,2 1-152 0 0,-2-1-32 0 0,1 1-8 0 0,0-1 0 0 0,-1 1 0 0 0,0-1-8 0 0,0 2 0 0 0,0-1 0 0 0,-1 0-120 0 0,0 0 0 0 0,1-1 0 0 0,-1 1 0 0 0,0-1 0 0 0,-1 1 0 0 0,1 0 0 0 0,-1-1 0 0 0,0 1 96 0 0,0 0-24 0 0,-1-1-8 0 0,-1 2 0 0 0,1-1-64 0 0,-1 0 0 0 0,-1 2 0 0 0,-1-2 0 0 0,0 2 0 0 0,0-1 0 0 0,-1 1 0 0 0,2-1 0 0 0,-1 0 0 0 0,0 2 0 0 0,2-2 0 0 0,-1 1 0 0 0,2-1 0 0 0,0 0 0 0 0,1 0 0 0 0,0 0 0 0 0,1 0 0 0 0,0 0 0 0 0,2 0 0 0 0,-1 1 0 0 0,2 0 0 0 0,0-1 0 0 0,0 2 0 0 0,1-1 0 0 0,0 0 0 0 0,1 1 0 0 0,-1-1 0 0 0,0 1 0 0 0,1 0 0 0 0,-1 1 0 0 0,0-1 0 0 0,0 1 0 0 0,-1-1 0 0 0,0 1 0 0 0,-2 1 0 0 0,1-2 0 0 0,-1 1 0 0 0,-1-1 0 0 0,0 1 0 0 0,-1 0 0 0 0,-1-1 0 0 0,1 0 0 0 0,-2 0 0 0 0,2-1 0 0 0,-3-1 0 0 0,1 0 0 0 0,0 0 0 0 0,-1-1 0 0 0,1 0 0 0 0,-1 0 0 0 0,0-1 0 0 0,1-1 0 0 0,-1 0 0 0 0,0 0 0 0 0,1 0 0 0 0,-1-1 0 0 0,0 1 0 0 0,-1-1 0 0 0,1-1 0 0 0,1 1 0 0 0,0 0 0 0 0,-1-1 0 0 0,2 1 0 0 0,0-1 0 0 0,0 1 0 0 0,1 0 0 0 0,0 1 0 0 0,1 0 0 0 0,0-1-416 0 0,2 2-32 0 0,-1-1 0 0 0,2 1-5456 0 0,1 0-1096 0 0</inkml:trace>
  <inkml:trace contextRef="#ctx0" brushRef="#br0" timeOffset="49">1573 245 2759 2895 3094,'0'-2'248'0'0,"1"0"-248"0"0,-1 0 0 0 0,0 1 0 0 0,0 1 752 0 0,0-1 104 0 0,0 0 16 0 0,-1 1 8 0 0,1-1 1056 0 0,-1 0 208 0 0,0 1 48 0 0,-1 0 8 0 0,2 1-1048 0 0,-2 1-200 0 0,1 0-48 0 0,-1 1-8 0 0,2 1-464 0 0,-2 0-96 0 0,2 2-16 0 0,0-2-8 0 0,-1 2-176 0 0,1-1-32 0 0,1 1-8 0 0,-1-1 0 0 0,1 1 16 0 0,0-1 0 0 0,0-1 0 0 0,1-1 0 0 0,0 0-16 0 0,1 1-8 0 0,-1-3 0 0 0,1 1 0 0 0,-1-1-88 0 0,1-1 96 0 0,1 0-96 0 0,-1 0 96 0 0,1-1-8 0 0,0-1 0 0 0,0 0 0 0 0,-1-1 0 0 0,1 1-24 0 0,-1-2-64 0 0,2 1 96 0 0,-3-1-32 0 0,1 0-64 0 0,0-1 96 0 0,-1 0-96 0 0,0 0 96 0 0,0 0-96 0 0,0 0 0 0 0,-1 1 72 0 0,0 1-72 0 0,0 1 0 0 0,-1 0 0 0 0,0 0 0 0 0,0 1 64 0 0,0 0-64 0 0,0-1 0 0 0,0 2 0 0 0,-1 0 0 0 0,1 0 0 0 0,-1 0 0 0 0,1 0 0 0 0,-1 0 64 0 0,1 1-64 0 0,-1 0 0 0 0,1-1 0 0 0,0 0 0 0 0,0 0 0 0 0,0 0 0 0 0,0 0 0 0 0,-1 10 0 0 0,2-8 0 0 0,0 0 0 0 0,0 2 0 0 0,1 0 0 0 0,-2-2 0 0 0,2 1 0 0 0,1 0 0 0 0,0-1 0 0 0,-2 1 0 0 0,2-1 0 0 0,0 0 0 0 0,0 0 0 0 0,-1 0 0 0 0,2-1 0 0 0,-1 0 0 0 0,0-1 0 0 0,0 1 120 0 0,1-1-16 0 0,0 0 0 0 0,0-1 0 0 0,0 0-104 0 0,0 1 0 0 0,0-2 64 0 0,0 0-64 0 0,0 0 64 0 0,0-1-64 0 0,0 0 88 0 0,0 1-88 0 0,-1-1 0 0 0,0 0 0 0 0,0-1 0 0 0,1 0 0 0 0,0-2 0 0 0,1 1 0 0 0,-1-1 0 0 0,-1-1 0 0 0,0 1 0 0 0,1 0 0 0 0,-1-1 0 0 0,-1 1 0 0 0,1-1 0 0 0,-2 2 0 0 0,0 0 0 0 0,-1 0 0 0 0,0 1 0 0 0,0 0 0 0 0,0 0 0 0 0,-1 1 0 0 0,0 0 0 0 0,1 0 0 0 0,-2-1 0 0 0,2 2 0 0 0,-1-1 64 0 0,1 0-64 0 0,0 1 0 0 0,-1-1 0 0 0,0 1 72 0 0,1 1-8 0 0,0-1-64 0 0,0 2 96 0 0,0 0-96 0 0,0-1 0 0 0,0 1 0 0 0,0 0 0 0 0,-1 1 0 0 0,1 0 0 0 0,0 1 0 0 0,-1 0 0 0 0,1 1 0 0 0,-1 0 0 0 0,1-1 0 0 0,0 2 0 0 0,0 1 0 0 0,0-1 0 0 0,0 1 0 0 0,0-1 0 0 0,0 2 0 0 0,0-1 0 0 0,0 1 0 0 0,1 1 0 0 0,0-1 0 0 0,-1 1 0 0 0,1-1 0 0 0,-1-1 0 0 0,0 2 0 0 0,0-1 0 0 0,0 2 0 0 0,0 0 0 0 0,0-4 0 0 0,1 2 0 0 0,0 0 0 0 0,-1 0 0 0 0,0 2 0 0 0,1-3 0 0 0,0 1 0 0 0,0 0 0 0 0,1-2 0 0 0,-2 1 0 0 0,2-2 0 0 0,0 0 0 0 0,-1-1 0 0 0,0 1 0 0 0,0-1 0 0 0,0-2 0 0 0,0 0 0 0 0,0 0 0 0 0,0 0 0 0 0,0 0 0 0 0,0-1 0 0 0,0-2 0 0 0,0 1 0 0 0,0-1 72 0 0,0-1 48 0 0,0 0 8 0 0,0 1 0 0 0,1-2 0 0 0,0 0-24 0 0,0-3 0 0 0,0 3 0 0 0,-1-1 0 0 0,2 0-32 0 0,0-1-8 0 0,0 1 0 0 0,1 1 0 0 0,-1 0-64 0 0,0 3 0 0 0,1-1 0 0 0,0 0 0 0 0,-2 2 0 0 0,2 0 0 0 0,-2 0 0 0 0,0 1 0 0 0,0 1 0 0 0,0 1 0 0 0,-1-1 0 0 0,0 1 0 0 0,0 1-144 0 0,0-1 32 0 0,-1 3 8 0 0,0-2 0 0 0,0 0-64 0 0,-1 0-16 0 0,0 2 0 0 0,0 1 0 0 0,0-1 64 0 0,-1 0 16 0 0,0 0 0 0 0,1 1 0 0 0,0-2 104 0 0,-1-1 0 0 0,1 1-80 0 0,-1-1 80 0 0,0 0 0 0 0,2-1 0 0 0,-2 1 0 0 0,2-2 0 0 0,0 0 0 0 0,0 1 0 0 0,0-2 0 0 0,0 1 0 0 0,1-1 96 0 0,0 0-32 0 0,0 0 0 0 0,2 0 0 0 0,-2 0 16 0 0,3-1 0 0 0,-1-1 0 0 0,1 1 0 0 0,0 0-80 0 0,0-2 80 0 0,1 0-80 0 0,0 0 80 0 0,0 0-80 0 0,-1-1 0 0 0,0 1 0 0 0,1-1 0 0 0,-1 0 72 0 0,1 0-72 0 0,-1-1 80 0 0,-1 1-80 0 0,0 0 0 0 0,1 0 0 0 0,-1 0 0 0 0,1 0 0 0 0,-1 1 96 0 0,0 1-24 0 0,0 0-8 0 0,0 0 0 0 0,0 1-64 0 0,0-1 0 0 0,0 2 0 0 0,-1 0 0 0 0,1 2 0 0 0,-1-1 0 0 0,0 0 0 0 0,-1 0 0 0 0,1 1 0 0 0,-1 1 0 0 0,0 0 0 0 0,0 1 0 0 0,-1 0-88 0 0,0 0 88 0 0,-1 0-64 0 0,-1 0 64 0 0,1 0-72 0 0,0-1 72 0 0,-3 1-80 0 0,2 0 80 0 0,-1 0 0 0 0,-2 0 0 0 0,1-1 0 0 0,0-1 0 0 0,0 1 0 0 0,1-1 0 0 0,-1 0 0 0 0,0-1 0 0 0,1-1 0 0 0,0 1 0 0 0,0-1 0 0 0,1 0 0 0 0,-2 0 0 0 0,2-1 0 0 0,-1 1 0 0 0,-1-2-6432 0 0,1 0-1216 0 0</inkml:trace>
  <inkml:trace contextRef="#ctx0" brushRef="#br0" timeOffset="50">206 514 2759 3358 3030,'0'-2'248'0'0,"0"0"-248"0"0,0 1 0 0 0,0 0 0 0 0,0 1 496 0 0,0-1 48 0 0,0 1 16 0 0,0-2 0 0 0,0 2 496 0 0,0-2 104 0 0,0 0 24 0 0,0 0 0 0 0,0 1-248 0 0,0-1-40 0 0,0 1-16 0 0,0-1 0 0 0,0 1-176 0 0,1 1-32 0 0,-1-1 0 0 0,0 1-8 0 0,0 0-184 0 0,0 0-32 0 0,0 0 0 0 0,1 1-8 0 0,-1-1-152 0 0,0 0-24 0 0,0 0-8 0 0,4 9 0 0 0,-1-3 40 0 0,-1-1 8 0 0,1 2 0 0 0,0 0 0 0 0,0 2-80 0 0,-1-1-24 0 0,1 1 0 0 0,-1-1 0 0 0,1 1-40 0 0,0-2 0 0 0,0 0-8 0 0,0 0 0 0 0,0 0-40 0 0,1 0-8 0 0,-1 0 0 0 0,0-2 0 0 0,-1-1 8 0 0,2 1 0 0 0,-2-1 0 0 0,1 0 0 0 0,1 1-112 0 0,-2-2 72 0 0,1-1-72 0 0,-1 0 64 0 0,0-1 24 0 0,0 0 0 0 0,0-1 0 0 0,0 0 0 0 0,0-1 16 0 0,0 0 8 0 0,0-2 0 0 0,1 0 0 0 0,-1-2 32 0 0,1 0 8 0 0,1-1 0 0 0,0-1 0 0 0,0-1-32 0 0,-1 0-8 0 0,1 0 0 0 0,0-2 0 0 0,1-1 0 0 0,0 0 0 0 0,-1 1 0 0 0,-1 0 0 0 0,0 3-16 0 0,1 0 0 0 0,-3-1 0 0 0,2 2 0 0 0,-3 2-96 0 0,2-1 0 0 0,-2 2 0 0 0,1-1 0 0 0,-1 1 0 0 0,0 2 0 0 0,0-2 72 0 0,0 1-72 0 0,0 1 64 0 0,-1-1-64 0 0,1 1 0 0 0,0 1 64 0 0,0-2-64 0 0,0 0 0 0 0,1 2 0 0 0,-1-2 0 0 0,0 1 0 0 0,0 1 0 0 0,0-1 0 0 0,0 1 0 0 0,0 0 0 0 0,0 0 0 0 0,0 0 0 0 0,0 0 0 0 0,-1 1-328 0 0,1 2-8 0 0,0-1 0 0 0,1 1-6240 0 0,-1 1-1248 0 0</inkml:trace>
  <inkml:trace contextRef="#ctx0" brushRef="#br0" timeOffset="51">432 646 1839 3270 3073,'-1'-1'160'0'0,"1"0"-160"0"0,0 0 0 0 0,0 0 0 0 0,0 1 792 0 0,0 0 120 0 0,0-1 24 0 0,0 0 8 0 0,1 0 448 0 0,0 0 88 0 0,0-1 24 0 0,0-1 0 0 0,1 1-240 0 0,-1 1-48 0 0,1 0 0 0 0,1-1-8 0 0,-1 0-384 0 0,0 2-80 0 0,0 0-8 0 0,0-1-8 0 0,-1 1-272 0 0,2 0-48 0 0,-1 0-16 0 0,-1 0 0 0 0,1 0-152 0 0,0 0-32 0 0,-2 0-8 0 0,2 0 0 0 0,-1 0 0 0 0,1 0 0 0 0,-2 1 0 0 0,1-1 0 0 0,-1 0-136 0 0,0 0-64 0 0,1-1 64 0 0,-1 1-64 0 0,0 1 80 0 0,0-1-80 0 0,0 0 96 0 0,-1-1-96 0 0,1 1 88 0 0,0 0-88 0 0,0 0 80 0 0,0 0-80 0 0,0 0 64 0 0,-10 3-64 0 0,8-1 0 0 0,-2-1 72 0 0,0 1-72 0 0,-2 0 0 0 0,1 0 0 0 0,-1 0 0 0 0,1 1 0 0 0,1-1 0 0 0,-1 1 0 0 0,1-2 0 0 0,1 2 0 0 0,0-2 0 0 0,1 1 0 0 0,1 0 0 0 0,-1-2 0 0 0,2 2 0 0 0,-1 0 0 0 0,1 0 0 0 0,1 1 0 0 0,1 0 0 0 0,-1 0 0 0 0,3 0 0 0 0,-2-1 0 0 0,1 0 0 0 0,0 0 0 0 0,0 0 0 0 0,1 1 0 0 0,-1-1 0 0 0,1 1 0 0 0,-1 0 0 0 0,1 0 0 0 0,-1 1 0 0 0,-1 2 0 0 0,1-2 0 0 0,-1-1 0 0 0,-2 0 0 0 0,1 0 0 0 0,-2 1 0 0 0,1 1 0 0 0,-1-2 0 0 0,-1-1 0 0 0,0 0 0 0 0,-1 2 0 0 0,1-1 0 0 0,-2-3 0 0 0,1 0 0 0 0,-1 3 0 0 0,1-3 0 0 0,0-1 0 0 0,0 0 0 0 0,0 2 0 0 0,-1-2 0 0 0,2-2 0 0 0,-1 0 0 0 0,1 0 0 0 0,0 1 0 0 0,1-1 0 0 0,0 3 0 0 0,-1-2 0 0 0,2 1 0 0 0,0 2 0 0 0,0 1 0 0 0,0-2-112 0 0,2-2-16 0 0,-1 0 0 0 0,2 0 0 0 0,0-1-1024 0 0,1 2-200 0 0,1-1-48 0 0,-1 1-8 0 0</inkml:trace>
  <inkml:trace contextRef="#ctx0" brushRef="#br0" timeOffset="52">542 650 6967 3076 3011,'0'-2'152'0'0,"0"1"32"0"0,-1 0 8 0 0,0 1 0 0 0,1 0-192 0 0,-1 0 0 0 0,0 0 0 0 0,0 0 0 0 0,1 0 1424 0 0,-2 1 240 0 0,0 0 56 0 0,1 1 8 0 0,-2 0-960 0 0,2 0-192 0 0,1-1-40 0 0,-1 1-8 0 0,0 0-288 0 0,0 2-56 0 0,0-1-16 0 0,1 0 0 0 0,0 3-16 0 0,1 0-8 0 0,0-2 0 0 0,-1 1 0 0 0,2 1 40 0 0,-2-1 8 0 0,3-2 0 0 0,-1 0 0 0 0,1 2-80 0 0,-1-2-16 0 0,2-2 0 0 0,-2 0 0 0 0,1-1-24 0 0,1 0-8 0 0,-1-1 0 0 0,-1 0 0 0 0,1 1 40 0 0,0-1 8 0 0,0 1 0 0 0,1-3 0 0 0,-2 0-8 0 0,1 1 0 0 0,-1-1 0 0 0,1 0 0 0 0,0 1 8 0 0,0-3 0 0 0,-1 1 0 0 0,0 0 0 0 0,-1 0 32 0 0,0 0 8 0 0,1 1 0 0 0,-1 1 0 0 0,-1-2-24 0 0,0 1 0 0 0,1 0 0 0 0,-1 0 0 0 0,0-1 0 0 0,0 2-8 0 0,0 0 0 0 0,0 2 0 0 0,-1 0-48 0 0,1 0-8 0 0,0 0 0 0 0,0 0 0 0 0,0 0-64 0 0,0 0 0 0 0,0 1 0 0 0,-1 1 64 0 0,1 0-64 0 0,0-2 0 0 0,0 0 0 0 0,0 11 0 0 0,1-8 0 0 0,-1 1 0 0 0,1 0 0 0 0,1 0 0 0 0,-1 1 0 0 0,2 0 0 0 0,-1-2 0 0 0,2 1 0 0 0,-2 0 0 0 0,2-1 0 0 0,-1-2 0 0 0,-1 0 0 0 0,2-1 0 0 0,-1 1 0 0 0,1-1 0 0 0,0 1 0 0 0,-1-1 0 0 0,1 1 0 0 0,-1-1 0 0 0,1-3 0 0 0,-1 1 0 0 0,1-2 0 0 0,0 2 0 0 0,-2-1 0 0 0,1 0 0 0 0,0 0 0 0 0,0-1 64 0 0,1-1-64 0 0,-1 0 0 0 0,0-1 0 0 0,1-1 0 0 0,-1 0 64 0 0,0-1-64 0 0,0 1 0 0 0,-1-1 0 0 0,0-1 0 0 0,-1 3 0 0 0,0-1 0 0 0,-1 1 0 0 0,0 0 0 0 0,0 1 0 0 0,-1 1 0 0 0,1 1 64 0 0,-1 0-64 0 0,0 0 0 0 0,-1 1 0 0 0,1 0 0 0 0,0 0 0 0 0,0 0 64 0 0,0 1-64 0 0,0 1 64 0 0,1-1-64 0 0,-1 0 72 0 0,0 1-72 0 0,0 0 80 0 0,1 2-80 0 0,-1-2 64 0 0,1 1-64 0 0,0 2 0 0 0,-1-1 72 0 0,1 1-72 0 0,0 1 0 0 0,1 0 0 0 0,-1 0 0 0 0,1 1 0 0 0,-1-1 0 0 0,1 1 0 0 0,0 1 0 0 0,0-1 0 0 0,-1 0 0 0 0,1 1 64 0 0,0-1-64 0 0,0-1 0 0 0,0 0 0 0 0,-1 0 0 0 0,1 0 0 0 0,0 1 0 0 0,1 1 0 0 0,-1 0 0 0 0,0-1 0 0 0,0 0 0 0 0,1 1 0 0 0,-1-1 0 0 0,1-1 0 0 0,-1 1 0 0 0,0-1 0 0 0,0 2 0 0 0,-1-2 0 0 0,1 1 0 0 0,0-3 0 0 0,0 0 0 0 0,0-1 0 0 0,-1 0 0 0 0,0 0 0 0 0,1 1 0 0 0,-1 0 0 0 0,0-2 0 0 0,1 0 0 0 0,-1 0 0 0 0,0-1 0 0 0,1-1 80 0 0,-1 0 0 0 0,0 2 0 0 0,0 0 0 0 0,3-11 16 0 0,-2 7 0 0 0,1 0 0 0 0,-1-1 0 0 0,2-1-96 0 0,0 1 64 0 0,1-2-64 0 0,0 2 64 0 0,-1 0-64 0 0,1 0 0 0 0,0 1 0 0 0,0 1 0 0 0,0 1 0 0 0,1 0 0 0 0,-2 2 0 0 0,-1 0 0 0 0,1 0 0 0 0,-2 1 0 0 0,2 1 0 0 0,-2 0 0 0 0,0 1-96 0 0,-1-1 24 0 0,0 2 0 0 0,0-1 0 0 0,-1 2-48 0 0,0-1-8 0 0,-2 0 0 0 0,2 0 0 0 0,-1 0 56 0 0,0 1 8 0 0,1 0 0 0 0,-1-1 0 0 0,1 0 64 0 0,0-2 0 0 0,-1 1 0 0 0,2 0-64 0 0,-1-1 64 0 0,1 0 0 0 0,1-1 0 0 0,-1 1 0 0 0,2 0 0 0 0,-1 0 0 0 0,0-1 0 0 0,2-1 0 0 0,-1 0 0 0 0,2-2 88 0 0,0-2-88 0 0,0 1 96 0 0,0 0-32 0 0,0 1 0 0 0,0-3 0 0 0,0 1 0 0 0,1 0-64 0 0,-1 0 64 0 0,2-1-64 0 0,-1 0 64 0 0,0 0-64 0 0,-1 1 64 0 0,1 1-64 0 0,-1-1 64 0 0,1 2-64 0 0,-1-1 80 0 0,0 2-80 0 0,0-1 80 0 0,0 1-16 0 0,0 0-64 0 0,0 0 96 0 0,-1 1-32 0 0,1 1-64 0 0,-2-1 0 0 0,1 2 0 0 0,-2-1 64 0 0,0 0-64 0 0,1 2 0 0 0,-2-1 0 0 0,0 1 0 0 0,0-1 0 0 0,-1 1 0 0 0,0 1 0 0 0,0-1 0 0 0,-1 0-96 0 0,0-1 96 0 0,0 1-96 0 0,-1 0 96 0 0,1 1-72 0 0,-2-1 72 0 0,0-1 0 0 0,0 1 0 0 0,1 0 0 0 0,-1 0 0 0 0,0-1 0 0 0,1 1 0 0 0,1-2 0 0 0,-1 0 0 0 0,1 0 0 0 0,0 0 0 0 0,0-1 0 0 0,1-1 0 0 0,0-1 0 0 0,0 1 0 0 0,0 0 0 0 0,0 1 0 0 0,1 0 0 0 0,0 0 0 0 0,0-1-128 0 0,1 0 0 0 0,1-2 0 0 0,0 2-9280 0 0</inkml:trace>
  <inkml:trace contextRef="#ctx0" brushRef="#br0" timeOffset="53">1288 2253 1375 3262 3400,'0'0'128'0'0,"-1"-1"-128"0"0,1 0 0 0 0,0 1 0 0 0,0 0 296 0 0,0 0 40 0 0,-1-1 8 0 0,1-2 0 0 0,-2 2 352 0 0,0-2 72 0 0,1 0 8 0 0,-1 1 8 0 0,0 0-32 0 0,1 0-8 0 0,-3 2 0 0 0,3-1 0 0 0,-2 0 16 0 0,0 0 0 0 0,1 2 0 0 0,-2 0 0 0 0,0 0-144 0 0,1 0-24 0 0,-1 1-8 0 0,0 0 0 0 0,1 1-328 0 0,-1-1-72 0 0,1 2-16 0 0,-2-1 0 0 0,2 2-168 0 0,0-2 64 0 0,0 0-64 0 0,1 0 0 0 0,0 1 0 0 0,1-1 0 0 0,0-1 0 0 0,1 1 0 0 0,0-1 0 0 0,0 0 64 0 0,1-1-64 0 0,0 1 0 0 0,1 0 176 0 0,0-1 0 0 0,1 0 0 0 0,0 0 0 0 0,1 0 144 0 0,2-2 32 0 0,-1 1 8 0 0,1-1 0 0 0,-1 0-128 0 0,1-1-24 0 0,-1 0-8 0 0,1-1 0 0 0,-2 0-72 0 0,0 1-8 0 0,0 0-8 0 0,-1-1 0 0 0,-1 1-112 0 0,-2-2 88 0 0,1 2-88 0 0,-2 0 80 0 0,1-1-80 0 0,-3 0 80 0 0,1 0-80 0 0,-1-1 80 0 0,1 1-8 0 0,-2 1 0 0 0,1-1 0 0 0,-1 1 0 0 0,1 0-8 0 0,-1 1 0 0 0,-1-1 0 0 0,1 1 0 0 0,1 1-64 0 0,0 0 80 0 0,0 1-80 0 0,0 1 80 0 0,0-1-80 0 0,-1 1 96 0 0,2 0-96 0 0,-1 2 96 0 0,0 0-8 0 0,0 0 0 0 0,0 1 0 0 0,2-1 0 0 0,-2 1-88 0 0,2 0 80 0 0,0-1-80 0 0,0 1 80 0 0,1 0 0 0 0,0-1 0 0 0,1 0 0 0 0,0 0 0 0 0,1-1-8 0 0,1 1 0 0 0,-1-1 0 0 0,0-1 0 0 0,3 0 24 0 0,-2 0 8 0 0,1-2 0 0 0,0 0 0 0 0,-1 0 24 0 0,2-2 0 0 0,-1 1 0 0 0,0-2 0 0 0,0 0-24 0 0,0 0 0 0 0,-1-1 0 0 0,0 0 0 0 0,-1 1-104 0 0,0-1 72 0 0,0-1-72 0 0,-2-1 64 0 0,0 1-64 0 0,0 0 0 0 0,-2 1 72 0 0,0 0-72 0 0,0-1 0 0 0,-1 1 0 0 0,-1 0 0 0 0,1 1 0 0 0,-1 1 0 0 0,1 0 0 0 0,-2 1 0 0 0,1 0 0 0 0,-1 1 0 0 0,0 1-120 0 0,0 1 24 0 0,0 0 0 0 0,1 0 0 0 0,-1 0 8 0 0,1 2 0 0 0,0-1 0 0 0,1 0 88 0 0,0 0 0 0 0,2 1 0 0 0,-1 0 0 0 0,0 0 0 0 0,2-1 0 0 0,0 0 0 0 0,0 1 0 0 0,0 0 0 0 0,2 0 0 0 0,0 0 0 0 0,0-1 0 0 0,1 0 0 0 0,-1 0 72 0 0,2 0-72 0 0,0-1 80 0 0,0 0 16 0 0,0-1 0 0 0,0 0 0 0 0,1-1 0 0 0,1-1-16 0 0,-1 1 0 0 0,0-2 0 0 0,0 0 0 0 0,0-1-16 0 0,0 0-64 0 0,-1 0 96 0 0,1-1-32 0 0,-1 1-64 0 0,-1-1 0 0 0,0-1 0 0 0,-1 0 64 0 0,0 1-64 0 0,-2-1 0 0 0,0 1 0 0 0,-1 0 64 0 0,0 0-64 0 0,-1 1 0 0 0,0-1 0 0 0,-2 1 0 0 0,0 1 0 0 0,1 0 0 0 0,-1 1 0 0 0,-1 1 0 0 0,1 1-112 0 0,0 0 40 0 0,-1 2 8 0 0,1-1 0 0 0,-1 2 64 0 0,0 0-80 0 0,1 1 80 0 0,-1 0-80 0 0,2 1 80 0 0,1-2 0 0 0,0 0 0 0 0,1 0 0 0 0,0 1 0 0 0,1-1 0 0 0,2 0 64 0 0,0-1-64 0 0,1 1 0 0 0,0-1 0 0 0,2-1 0 0 0,0 0 64 0 0,1 0-64 0 0,0-1 0 0 0,-1 0 0 0 0,1 0 0 0 0,1-1-232 0 0,0 0-88 0 0</inkml:trace>
  <inkml:trace contextRef="#ctx0" brushRef="#br0" timeOffset="54">1013 1917 1839 3116 3172,'0'-2'160'0'0,"0"0"-160"0"0,0 1 0 0 0,0 0 0 0 0,0 0 544 0 0,0 0 80 0 0,-1 0 16 0 0,1-3 0 0 0,-1 0 288 0 0,-1-1 56 0 0,0 1 8 0 0,-1 0 8 0 0,1 2-152 0 0,-1 0-32 0 0,-1 1-8 0 0,0 1 0 0 0,0 1-216 0 0,-1 1-48 0 0,-1 0 0 0 0,1 1-8 0 0,0 0-248 0 0,-1 1-40 0 0,0 0-16 0 0,2 1 0 0 0,-1-1-24 0 0,2 2-8 0 0,1-1 0 0 0,0-1 0 0 0,2 1-64 0 0,-1 0-8 0 0,0 0-8 0 0,1-1 0 0 0,1 1 96 0 0,0-1 16 0 0,0 0 8 0 0,1-1 0 0 0,1 1 32 0 0,0-2 8 0 0,2-1 0 0 0,-1 0 0 0 0,1 0-32 0 0,0-2-8 0 0,0 1 0 0 0,1-2 0 0 0,2 0-16 0 0,-2-1-8 0 0,0 0 0 0 0,1-1 0 0 0,-3 1-104 0 0,1-1-16 0 0,-1 1-8 0 0,-1-1 0 0 0,0 0-88 0 0,-2 1 0 0 0,0 0 0 0 0,0-1 0 0 0,-1 0 0 0 0,-1 0 0 0 0,-1 1 64 0 0,1 0-64 0 0,-1-1 0 0 0,-1 1 0 0 0,-1 0 0 0 0,1 1 0 0 0,-1 0 0 0 0,1 0 0 0 0,-1 2 0 0 0,1 0 0 0 0,-1 1 0 0 0,2 1 0 0 0,-2-1 0 0 0,1 0 64 0 0,0 2-64 0 0,0 0 96 0 0,1-1-96 0 0,-1 1 96 0 0,1 1 40 0 0,1-1 16 0 0,-1-1 0 0 0,2 2 0 0 0,0-2-56 0 0,1 1 0 0 0,1-1-8 0 0,-1 0 0 0 0,2-1-88 0 0,0 0 0 0 0,0 0 0 0 0,2 0 0 0 0,-2-1-224 0 0,1-1-32 0 0,2 0 0 0 0,-1 0-8 0 0,0 0-1264 0 0,0-1-248 0 0,0 0-48 0 0,0 1-16 0 0</inkml:trace>
  <inkml:trace contextRef="#ctx0" brushRef="#br0" timeOffset="55">672 1878 1375 3216 3245,'-1'0'128'0'0,"-1"1"-128"0"0,2-1 0 0 0,-1 1 0 0 0,1 0 560 0 0,-2 0 88 0 0,-1 0 24 0 0,0 2 0 0 0,-2 0 288 0 0,0 1 64 0 0,1-1 16 0 0,1 1 0 0 0,1-2-144 0 0,1 0-24 0 0,0 0-8 0 0,1 0 0 0 0,1-1-96 0 0,1 0-32 0 0,1-1 0 0 0,0 0 0 0 0,2 0-192 0 0,-1-1-32 0 0,1 0-16 0 0,-1 0 0 0 0,-1 0-152 0 0,2-1-32 0 0,-3 1-8 0 0,2-1 0 0 0,-1 0-224 0 0,-1 0-80 0 0,1 0 0 0 0,-2-1 72 0 0,1 2-72 0 0,-1-3 0 0 0,-1 3 0 0 0,0-2 0 0 0,-1 2 0 0 0,-1-1 0 0 0,1 0 0 0 0,-2 0 64 0 0,0 0-64 0 0,-1-1 0 0 0,0 1 0 0 0,-1 1 0 0 0,0 0 80 0 0,1 0-80 0 0,-1 1 96 0 0,1 0-96 0 0,0 2 0 0 0,0-1 0 0 0,1 0 0 0 0,-1 1 0 0 0,1 0 80 0 0,0 0-80 0 0,0 0 64 0 0,1 1-64 0 0,-1 0 112 0 0,2 0-16 0 0,-2 1-8 0 0,2 0 0 0 0,0-1 64 0 0,0 1 8 0 0,1 0 8 0 0,0 0 0 0 0,1-1-8 0 0,0 1 0 0 0,2-1 0 0 0,-1-1 0 0 0,1 1 16 0 0,0-1 0 0 0,1 0 0 0 0,0-1 0 0 0,1-1-16 0 0,0 0 0 0 0,0 0 0 0 0,1 0 0 0 0,-1-1-56 0 0,-1-1-8 0 0,0 0-8 0 0,1 0 0 0 0,-1 0-24 0 0,0-2-64 0 0,-2 0 96 0 0,1 0-32 0 0,-2 1-64 0 0,1-1 0 0 0,-1 0 0 0 0,-1 0 0 0 0,-1 0 0 0 0,-1 0 0 0 0,1-1 0 0 0,-2 1 0 0 0,0 0 64 0 0,-1 0-64 0 0,0 1 64 0 0,-1 0-64 0 0,-1 1 0 0 0,1 2 0 0 0,-1 0 0 0 0,1 1 0 0 0,-1 1 0 0 0,1 0 0 0 0,0 1 0 0 0,1 1 0 0 0,0 0 0 0 0,-1 1-88 0 0,2 0 88 0 0,-1 0-64 0 0,1 1 64 0 0,2-2 0 0 0,-1 1 0 0 0,2 0 0 0 0,1-1 0 0 0,1 0 0 0 0,0-1 0 0 0,1-1 0 0 0,0 1-288 0 0,1-1-8 0 0,2-2-8 0 0,-1 0-5376 0 0,3 0-1072 0 0</inkml:trace>
  <inkml:trace contextRef="#ctx0" brushRef="#br0" timeOffset="56">239 1787 2303 3358 3476,'0'-2'200'0'0,"0"1"-200"0"0,0 1 0 0 0,-1-1 0 0 0,1 0 480 0 0,-1 1 48 0 0,0-2 16 0 0,-1 0 0 0 0,-1-1 8 0 0,-2 0 8 0 0,1 2 0 0 0,-1 0 0 0 0,0 1-176 0 0,1 1-40 0 0,0 0-8 0 0,0 2 0 0 0,2 0-16 0 0,-2 0-8 0 0,2 0 0 0 0,-1 1 0 0 0,0 0 112 0 0,1 0 24 0 0,2 1 8 0 0,-1-1 0 0 0,1 0 88 0 0,1 1 24 0 0,1 0 0 0 0,1-2 0 0 0,0 2-72 0 0,0-2-16 0 0,2 0 0 0 0,1-1 0 0 0,0 1-40 0 0,1-2-16 0 0,0 0 0 0 0,1-2 0 0 0,-1 1-144 0 0,2-1-32 0 0,-1-2-8 0 0,0 0 0 0 0,-1 1-64 0 0,0-1-16 0 0,0-2 0 0 0,-2 2 0 0 0,0-1-72 0 0,0-1-24 0 0,-3 3 0 0 0,0-2 0 0 0,0 0-64 0 0,-2-1 0 0 0,-1 2 0 0 0,0-1 0 0 0,-1 0 0 0 0,-1 0 0 0 0,-1 1 64 0 0,0 0-64 0 0,-1 0 0 0 0,0 1 0 0 0,0 0 0 0 0,0 0 0 0 0,1 1-224 0 0,-2 0 24 0 0,1 1 0 0 0,0 0 0 0 0,1 1 8 0 0,-1 0 8 0 0,1 1 0 0 0,0 0 0 0 0,-1 0 88 0 0,1 1 24 0 0,0 0 0 0 0,0 1 0 0 0,1 0 136 0 0,-1-1 32 0 0,1 1 8 0 0,1 0 0 0 0,0 1 160 0 0,0-1 32 0 0,2 0 8 0 0,0 0 0 0 0,0-1-72 0 0,0 1-8 0 0,1-1-8 0 0,1 1 0 0 0,0-2 40 0 0,1 1 0 0 0,0-1 8 0 0,0 0 0 0 0,2-1-88 0 0,0 0-16 0 0,1-2-8 0 0,1 0 0 0 0,-1 0-16 0 0,0-2 0 0 0,1 1 0 0 0,0-1 0 0 0,0-1-136 0 0,0 1 80 0 0,-1-1-80 0 0,-1-1 64 0 0,-1 0-64 0 0,-1 1 0 0 0,0-1 0 0 0,-2 0 0 0 0,0 0 0 0 0,-1 0 0 0 0,-1 0 64 0 0,-1 0-64 0 0,-1 1 0 0 0,0-1 0 0 0,-2 1 0 0 0,0 1 0 0 0,-1 1 0 0 0,0-1 0 0 0,-1 1 0 0 0,0 2 0 0 0,0 0 0 0 0,1 2 0 0 0,-1 0-96 0 0,1 2 96 0 0,0 0 0 0 0,0 1 0 0 0,1 0 0 0 0,0 0 0 0 0,2 2 0 0 0,-1-1 0 0 0,3 1 0 0 0,1-2 0 0 0,0-1 0 0 0,1 1 0 0 0,0 0 0 0 0,3-1 0 0 0,1 1-624 0 0,3-1-64 0 0</inkml:trace>
  <inkml:trace contextRef="#ctx0" brushRef="#br0" timeOffset="57">2761 2211 6447 2744 1783,'0'0'576'0'0,"0"-1"-464"0"0,0 0-112 0 0,-1 1 0 0 0,1 0 736 0 0,0 0 120 0 0,0 0 24 0 0,-2 0 8 0 0,0 0-384 0 0,1 0-80 0 0,-1 1-8 0 0,1 0-8 0 0,-2-1-408 0 0,1 1 0 0 0,2 0-72 0 0,-3-1 8 0 0,2 2 64 0 0,0-2 0 0 0,1 1 0 0 0,-1-1 64 0 0,0 0 320 0 0,1 0 64 0 0,0 0 8 0 0,0 0 8 0 0,0 0-80 0 0,0 0-8 0 0,0 1-8 0 0,1-1 0 0 0,-1 0-232 0 0,1 1-40 0 0,-1 1-16 0 0,0-1 0 0 0,0 2 120 0 0,0-1 24 0 0,1 2 8 0 0,-1 0 0 0 0,1 1 32 0 0,0-1 8 0 0,-1 2 0 0 0,2 0 0 0 0,-2-1-176 0 0,0 2-96 0 0,1 0 96 0 0,0 1-96 0 0,0-1 0 0 0,-1 1 0 0 0,2-1 0 0 0,-2 2 0 0 0,1 0 0 0 0,0 0 0 0 0,0 0 0 0 0,0 1 0 0 0,-1-1 64 0 0,2 2-64 0 0,0-1 0 0 0,-1 1 0 0 0,0 0 144 0 0,-1-1-24 0 0,1 0-8 0 0,0 0 0 0 0,0-2 72 0 0,-1 2 8 0 0,0 1 8 0 0,0-3 0 0 0,0 0-80 0 0,0 0-24 0 0,0 0 0 0 0,0 1 0 0 0,0-2-96 0 0,0 2 0 0 0,0-1 0 0 0,0-2 0 0 0,0 1 0 0 0,0-2 0 0 0,0 0 0 0 0,1 1 0 0 0,-1 1 0 0 0,0 0 0 0 0,0 0 0 0 0,0-1 0 0 0,0 0 72 0 0,-1 1-72 0 0,1-1 64 0 0,-1 0-64 0 0,0-1 128 0 0,0 1-24 0 0,0 1 0 0 0,0-1 0 0 0,1-1 24 0 0,0-1 0 0 0,-1 0 0 0 0,0-1 0 0 0,1 1 16 0 0,1 0 8 0 0,0-2 0 0 0,-1 1 0 0 0,1 0-56 0 0,-1-1 0 0 0,1 0-8 0 0,-1-1 0 0 0,1 1-88 0 0,0 0 64 0 0,0-2-64 0 0,-1 2 64 0 0,0-1-64 0 0,0 0 80 0 0,0-1-80 0 0,0 1 80 0 0,1 1-16 0 0,-1-1-64 0 0,0 0 96 0 0,0-1-32 0 0,0 1-64 0 0,0 0 0 0 0,0 0 72 14-25,0 0-72-14 25,1-1 0 0 0,-1 1 0 0 0,0 0 0 12-25,1 0 64 1 0,0 0-64-13 25,-1 0 0 0 0,0 0 0 0 0,0 1 0 0 0,0-1 0 12-25,0 1 0-12 25,0 0 0 0 0,-1-1 0 0 0,0 2 0 0 0,1-3 0 13-25,-1 1 0-13 25,1 1 0 0 0,-1-1 64 0 0,1-1 8 0 0,0 1 0 0 0,0-1 0 0 0,0 0-72 0 0,0 0 80 0 0,0 0-80 0 0,0 0 80 0 0,0 0-80 0 0,0-1 0 0 0,0 1 0 0 0,1-1 0 0 0,-1 1 0 11-25,0 0 0-11 25,0 0 64 0 0,0 0-64 0 0,3-7 0 0 0,-2 6 0 0 0,0-1 0 0 0,-1 1 0 0 0,0 0 0 0 0,1 1 0 0 0,-1-1 0 0 0,0 0 0 0 0,1 0 0 0 0,-1 1 0 0 0,0 0 0 0 0,0 0 0 0 0,0-1 0 0 0,1 1 0 0 0,-1-1 0 0 0,0 1 0 0 0,0-1 0 0 0,1 0 0 0 0,-1 0 0 0 0,0-1 0 0 0,0 1 0 0 0,0 0 0 0 0,0 0 0 0 0,0-1 0 0 0,0 1 0 0 0,0 0 0 0 0,0 0 0 0 0,0-2 0 0 0,1 3 0 0 0,-1-1 0 0 0,0 0 0 0 0,0 1 0 0 0,1-2 0 0 0,-1 2 0 0 0,0-1 0 0 0,0 0 0 0 0,-1 0 0 0 0,1 0 0 0 0,0 1 0 0 0,-1-1 0 0 0,1-1 0 0 0,0 1 0 0 0,-1 0 0 0 0,0 0 0 0 0,0 0 0 0 0,0 0 0 0 0,0 0 0 0 0,0 0 0 0 0,-1 0 0 0 0,2 0 0 0 0,-1 0 0 0 0,0 1 0 0 0,1-2 0 0 0,-2 1 0 0 0,2 0 0 0 0,-1 1 0 0 0,1-1 0 0 0,-1 1 0 0 0,0 0 0 0 0,1-1 0 0 0,-2 1 0 0 0,1 0 0 0 0,0 0 0 0 0,1 0 0 0 0,-1 0 0 0 0,0 0 0 0 0,0 0 0 0 0,0 0 0 0 0,1 0 0 0 0,-2 0 0 0 0,1 0 0 0 0,-1 1 0 0 0,2-1-72 0 0,-2 0 72 0 0,0 0 0 0 0,0 1 0 0 0,0 0-72 0 0,1 0 72 0 0,-1 0 0 0 0,0 0-72 0 0,0-1 72 0 0,-1 2-96 0 0,1 0 96 0 0,-1 0-96 0 0,1 0 96 0 0,0 0 0 0 0,1 1-72 0 0,0-1 72 0 0,-1 0 0 0 0,2 0 0 0 0,-1 0 0 0 0,1 1 0 0 0,0-1-64 0 0,0 1 64 0 0,0 0 0 0 0,1 0 0 0 0,-1 0 0 0 0,0 1 0 0 0,2-2 0 0 0,-2 2 0 0 0,1-1 0 0 0,-1 1 0 0 0,1 0 0 0 0,0-1 0 0 0,1 0 0 0 0,-2 0 0 0 0,2 2 0 0 0,0-1 0 0 0,-1-1 0 0 0,2 0 0 0 0,-1 0 0 0 0,0 1 0 0 0,1-2 0 0 0,0 0 0 0 0,0 2 0 0 0,0-3 0 0 0,1 3 96 0 0,-1-2 0 0 0,1 0 0 0 0,-1-2 0 0 0,1 2-24 0 0,0-1 0 0 0,-1 0 0 0 0,0-1 0 0 0,1 1-72 0 0,-1-1 64 0 0,0-1-64 0 0,-1 1 64 0 0,0 0-64 0 0,0 0 0 0 0,1 0 0 0 0,-2-1 64 0 0,0-2-64 0 0,1 3 0 0 0,-1-2 0 0 0,0 0 64 0 0,-1 1-64 0 0,1-1 0 0 0,-1 0 0 0 0,0-1 64 0 0,0 0-64 0 0,0 1 0 11-25,-1-1 72-11 25,1-1-72 0 0,-1 1 0 0 0,1-2 0 0 0,-1 2 0 0 0,0-1 64 0 0,0 0-64 0 0,0 1 0 0 0,0 1 0 0 0,0-2 0 0 0,0 1 0 0 0,-1 0 0 0 0,1 1 0 0 0,-1-1 0 0 0,0 1 0 0 0,0-1 0 0 0,-1 1-72 0 0,1-1 72 0 0,-1 1 0 0 0,0 0 0 0 0,1 1 0 0 0,-2-1 0 11-25,1 0-80-11 25,0 1 80 0 0,-1-1 0 0 0,1 1-72 0 0,0 1 72 0 0,0 0-104 0 0,-2 0 40 0 0,2 0 64 0 0,0 1-96 0 0,0-1 96 0 0,-1 2-96 0 0,2-2 96 0 0,-1 1-96 0 0,1 0 96 0 0,0 1-96 0 0,0 0 96 0 0,0-1-96 0 0,0 1 96 0 0,0 0-80 0 0,-1 1 80 0 0,2 0 0 0 0,0 0-72 0 0,0 1 72 0 0,0 0 0 0 0,1 0 0 0 0,0 0 0 0 0,0 1 0 0 0,0-1 0 0 0,0 1 0 0 0,0-1 0 0 0,2 0 0 0 0,0-1 0 0 0,0 1 0 0 0,0-1 0 0 0,0-1 0 0 0,2 1 0 0 0,-2-1 0 0 0,1 1 0 0 0,1-2 0 0 0,-1 1 0 0 0,0 0 0 0 0,2-1 96 0 0,-1 1-32 0 0,0-2 0 0 0,1 0 0 0 0,-2 0 0 0 0,2 0 0 0 0,-2-1 0 0 0,1 1-64 0 0,0-2 0 0 0,-1 2 64 0 0,0-2-64 0 0,0 0 64 0 0,0 0-64 0 0,-1 0 64 0 0,-1 1-64 0 0,0-2 0 0 0,0 1 72 0 0,-2-1-72 0 0,1 0 0 0 0,-2 1 64 0 0,2-1-64 0 0,-2 1 0 0 0,-1-1 0 0 0,1-1 0 0 0,-1 0 0 0 0,-1 1 0 0 0,0 0 0 0 0,1-1 0 0 0,0 0 0 0 0,-1 2-96 0 0,1 0 24 0 0,1 0-8 0 0,-1 0 0 0 0,1 0 0 0 0,-1 1 0 0 0,1 0 16 0 0,1 1 0 0 0,-1 0 0 0 0,1 0 0 0 0,-1 1 64 0 0,0-1-80 0 0,1 2 80 0 0,0-1-80 0 0,0 2 80 0 0,-1-1 0 0 0,1 1 0 0 0,0-1-64 0 0,0 2 64 0 0,0 0 0 0 0,0 1 0 0 0,1 0 0 0 0,-1-1 0 0 0,1 0 0 0 0,0 0 0 0 0,1 0 64 0 0,0-1-64 0 0,1 1 0 0 0,-1-2 0 0 0,0 1 64 0 0,2-1-64 0 0,-1 0 0 0 0,1-2 0 0 0,-1 2 64 0 0,2 0 0 0 0,0-1 0 0 0,1 0 0 0 0,-1-1 0 0 0,0 1-64 0 0,1-2 88 0 0,-1 1-88 0 0,0-2 96 0 0,0 1-96 0 0,0 0 0 0 0,0-1 0 0 0,-1 2 0 0 0,-1-3 0 0 0,1 1 0 0 0,-2 0 64 0 0,1 0-64 0 0,0-1 0 0 0,-1 0 0 0 0,0 1 0 0 0,-1-3 0 0 0,1 1 0 0 0,-1 0 0 0 0,-1 0 0 0 0,0 0 0 0 0,1-1 0 0 0,-2 0 0 0 0,0 0 0 0 0,0 0 64 0 0,-1 0-64 0 0,2 1 0 0 0,-3 0 0 0 0,3 0 0 0 0,-1 2 0 0 0,0-2 0 0 0,-1 2 0 0 0,1-1 0 0 0,0 2 0 0 0,0 0 0 0 0,0 0 0 0 0,-1 1 0 0 0,2 0 0 0 0,-2 1 0 0 0,1-1 72 0 0,-1 2-72 0 0,0 0 0 0 0,1 0 0 0 0,-1 0 0 0 0,0 1-64 0 0,-1 0-200 0 0,2 0-40 0 0,0-1-8 0 0,1 0-8608 0 0</inkml:trace>
  <inkml:trace contextRef="#ctx0" brushRef="#br0" timeOffset="58">2961 2659 919 2719 1369,'-1'0'80'0'0,"1"0"-80"0"0,0 0 0 0 0,0 0 0 0 0,0 0 392 0 0,0 0 64 0 0,0 0 16 0 0,1 0 0 0 0,-1 0 240 0 0,1 0 56 0 0,0 0 0 0 0,-1 0 8 0 0,0 0 136 0 0,0 0 24 0 0,0 0 8 0 0,9 0 0 0 0,-7 0-152 0 0,1 0-32 0 0,0 1-8 0 0,0-1 0 0 0,0-1-184 0 0,0 1-40 0 0,1 0-8 0 0,0-1 0 0 0,0 0-136 0 0,-1 1-24 0 0,0 0-8 0 0,1 0 0 0 0,0-1-64 0 0,0 0-8 0 0,-2 1-8 0 0,2 0 0 0 0,-1 0-64 0 0,-1-1-16 0 0,0 1 0 0 0,0-1 0 0 0,1 1-192 0 0,-1 0 0 0 0,-1 0 0 0 0,0-1 0 0 0,0 1 0 0 0,0-1 0 0 0,-1 1 0 0 0,0 0 0 0 0,0 0 0 0 0,0 0 0 0 0,-1 0 0 0 0,1 0 0 0 0,0 0-128 0 0,0 0 32 0 0,0 0 0 0 0,0 0 8 0 0,0 0-296 0 0,0 0-56 0 0,-8-5-8 0 0,7 5-8 0 0,-1 0-96 0 0,-1 0-24 0 0,0 0 0 0 0,-1 0 0 0 0,2 0 160 0 0,-2 0 24 0 0,0 0 8 0 0,0 1 0 0 0,1-1 208 0 0,-1 2 48 0 0,0-1 0 0 0,0 0 8 0 0,1 0 24 0 0,0 0 0 0 0,0 0 0 0 0,-1 0 0 0 0,1 1-48 0 0,0 0-8 0 0,0-1 0 0 0,1 2 0 0 0,-1-2 80 0 0,0 2 72 0 0,0-1-104 0 0,1 0 40 0 0,-1 0 200 0 0,1 1 48 0 0,0 0 8 0 0,-1-1 0 0 0,1 1 224 0 0,0-1 56 0 0,0 1 8 0 0,1 1 0 0 0,-1-1-88 0 0,0 0-8 0 0,1 0-8 0 0,0 0 0 0 0,-1 0-104 0 0,1 0-16 0 0,1-1-8 0 0,0 0 0 0 0,0 0-40 0 0,0-1-8 0 0,1 0 0 0 0,-1 0 0 0 0,2 0 0 0 0,-1 0 0 0 0,1 0 0 0 0,-1-1 0 0 0,1 1-8 0 0,-1-1 0 0 0,0 1 0 0 0,1-1 0 0 0,-1 0-8 0 0,1 1-8 0 0,1-1 0 0 0,-2 0 0 0 0,0 0 16 0 0,1 1 0 0 0,1 0 0 0 0,-1-1 0 0 0,1 1-48 0 0,0 0-8 0 0,0 0 0 0 0,0 0 0 0 0,0 0-64 0 0,0 0-8 0 0,0 1-64 0 0,0-2 96 0 0,-1 2-96 0 0,0 1 0 0 0,0-2 0 0 0,0 2 0 0 0,0-1 0 0 0,-1 0 0 0 0,1 0 0 0 0,-1 1 0 0 0,0-1 0 0 0,-1 0 0 0 0,1 1 0 0 0,0-1 0 0 0,0 0 0 0 0,-1 0 0 0 0,0 1 0 0 0,0-2 72 0 0,0 2 0 0 0,-1-1 0 0 0,0 1 0 0 0,0-2 0 0 0,0 2-8 0 0,0-2 0 0 0,-1 2 0 0 0,0-1 0 0 0,0 1-64 0 0,-1 0 64 0 0,-1-1-64 0 0,1 2 64 0 0,0-1 16 0 0,-1 1 0 0 0,1-1 0 0 0,0 0 0 0 0,-1-1 0 0 0,0 0 0 0 0,1 2 0 0 0,0-2 0 0 0,0 1-80 0 0,0-1 0 0 0,0 0 0 0 0,0-1 64 0 0,2 0-64 0 0,-1 0 0 0 0,0 0 0 0 0,2-1 0 0 0,-1-1-240 0 0,1 1-16 0 0,0-1 0 0 0,1-1 0 0 0,0 1-584 0 0,0-2-120 0 0,1 1-32 0 0,0-1-3864 0 0,1-1-776 0 0</inkml:trace>
  <inkml:trace contextRef="#ctx0" brushRef="#br0" timeOffset="59">3110 2683 9215 2630 1273,'-2'1'408'0'0,"0"0"80"0"0,1-1-392 0 0,1 0-96 0 0,0 1 0 0 0,0 0 0 0 0,0 0-112 0 0,0 1-48 0 0,0 1 0 0 0,0 1-8 0 0,0 1-8 0 0,-1 1 0 0 0,1 1 0 0 0,-1 0 0 0 0,1 0 976 0 0,0 0 200 0 0,-1-2 40 0 0,2 1 8 0 0,0-1 200 0 0,0 1 32 0 0,0-2 16 0 0,2-1 0 0 0,-1 0-624 0 0,1-1-120 0 0,2 0-24 0 0,-1 0-8 0 0,0-2-328 0 0,1 0-64 0 0,0-1-8 0 0,-1-1-8 0 0,1 1 24 0 0,-1-2 8 0 0,1 1 0 0 0,-1-1 0 0 0,-1-1 32 0 0,1 0 8 0 0,0-1 0 0 0,-1 1 0 0 0,0 0-64 0 0,-1-1-16 0 0,0 0 0 0 0,-2 0 0 0 0,1 1-32 0 0,-2-1-8 0 0,0 1 0 0 0,-2 0 0 0 0,1 0-64 0 0,-2 1 0 0 0,-2-1 0 0 0,-1 0 0 0 0,0 0 0 0 0,-1 2-88 0 0,-1-1 8 0 0,-1 3 0 0 0,-1-1-256 0 0,2 0-48 0 0,-1 1-16 0 0,0 0 0 0 0,1 0-120 0 0,1 0-24 0 0,0-1-8 0 0,3 0-4680 0 0,-1 0-936 0 0</inkml:trace>
  <inkml:trace contextRef="#ctx0" brushRef="#br0" timeOffset="60">2752 2771 2303 2869 1262,'-1'0'200'0'0,"1"-1"-200"0"0,0 0 0 0 0,0 1 0 0 0,0 0 728 0 0,0-1 104 0 0,-1 0 16 0 0,1 1 8 0 0,0-2 8 0 0,-1 0 8 0 0,1 1 0 0 0,-2 0 0 0 0,2 1 104 0 0,0-1 16 0 0,0 1 8 0 0,-2 0 0 0 0,2-1-136 0 0,-1 1-32 0 0,1 0-8 0 0,0 0 0 0 0,0 0-192 0 0,0 1-40 0 0,1 0-8 0 0,-1 0 0 0 0,1 1-360 0 0,0 1-64 0 0,-1 1-24 0 0,2 1 0 0 0,-1 1-48 0 0,1 0-16 0 0,-2 2 0 0 0,1 0 0 0 0,0 2 16 0 0,0 2 0 0 0,-1 1 0 0 0,0 0 0 0 0,0 0 16 0 0,-1 0 8 0 0,1 1 0 0 0,-1 0 0 0 0,0-1 56 0 0,1 0 16 0 0,-2 0 0 0 0,1 0 0 0 0,-1-1 8 0 0,2 0 8 0 0,0 2 0 0 0,0 0 0 0 0,0 0-48 0 0,0-2-16 0 0,0 1 0 0 0,0-1 0 0 0,0-1-56 0 0,0 0-16 0 0,0-1 0 0 0,0-1 0 0 0,0 1 0 0 0,0-1 0 0 0,2 1 0 0 0,-1-2 0 0 0,-1-1-64 0 0,2 1 80 0 0,-2 0-80 0 0,0 0 80 0 0,1-3-80 0 0,1 1 0 0 0,-2 0 72 0 0,1-2-72 0 0,-1 1 0 0 0,1-1 64 0 0,-1-1-64 0 0,1 0 0 0 0,0-1 0 0 0,0-1 0 0 0,-1 1 0 0 0,0-1 64 0 0,0 0-64 0 0,0-1 0 0 0,0 0 0 0 0,0 0 64 0 0,0 0-64 0 0,0 0 0 0 0,0 0 0 0 0,0-1 0 0 0,0 1 0 0 0,0 0 64 0 0,0 0-64 0 0,0 0 0 0 0,0 0 0 0 0,-5-5 0 0 0,4 3 0 8-25,0 1 64-8 25,0-1-64 10-29,-1-1 0-3 4,-1 0 0-7 25,2 1 0 8-28,-2-2-80-8 28,0-1 80 0 0,1 0-96 0 0,-3-1 96 0 0,1 2-136 0 0,2-2 24 0 0,-1 3 8 0 0,1-1 0 9-26,-1-1 8-9 26,-1-2 0 0 0,-2 1 0 0 0,2-2 0 0 0,-3 0 96 0 0,1 0-72 0 0,0 2 72 0 0,0-1-64 0 0,0 2 64 0 0,-1-1 0 0 0,1-1 0 0 0,-1 2 0 0 0,1-1 0 0 0,1 0 0 0 0,-1 0 0 0 0,1 0 0 0 0,0 1 0 0 0,1-1 0 0 0,0 2 0 0 0,-1 0 0 0 0,1 0-80 0 0,1 0 80 0 0,0 2-96 0 0,0-1 96 0 0,0 0-104 0 0,0 1 32 0 0,0 0 8 0 0,1 1 0 0 0,-1 0 64 0 0,2 0-96 0 0,-1 0 96 0 0,0 0-96 0 0,1 1 96 0 0,0 0 0 0 0,0-1 0 0 0,-1 1-64 0 0,2-2 64 0 0,-1 2 0 0 0,1-1 0 0 0,-1 1 0 0 0,1 0 0 0 0,0-1 0 0 0,0 0 0 0 0,0 0 0 0 0,1 0 0 0 0,0 1 0 0 0,-1-1 0 0 0,1 0 0 0 0,1 0 0 0 0,0 0 0 0 0,0 0 0 0 0,1 1 0 0 0,0 0 0 0 0,0 0 0 0 0,0 0-64 0 0,2 0 64 0 0,0 0 0 0 0,0-1 0 0 0,1 1 0 0 0,1 0 64 0 0,0 0-64 0 0,1 0 0 0 0,-1 0 0 0 0,1 1 0 0 0,0-1 0 0 0,1 0 0 0 0,1-1 0 0 0,1 1 0 0 0,2-1 112 0 0,-4 0 16 0 0,0 0 0 0 0,2 1 0 0 0,2-1-128 0 0,1-1 0 0 0,0 1 0 0 0,-1 0 0 0 0,-1 0 96 0 0,-1 0-32 0 0,-1 1-64 0 0,-2-1 96 0 0,-1 1-96 0 0,-1 1 0 0 0,2 0 0 0 0,-1 1 0 0 0,0-2 0 0 0,-2 1 0 0 0,1 1 64 0 0,-1-1-64 0 0,0 0 64 0 0,0 0-64 0 0,1 1 88 0 0,-2-2-88 0 0,-1 1 88 0 0,0 0-88 0 0,-1 0 80 0 0,0-1-80 0 0,0 1 0 0 0,-2 0 64 0 0,0-1-64 0 0,0 0 0 0 0,0 0 0 0 0,0 0 64 0 0,0 0-64 0 0,0 0 0 0 0,0 0 104 0 0,0 0-24 0 0,0 1-8 0 0,0-1 0 0 0,0 0-72 0 0,0 0 0 0 0,0 0 72 0 0,0 0-72 0 0,0 0 0 0 0,0 0 0 0 0,0 0 0 0 0,0 0 0 0 0,0 0 0 0 0,0 0 0 0 0,0 0 0 0 0,0 0 0 0 0,-7 3 0 0 0,5-1 0 0 0,0 0 0 0 0,-1 0 0 0 0,0 0 0 0 0,1 1 0 0 0,-1-1 0 0 0,0 1-64 0 0,-1-1 64 0 0,1 1 0 0 0,0-2 0 0 0,0 3 0 0 0,-1-1 0 0 0,1-1 0 0 0,-1 2 0 0 0,0 0 0 0 0,0 0 0 0 0,0 1 0 0 0,-1 1 0 0 0,0 0 0 0 0,0 0 0 0 0,1 1 0 0 0,-1 1 0 0 0,0 0 0 0 0,0 0 0 0 0,-1 0 0 0 0,1 1 0 0 0,-1-1 0 0 0,0 0 0 0 0,1 1 0 0 0,-1-1 0 0 0,-1 1 0 0 0,0 0 0 0 0,0 1 0 0 0,1-1 0 0 0,-1-2 64 0 0,1 1-64 0 0,1-1 64 0 0,-1 0-64 0 0,0-1 64 0 0,2 0-64 0 0,-1-1 64 0 0,2 0-64 0 0,-2-2 64 0 0,2 0-64 0 0,2 0 64 0 0,-2-1-64 0 0,1 0 64 0 0,1-1-64 0 0,0 0 0 0 0,-1-1 64 0 0,2 1-64 0 0,-1-1 0 0 0,1 0 0 0 0,0 0 0 0 0,0-1 0 0 0,1 1-96 0 0,1-1-32 0 0,-1 0-8 0 0,1-2-6208 0 0,1-1-1240 0 0</inkml:trace>
  <inkml:trace contextRef="#ctx0" brushRef="#br0" timeOffset="61">3020 3066 8287 2708 1105,'-1'-1'736'0'0,"1"0"-584"0"0,0 1-152 0 0,0 0 0 0 0,0-1 584 0 0,0 1 88 0 0,0 0 24 0 0,-1-2 0 0 0,0 1 80 0 0,0-1 24 0 0,1 2 0 0 0,-1-1 0 0 0,0 0-128 0 0,0 1-32 0 0,0 0 0 0 0,0 0 0 0 0,1 0-104 0 0,-1 0-24 0 0,1 0-8 0 0,0 0 0 0 0,0 0-128 0 0,0 0-24 0 0,0 0-8 0 0,0 1 0 0 0,0 0-168 0 0,1-1-32 0 0,-1 2-8 0 0,0 1 0 0 0,1-1-72 0 0,-1 1-64 0 0,2 0 96 0 0,-2 2-96 0 0,1-1 128 0 0,0 1-24 0 0,-1 1-8 0 0,2 0 0 0 0,-1 1-16 0 0,0-1-8 0 0,-1-2 0 0 0,1 2 0 0 0,-1 2 8 0 0,2 1 0 0 0,-1 3 0 0 0,0-1 0 0 0,-1 0-80 0 0,1 1 96 0 0,-1-1-96 0 0,1-1 96 0 0,-1 2-96 0 0,0-3 96 0 0,0-1-96 0 0,-1 1 96 0 0,1 0-32 0 0,0 0 0 0 0,0-1 0 0 0,0-1 0 0 0,0-1-64 0 0,0-1 0 0 0,1-1 0 0 0,0 0 0 0 0,-1-2 0 0 0,1 0 0 0 0,-1-1-96 0 0,1-1 96 0 0,-1 0-656 0 0,0-2-72 0 0,0 0-8 0 0,0-2-7856 0 0</inkml:trace>
  <inkml:trace contextRef="#ctx0" brushRef="#br0" timeOffset="62">2994 3113 1839 2762 962,'-2'-5'80'0'0,"2"0"16"0"0,0 1-96 0 0,0 1 0 0 0,0 0 0 0 0,1 2 0 0 0,0-2 560 0 0,1-1 88 0 0,-1-3 24 0 0,2-1 0 0 0,0-1 272 0 0,0 1 56 0 0,1 1 16 0 0,-1 1 0 0 0,0-1 232 0 0,1 2 56 0 0,-1 1 8 0 0,0 0 0 0 0,1 0-128 0 0,0 1-32 0 0,0 0 0 0 0,0 0 0 0 0,1-1-512 0 0,-2 3-96 0 0,3-1-32 0 0,-3 1 0 0 0,1 0-392 0 0,-1 2-120 0 0,0 0 0 0 0,0 2 64 0 0,-1 0-160 0 0,1 0-32 0 0,-3 3-8 0 0,1-1 0 0 0,-1 3-8 0 0,0 0 0 0 0,0 0 0 0 0,-1-1 0 0 0,0 2 144 0 0,-1-2 112 0 0,0 2-16 0 0,0-2-8 0 0,0 0 8 0 0,0 0 0 0 0,-1 0 0 0 0,1-1 0 0 0,-1-1-96 0 0,1 2 0 0 0,-1-2 0 0 0,-1 2 64 0 0,0-1-64 0 0,0-1 0 0 0,0 0 0 0 0,1 1 0 0 0,-1-1 0 0 0,0-1 64 0 0,2 0-64 0 0,-2-1 0 0 0,2 0 64 0 0,0 0-64 0 0,0-1 64 0 0,0 0-64 0 0,1-1 0 0 0,1 0 0 0 0,-1-1 0 0 0,1 0 0 0 0,0 0-160 0 0,0 0-80 0 0,1 0-16 0 0,-1-1-5096 0 0,3-1-1024 0 0</inkml:trace>
  <inkml:trace contextRef="#ctx0" brushRef="#br0" timeOffset="63">3120 3177 11975 2818 912,'-1'-1'528'0'0,"1"0"112"0"0,-1 0-512 0 0,0 1-128 0 0,1 0 0 0 0,0 0 0 0 0,2 0 456 0 0,-2 0 64 0 0,0 0 16 0 0,0-2 0 0 0,0 2 40 0 0,0 0 0 0 0,0 0 8 0 0,0 0 0 0 0,0 0-240 0 0,-3 8-56 0 0,2-4 0 0 0,0 1-8 0 0,1 0-192 0 0,0 1-88 0 0,0 1 80 0 0,0-1-80 0 0,-1 2 0 0 0,0 0 0 0 0,0 0 0 0 0,0-1 0 0 0,1 1 0 0 0,0-1 0 0 0,0-1 0 0 0,-1 2 0 0 0,1-3 96 0 0,0 1 16 0 0,0-1 8 0 0,0-1 0 0 0,1-1 40 0 0,-1 0 0 0 0,1-1 8 0 0,0 0 0 0 0,1-1-96 0 0,-2 0-72 0 0,2 0 96 0 0,1-1-96 0 0,-1 0 136 0 0,1-1-24 0 0,0 0-8 0 0,1 0 0 0 0,0 0 40 0 0,0-1 8 0 0,1 1 0 0 0,-1-1 0 0 0,0 0 16 0 0,1 1 8 0 0,0-1 0 0 0,-1 0 0 0 0,0 1-8 0 0,-1 0 0 0 0,0-1 0 0 0,1 2 0 0 0,-1 0-56 0 0,-1 0-16 0 0,1 0 0 0 0,-1-1 0 0 0,-1 1-96 0 0,1 0 0 0 0,-1 1 64 0 0,0-1-64 0 0,-1 0 0 0 0,0 0 0 0 0,0 0 0 0 0,1 0 0 0 0,-1 0 0 0 0,0 0 0 0 0,0 0 0 0 0,-1 0 0 0 0,1 0 0 0 0,0 0-80 0 0,0 0 16 0 0,0 0 0 0 0,0 0-616 0 0,0 0-120 0 0,0 0-32 0 0,4-8-7512 0 0</inkml:trace>
  <inkml:trace contextRef="#ctx0" brushRef="#br0" timeOffset="64">3247 3219 4143 2691 891,'0'0'368'0'0,"0"0"-296"0"0,0 0-72 0 0,0 0 0 0 0,0 0 152 0 0,0 0 8 0 0,1-1 8 0 0,-1 0 0 0 0,2 1 168 0 0,-1 0 32 0 0,0 0 8 0 0,-1 0 0 0 0,0 0 384 0 0,0 0 72 0 0,7-2 24 0 0,-5 2 0 0 0,0 0 8 0 0,0 0 0 0 0,0 0 0 0 0,1 0 0 0 0,-2 0-224 0 0,2 0-48 0 0,-1 0-8 0 0,1 0 0 0 0,-1 0-56 0 0,1 0-16 0 0,1-1 0 0 0,-1 1 0 0 0,1-1-96 0 0,-1 1-32 0 0,2-2 0 0 0,0 0 0 0 0,-1 2-176 0 0,0-2-40 0 0,-1 0-8 0 0,0 1 0 0 0,0-1-160 0 0,-1 1 72 0 0,0 0-72 0 0,0 1 0 0 0,-1-2 0 0 0,1 2 0 0 0,-2 0 0 0 0,0 0 0 0 0,0 0 0 0 0,0 0 0 0 0,0 0 0 0 0,-2 0 0 0 0,1 0 0 0 0,0 0 0 0 0,1 0 0 0 0,0 0 0 0 0,0 0 0 0 0,-9 1 0 0 0,6 0-120 0 0,0-1 40 0 0,0 0-328 0 0,0 0-64 0 0,0 0-8 0 0,0 0-8 0 0,-1 1-120 0 0,1 0-16 0 0,0 0-8 0 0,0 0 0 0 0,1-1 136 0 0,-1 1 24 0 0,1 0 8 0 0,-2 0 0 0 0,2 1 296 0 0,0-2 56 0 0,0 1 16 0 0,-1 0 0 0 0,1 1 96 0 0,0-2 0 0 0,0 2 0 0 0,0-1 0 0 0,0 0 0 0 0,-1 2 104 0 0,2-2-32 0 0,-1 0-8 0 0,0 1 16 0 0,0 0 0 0 0,0-1 0 0 0,1 0 0 0 0,0 1-8 0 0,1-2 0 0 0,-1 2 0 0 0,0-1 0 0 0,0 0 32 0 0,0 1 8 0 0,1 0 0 0 0,-1 0 0 0 0,-1 0 96 0 0,1 0 16 0 0,0 1 8 0 0,0-2 0 0 0,0 2 72 0 0,0 0 16 0 0,-1-1 0 0 0,2 1 0 0 0,0-2-64 0 0,0 1 0 0 0,0-1-8 0 0,0 0 0 0 0,0-1-128 0 0,0 1-24 0 0,2-1-8 0 0,-1 0 0 0 0,1 0-16 0 0,0-1 0 0 0,0 1 0 0 0,0-1 0 0 0,1 0 88 0 0,0-1 24 0 0,0 2 0 0 0,0-1 0 0 0,1 0 16 0 0,0-1 8 0 0,0 2 0 0 0,-1-1 0 0 0,1 0 48 0 0,-1 0 0 0 0,0 1 8 0 0,1 0 0 0 0,-2 0-104 0 0,1 0-32 0 0,0 0 0 0 0,-1 1 0 0 0,1 0-128 0 0,-1 0 80 0 0,1 0-80 0 0,-2 0 64 0 0,2 0-64 0 0,-1 0 0 0 0,-1 0 0 0 0,0 0 64 0 0,1 1-64 0 0,-2-2 0 0 0,2 1 72 0 0,-1 1-72 0 0,0-1 0 0 0,0 0 72 0 0,0 0-72 0 0,0 1 0 0 0,-1-1 64 0 0,2 2-64 0 0,-1-1 0 0 0,-1 1 0 0 0,0 0 64 0 0,0 0-64 0 0,0 1 0 0 0,-1-1 0 0 0,1 2 88 0 0,-2-1-88 0 0,1-1 80 0 0,-1 0-80 0 0,0 0 88 0 0,0 1-88 0 0,1-2 96 0 0,-2 1-96 0 0,0 1 0 0 0,1 0 0 0 0,-2-2 0 0 0,1 1 0 0 0,0 0 0 0 0,-1 0 0 0 0,-1-1 0 0 0,1 1 0 0 0,0-1 0 0 0,0 1 0 0 0,-1-2 0 0 0,2 2 0 0 0,0-2 0 0 0,-1 0 64 0 0,2 0-64 0 0,-1 0 0 0 0,1-1 96 0 0,-1 0-32 0 0,2 0 0 0 0,0 0-64 0 0,-1 0 0 0 0,1-1 0 0 0,1 1 0 0 0,-1 0 0 0 0,0 0 0 0 0,0-1 0 0 0,0 1 0 0 0,1 0-96 0 0,0-1-104 0 0,0 1-24 0 0,0-1 0 0 0,0 1 0 0 0,1-1-424 0 0,1-1-88 0 0,-1 1-24 0 0,1-2-7160 0 0</inkml:trace>
  <inkml:trace contextRef="#ctx0" brushRef="#br0" timeOffset="65">3374 3231 11055 2615 840,'-5'5'488'0'0,"2"-2"104"0"0,1 1-472 0 0,0-3-120 0 0,1 1 0 0 0,1-1 0 0 0,-1 1 240 0 0,0 1 24 0 0,0 2 8 0 0,-2 1 0 0 0,2 1 0 0 0,-1 0 0 0 0,2 0 0 0 0,0-1 0 0 0,0 0 168 0 0,0-1 32 0 0,2-1 8 0 0,0 0 0 0 0,0-1 168 0 0,1 0 40 0 0,0-2 8 0 0,1 0 0 0 0,0 0-264 0 0,-1-1-48 0 0,1 0-16 0 0,0 0 0 0 0,1-1-88 0 0,0 0-24 0 0,0-2 0 0 0,0 2 0 0 0,0-2-72 0 0,-1 1-24 0 0,0-2 0 0 0,0 2 0 0 0,-1-1-32 0 0,0 1-16 0 0,0-1 0 0 0,-1 0 0 0 0,-1 1-112 0 0,1 0-64 0 0,-2-1 64 0 0,1 1-104 0 0,-1-1 104 0 0,0 0 0 0 0,-1-1 0 0 0,0 1 0 0 0,0-2 0 0 0,0 1 64 0 0,0 1-64 0 0,0-1 80 0 0,-1-1-16 0 0,-1 1-64 0 0,0-1 96 0 0,1 1-32 0 0,-1 0-64 0 0,0 2 0 0 0,0 0 0 0 0,0 0 0 0 0,-1 0 0 0 0,2 1 0 0 0,-2 1-80 0 0,-1-1 80 0 0,1 1 0 0 0,-1 1 0 0 0,0-1 0 0 0,0 1 0 0 0,0-1-96 0 0,1 2-56 0 0,-1-1-8 0 0,2 0 0 0 0,1-1-480 0 0,0 0-104 0 0,1 0-24 0 0,1 0-7360 0 0</inkml:trace>
  <inkml:trace contextRef="#ctx0" brushRef="#br0" timeOffset="66">2275 2613 1839 2715 1769,'1'-1'160'0'0,"-1"1"-160"0"0,0 0 0 0 0,0-1 0 0 0,0 0 416 0 0,-1 1 56 0 0,1-1 8 0 0,0-1 0 0 0,0 0 400 0 0,-1 0 80 0 0,0 0 24 0 0,0 1 0 0 0,0 0-16 0 0,1 1 0 0 0,-1-1 0 0 0,0 0 0 0 0,0 1-192 0 0,0 0-40 0 0,0-1 0 0 0,1 1-8 0 0,0 1-288 0 0,0 0-56 0 0,0 0-16 0 0,0-1 0 0 0,0 0-272 0 0,0 0-96 0 0,0 0 0 0 0,0 0 72 0 0,0 0-72 0 0,5 9 0 0 0,-2-5 0 0 0,-1 0-88 0 0,0 1 88 0 0,1-1 0 0 0,0 2 0 0 0,-1 1 0 0 0,1-2 168 0 0,-1 2 0 0 0,1 0 0 0 0,-2-1 0 0 0,2 0 56 0 0,-1 0 0 0 0,2 0 8 0 0,-2 1 0 0 0,1-2-136 0 0,-1 0-24 0 0,0-1-8 0 0,1 0 0 0 0,-1 1-64 0 0,1-1 0 0 0,-1-2 0 0 0,1 1 0 0 0,0 1 0 0 0,0-2 0 0 0,-2 0 72 0 0,2-1-72 0 0,-2 0 128 0 0,1-1 0 0 0,1 1-8 0 0,-3-1 0 0 0,2-1 40 0 0,-1 0 16 0 0,0 0 0 0 0,-1-1 0 0 0,2 0 104 0 0,-1-1 16 0 0,0 1 8 0 0,0-2 0 0 0,-1 0-64 0 0,0-3-16 0 0,1 0 0 0 0,0-1 0 0 0,0 1-72 0 0,-1 0-24 0 0,1-1 0 0 0,0 0 0 0 0,0 0-8 0 0,2 0-8 0 0,-2 1 0 0 0,1 0 0 0 0,0 1-40 0 0,-1 0-8 0 0,1 1 0 0 0,0 1 0 0 0,-2-1-64 0 0,1 1 64 0 0,0 1-64 0 0,0 0 64 0 0,-1 0-64 0 0,0 1 0 0 0,1 0 0 0 0,-1 0 0 0 0,0 0 0 0 0,0 0 0 0 0,0 0 64 0 0,0 1-64 0 0,0-2 0 0 0,0 2 0 0 0,0 0 0 0 0,0-1 0 0 0,0 1 0 0 0,0 1 0 0 0,0-1-80 0 0,1 0 80 0 0,-1 0-544 0 0,0 0-64 0 0,1 1-16 0 0,1-1-7824 0 0</inkml:trace>
  <inkml:trace contextRef="#ctx0" brushRef="#br0" timeOffset="67">2436 2657 4143 2666 1701,'0'0'368'0'0,"0"0"-296"0"0,0 0-72 0 0,0 0 0 0 0,0 0 640 0 0,0 0 104 0 0,-1 0 24 0 0,1 0 8 0 0,-1 0-104 0 0,1 0-32 0 0,1 1 0 0 0,-1-1 0 0 0,0 0-160 0 0,0 0-40 0 0,0 0-8 0 0,0 0 0 0 0,7 0 112 0 0,-4 0 32 0 0,-1 0 0 0 0,1 0 0 0 0,-1 0-96 0 0,1-1-24 0 0,-1 0 0 0 0,1 0 0 0 0,-2 1-216 0 0,1 0-48 0 0,-1 0 0 0 0,2 0-8 0 0,-1 0 8 0 0,-1-1 0 0 0,1 1 0 0 0,-1-1 0 0 0,0 0 8 0 0,0 1 8 0 0,0-1 0 0 0,1 1 0 0 0,-2 0-120 0 0,0 0-24 0 0,0 0-64 0 0,0 0 96 0 0,0 0-96 0 0,0 0 0 0 0,0 0 0 0 0,0 0 0 0 0,0 0-64 0 0,0 0 64 0 0,0 0 0 0 0,0 0 0 0 0,0 0-152 0 0,-8 0 24 0 0,7 0 8 0 0,1 0 0 0 0,-1 0 0 0 0,0 0 0 0 0,0 0 0 0 0,0 0 0 0 0,0 0 0 0 0,1 0 0 0 0,-1 0 0 0 0,0 0 0 0 0,1 0-120 0 0,-2 0-24 0 0,2 0-8 0 0,-3 0 0 0 0,1 0-112 0 0,1 1-16 0 0,-2 0-8 0 0,0-1 0 0 0,0 2-56 0 0,0-2-16 0 0,1 2 0 0 0,-2-1 0 0 0,2 0 248 0 0,-1 0 40 0 0,1 2 16 0 0,0-2 0 0 0,-1 1 88 0 0,1-1 24 0 0,0 0 0 0 0,-1 0 0 0 0,2 0 64 0 0,-1 0 0 0 0,1 0 0 0 0,0 0 0 0 0,1 1 0 0 0,-1-1 0 0 0,1-1 0 0 0,-1 0 0 0 0,2 1 0 0 0,-1 0 0 0 0,0-1 0 0 0,1 1 0 0 0,-1 0 0 0 0,0 0 0 0 0,1-1 0 0 0,-1 1 0 0 0,2 0 64 0 0,-2-1 0 0 0,1 1 0 0 0,-1-1 0 0 0,1 1 104 0 0,0-1 24 0 0,1 0 8 0 0,-1 0 0 0 0,0 0-8 0 0,1 1-8 0 0,1-1 0 0 0,-1 1 0 0 0,0-1 40 0 0,1 1 16 0 0,1-1 0 0 0,-1 0 0 0 0,1 0 24 0 0,-2 0 8 0 0,1 0 0 0 0,0 0 0 0 0,0 1-88 0 0,1-1-24 0 0,-2 1 0 0 0,0 0 0 0 0,0 1-160 0 0,0-1 64 0 0,-1 0-64 0 0,-1 1 0 0 0,1 0 0 0 0,0 1 0 0 0,-1-1 0 0 0,0 1 64 0 0,0 0 24 0 0,-1 0 8 0 0,0-1 0 0 0,1 2 0 0 0,-1-1 16 0 0,-1-1 8 0 0,0 2 0 0 0,1-3 0 0 0,-1 2-16 0 0,0-1 0 0 0,-1 0 0 0 0,1 1 0 0 0,-1-1 24 0 0,0 1 8 0 0,0-2 0 0 0,-1 1 0 0 0,1 0-32 0 0,1 0-8 0 0,-1 0 0 0 0,1-1 0 0 0,-1 1-96 0 0,1 0 64 0 0,0-2-64 0 0,0 1 0 0 0,1 1 0 0 0,0-1 0 0 0,0 0 0 0 0,0-1 0 0 0,0 1-64 0 0,1-1-16 0 0,0 0 0 0 0,0 0 0 0 0,0-1-440 0 0,1 0-88 0 0,0 1-24 0 0,1-2-3792 0 0,-1 0-760 0 0</inkml:trace>
  <inkml:trace contextRef="#ctx0" brushRef="#br0" timeOffset="68">2543 2677 6911 2566 1733,'-4'4'304'0'0,"0"0"64"0"0,2-1-296 0 0,0-2-72 0 0,1 1 0 0 0,1 0 0 0 0,0-1 408 0 0,-1 2 64 0 0,-1 2 8 0 0,0 1 8 0 0,0 2-376 0 0,0 0-112 0 0,1-2 0 0 0,0 0 64 0 0,0-1 440 0 0,1-1 88 0 0,1 0 16 0 0,0-1 8 0 0,0-1 296 0 0,1 1 56 0 0,1-2 16 0 0,0-1 0 0 0,0 2-376 0 0,1-3-64 0 0,0 0-24 0 0,1 1 0 0 0,0-2-232 0 0,0 0-56 0 0,1-1-8 0 0,-1 0 0 0 0,1-1 0 0 0,-2-1-8 0 0,1 2 0 0 0,-1-2 0 0 0,-1 2-32 0 0,0-1-8 0 0,-1-1 0 0 0,0 1 0 0 0,-1 0-96 0 0,-3 0-16 0 0,1 1-64 0 0,-1 0 96 0 0,-1 0-96 0 0,0 1 88 0 0,-1-1-88 0 0,-1 1 80 0 0,-1 0-80 0 0,0 1 0 0 0,0-1 0 0 0,1 1 0 0 0,1 0 0 0 0,-1 1 0 0 0,0-1 0 0 0,0 1 0 0 0,1-1 0 0 0,0 1 0 0 0,1 0 0 0 0,1-1 0 0 0,0 1-344 0 0,0 0-32 0 0,1 0-8 0 0,1 0-4968 0 0,0 0-1000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750DB-2491-4355-9E0E-9DD5B186C84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A938C-A6F3-43EB-9BCC-52BC00C4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42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 Title Slide"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B6568F7F-F0E0-46D0-960B-58B753B9B0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75" y="2965816"/>
            <a:ext cx="12111050" cy="3823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88845"/>
            <a:ext cx="9144000" cy="1675397"/>
          </a:xfrm>
          <a:ln>
            <a:solidFill>
              <a:srgbClr val="C5B783"/>
            </a:solidFill>
          </a:ln>
        </p:spPr>
        <p:txBody>
          <a:bodyPr anchor="b" anchorCtr="1">
            <a:noAutofit/>
          </a:bodyPr>
          <a:lstStyle>
            <a:lvl1pPr algn="ctr">
              <a:defRPr sz="4800" b="1">
                <a:solidFill>
                  <a:srgbClr val="F8F6F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21121"/>
            <a:ext cx="9144000" cy="1614337"/>
          </a:xfrm>
          <a:prstGeom prst="rect">
            <a:avLst/>
          </a:prstGeom>
          <a:ln>
            <a:solidFill>
              <a:srgbClr val="C5B783"/>
            </a:solidFill>
          </a:ln>
        </p:spPr>
        <p:txBody>
          <a:bodyPr anchor="t" anchorCtr="1">
            <a:noAutofit/>
          </a:bodyPr>
          <a:lstStyle>
            <a:lvl1pPr marL="0" indent="0" algn="l">
              <a:buNone/>
              <a:defRPr sz="3200">
                <a:solidFill>
                  <a:srgbClr val="C5B783"/>
                </a:solidFill>
                <a:latin typeface="+mn-lt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2C8390F-A1CB-4DC5-B007-5E142B7808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725" y="523835"/>
            <a:ext cx="2114550" cy="13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1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itle and Content">
    <p:bg>
      <p:bgPr>
        <a:solidFill>
          <a:srgbClr val="52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655B-5834-474B-BC1F-9C661A5A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6" y="355078"/>
            <a:ext cx="10063163" cy="1272756"/>
          </a:xfrm>
          <a:ln>
            <a:solidFill>
              <a:srgbClr val="C5B783"/>
            </a:solidFill>
          </a:ln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7686" y="2248664"/>
            <a:ext cx="10063163" cy="4286531"/>
          </a:xfrm>
          <a:prstGeom prst="rect">
            <a:avLst/>
          </a:prstGeom>
          <a:ln>
            <a:solidFill>
              <a:srgbClr val="C5B783"/>
            </a:solidFill>
          </a:ln>
        </p:spPr>
        <p:txBody>
          <a:bodyPr anchor="t" anchorCtr="0"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02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655B-5834-474B-BC1F-9C661A5A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6" y="355079"/>
            <a:ext cx="10063163" cy="579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7686" y="2248664"/>
            <a:ext cx="10063163" cy="4286531"/>
          </a:xfrm>
          <a:prstGeom prst="rect">
            <a:avLst/>
          </a:prstGeo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3E86D9-4044-44B6-9D44-217F776AD08F}"/>
              </a:ext>
            </a:extLst>
          </p:cNvPr>
          <p:cNvCxnSpPr>
            <a:cxnSpLocks/>
          </p:cNvCxnSpPr>
          <p:nvPr userDrawn="1"/>
        </p:nvCxnSpPr>
        <p:spPr>
          <a:xfrm>
            <a:off x="1212574" y="1537123"/>
            <a:ext cx="9819861" cy="0"/>
          </a:xfrm>
          <a:prstGeom prst="line">
            <a:avLst/>
          </a:prstGeom>
          <a:ln w="19050">
            <a:solidFill>
              <a:srgbClr val="66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3CD1D427-076D-8586-1C2E-99C7028967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77687" y="1131213"/>
            <a:ext cx="10063162" cy="317671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AB852F"/>
                </a:solidFill>
                <a:latin typeface="+mn-lt"/>
              </a:defRPr>
            </a:lvl1pPr>
            <a:lvl5pPr>
              <a:defRPr sz="1600"/>
            </a:lvl5pPr>
          </a:lstStyle>
          <a:p>
            <a:pPr lvl="0"/>
            <a:r>
              <a:rPr lang="en-US" dirty="0"/>
              <a:t>Subtitle text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94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B9AA46-E27C-49B7-B52A-1D2CAB27054F}"/>
              </a:ext>
            </a:extLst>
          </p:cNvPr>
          <p:cNvSpPr/>
          <p:nvPr userDrawn="1"/>
        </p:nvSpPr>
        <p:spPr>
          <a:xfrm>
            <a:off x="-1" y="0"/>
            <a:ext cx="342901" cy="14478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9404" y="355078"/>
            <a:ext cx="10063163" cy="127275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404" y="2248664"/>
            <a:ext cx="10063163" cy="351500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CF70C8-0AEC-4AD2-AD31-2A6E9D6584B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3241" y="5124324"/>
            <a:ext cx="5299579" cy="16730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0B6714-A342-46BB-9C49-060ABC6EF4F4}"/>
              </a:ext>
            </a:extLst>
          </p:cNvPr>
          <p:cNvSpPr/>
          <p:nvPr userDrawn="1"/>
        </p:nvSpPr>
        <p:spPr>
          <a:xfrm>
            <a:off x="1079404" y="1719274"/>
            <a:ext cx="182880" cy="91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01785D6-202A-8DCC-41EB-A3502256C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352FE-6ABF-4B50-BAC8-10C51CF4A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72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660000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400" kern="1200">
          <a:solidFill>
            <a:srgbClr val="222222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2200" kern="1200">
          <a:solidFill>
            <a:srgbClr val="222222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2000" kern="1200">
          <a:solidFill>
            <a:srgbClr val="222222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2000" kern="1200">
          <a:solidFill>
            <a:srgbClr val="222222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2000" kern="1200">
          <a:solidFill>
            <a:srgbClr val="22222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672">
          <p15:clr>
            <a:srgbClr val="F26B43"/>
          </p15:clr>
        </p15:guide>
        <p15:guide id="5" pos="1122">
          <p15:clr>
            <a:srgbClr val="F26B43"/>
          </p15:clr>
        </p15:guide>
        <p15:guide id="6" pos="1575">
          <p15:clr>
            <a:srgbClr val="F26B43"/>
          </p15:clr>
        </p15:guide>
        <p15:guide id="7" pos="2028">
          <p15:clr>
            <a:srgbClr val="F26B43"/>
          </p15:clr>
        </p15:guide>
        <p15:guide id="8" pos="2481">
          <p15:clr>
            <a:srgbClr val="F26B43"/>
          </p15:clr>
        </p15:guide>
        <p15:guide id="9" pos="2934">
          <p15:clr>
            <a:srgbClr val="F26B43"/>
          </p15:clr>
        </p15:guide>
        <p15:guide id="10" pos="3387">
          <p15:clr>
            <a:srgbClr val="F26B43"/>
          </p15:clr>
        </p15:guide>
        <p15:guide id="11" pos="3840">
          <p15:clr>
            <a:srgbClr val="F26B43"/>
          </p15:clr>
        </p15:guide>
        <p15:guide id="12" pos="4293">
          <p15:clr>
            <a:srgbClr val="F26B43"/>
          </p15:clr>
        </p15:guide>
        <p15:guide id="13" pos="4746">
          <p15:clr>
            <a:srgbClr val="F26B43"/>
          </p15:clr>
        </p15:guide>
        <p15:guide id="14" pos="5199">
          <p15:clr>
            <a:srgbClr val="F26B43"/>
          </p15:clr>
        </p15:guide>
        <p15:guide id="15" pos="5652">
          <p15:clr>
            <a:srgbClr val="F26B43"/>
          </p15:clr>
        </p15:guide>
        <p15:guide id="16" pos="6105">
          <p15:clr>
            <a:srgbClr val="F26B43"/>
          </p15:clr>
        </p15:guide>
        <p15:guide id="17" pos="6558">
          <p15:clr>
            <a:srgbClr val="F26B43"/>
          </p15:clr>
        </p15:guide>
        <p15:guide id="18" pos="7011">
          <p15:clr>
            <a:srgbClr val="F26B43"/>
          </p15:clr>
        </p15:guide>
        <p15:guide id="19" pos="7464">
          <p15:clr>
            <a:srgbClr val="F26B43"/>
          </p15:clr>
        </p15:guide>
        <p15:guide id="20" orient="horz">
          <p15:clr>
            <a:srgbClr val="F26B43"/>
          </p15:clr>
        </p15:guide>
        <p15:guide id="21" orient="horz" pos="4320">
          <p15:clr>
            <a:srgbClr val="F26B43"/>
          </p15:clr>
        </p15:guide>
        <p15:guide id="22" orient="horz" pos="216">
          <p15:clr>
            <a:srgbClr val="F26B43"/>
          </p15:clr>
        </p15:guide>
        <p15:guide id="23" orient="horz" pos="696">
          <p15:clr>
            <a:srgbClr val="F26B43"/>
          </p15:clr>
        </p15:guide>
        <p15:guide id="24" orient="horz" pos="1188">
          <p15:clr>
            <a:srgbClr val="F26B43"/>
          </p15:clr>
        </p15:guide>
        <p15:guide id="25" orient="horz" pos="1674">
          <p15:clr>
            <a:srgbClr val="F26B43"/>
          </p15:clr>
        </p15:guide>
        <p15:guide id="26" orient="horz" pos="2160">
          <p15:clr>
            <a:srgbClr val="F26B43"/>
          </p15:clr>
        </p15:guide>
        <p15:guide id="27" orient="horz" pos="2646">
          <p15:clr>
            <a:srgbClr val="F26B43"/>
          </p15:clr>
        </p15:guide>
        <p15:guide id="28" orient="horz" pos="3132">
          <p15:clr>
            <a:srgbClr val="F26B43"/>
          </p15:clr>
        </p15:guide>
        <p15:guide id="29" orient="horz" pos="3618">
          <p15:clr>
            <a:srgbClr val="F26B43"/>
          </p15:clr>
        </p15:guide>
        <p15:guide id="30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customXml" Target="../ink/ink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customXml" Target="../ink/ink5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00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customXml" Target="../ink/ink8.xml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nnl.gov/publications/introducing-9500-node-distribution-test-system-support-advanced-power-applications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4A4-FE97-6A41-AB26-DC82C4BBCF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Preliminary Exam Presentation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7896E-81FD-8E40-C29A-89F0F6F4F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1121"/>
            <a:ext cx="9144000" cy="1584023"/>
          </a:xfrm>
        </p:spPr>
        <p:txBody>
          <a:bodyPr wrap="none" anchor="ctr" anchorCtr="1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400" i="1" dirty="0"/>
              <a:t>Scalable Multi-Period Optimal Power Flow for Active Distribution Systems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Aryan Ritwajeet Jha</a:t>
            </a:r>
          </a:p>
          <a:p>
            <a:pPr algn="ctr">
              <a:lnSpc>
                <a:spcPct val="100000"/>
              </a:lnSpc>
            </a:pPr>
            <a:r>
              <a:rPr lang="en-IN" sz="2800" dirty="0"/>
              <a:t>Pursuing PhD (ECE) Power Systems</a:t>
            </a:r>
          </a:p>
        </p:txBody>
      </p:sp>
    </p:spTree>
    <p:extLst>
      <p:ext uri="{BB962C8B-B14F-4D97-AF65-F5344CB8AC3E}">
        <p14:creationId xmlns:p14="http://schemas.microsoft.com/office/powerpoint/2010/main" val="346375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01146-8AD3-CB7F-56A3-6AFAAE53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C253-147B-B7E8-A853-54828CF7F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MPOPF?</a:t>
            </a:r>
          </a:p>
          <a:p>
            <a:r>
              <a:rPr lang="en-IN" dirty="0"/>
              <a:t>Real-world benefit?</a:t>
            </a:r>
          </a:p>
          <a:p>
            <a:r>
              <a:rPr lang="en-IN" dirty="0"/>
              <a:t>Why a whole PhD on it?</a:t>
            </a:r>
          </a:p>
          <a:p>
            <a:r>
              <a:rPr lang="en-IN" dirty="0"/>
              <a:t>Intended Contributions of this PhD</a:t>
            </a:r>
          </a:p>
        </p:txBody>
      </p:sp>
    </p:spTree>
    <p:extLst>
      <p:ext uri="{BB962C8B-B14F-4D97-AF65-F5344CB8AC3E}">
        <p14:creationId xmlns:p14="http://schemas.microsoft.com/office/powerpoint/2010/main" val="296786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2913-2E6C-A0C8-871C-1FE158E7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Motivation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CC5AA-6BAE-1E5D-75F9-BC45CEF2906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What’s Multi-Period Optimal Power Flow (MPOPF)?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33291-276B-CEFA-8F31-1F7A7DE0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698" y="3555469"/>
            <a:ext cx="1890232" cy="100705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C4ED044-0710-8EB9-F676-3FBBBA149991}"/>
              </a:ext>
            </a:extLst>
          </p:cNvPr>
          <p:cNvSpPr/>
          <p:nvPr/>
        </p:nvSpPr>
        <p:spPr>
          <a:xfrm>
            <a:off x="2380931" y="3452199"/>
            <a:ext cx="2179616" cy="1272756"/>
          </a:xfrm>
          <a:prstGeom prst="rightArrow">
            <a:avLst/>
          </a:prstGeom>
          <a:solidFill>
            <a:srgbClr val="AB85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Intertemporal Constraints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E3DA8-95FE-47CD-8561-643A72082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0496" y="3555469"/>
            <a:ext cx="1890232" cy="100705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3E45096-8D74-B1D5-872E-FF4298F8BF60}"/>
              </a:ext>
            </a:extLst>
          </p:cNvPr>
          <p:cNvSpPr/>
          <p:nvPr/>
        </p:nvSpPr>
        <p:spPr>
          <a:xfrm>
            <a:off x="6450779" y="3452199"/>
            <a:ext cx="2179616" cy="1272756"/>
          </a:xfrm>
          <a:prstGeom prst="rightArrow">
            <a:avLst/>
          </a:prstGeom>
          <a:solidFill>
            <a:srgbClr val="AB85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Intertemporal Constraints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8CDAC9-1C8A-E512-0546-34A345B43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30395" y="3608936"/>
            <a:ext cx="1789875" cy="95359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C9EBA31-DEF2-E3CD-91B0-29B7B74BF091}"/>
              </a:ext>
            </a:extLst>
          </p:cNvPr>
          <p:cNvSpPr/>
          <p:nvPr/>
        </p:nvSpPr>
        <p:spPr>
          <a:xfrm rot="18638784">
            <a:off x="3966652" y="4658574"/>
            <a:ext cx="767359" cy="345495"/>
          </a:xfrm>
          <a:prstGeom prst="rightArrow">
            <a:avLst/>
          </a:prstGeom>
          <a:solidFill>
            <a:srgbClr val="AB852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dirty="0"/>
              <a:t>Set Points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B5653A-AB14-05BC-C0DC-73BEAAE15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294" y="5559485"/>
            <a:ext cx="2339139" cy="52641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D73743-AD35-A591-A156-AF77CAFD4E92}"/>
              </a:ext>
            </a:extLst>
          </p:cNvPr>
          <p:cNvSpPr txBox="1"/>
          <p:nvPr/>
        </p:nvSpPr>
        <p:spPr>
          <a:xfrm>
            <a:off x="4634617" y="5336681"/>
            <a:ext cx="1906503" cy="276999"/>
          </a:xfrm>
          <a:prstGeom prst="rect">
            <a:avLst/>
          </a:prstGeom>
          <a:solidFill>
            <a:srgbClr val="AB852F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Battery SOC Equation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C4A60D-4C22-1306-820B-540A1511B109}"/>
              </a:ext>
            </a:extLst>
          </p:cNvPr>
          <p:cNvSpPr txBox="1"/>
          <p:nvPr/>
        </p:nvSpPr>
        <p:spPr>
          <a:xfrm>
            <a:off x="155986" y="5756652"/>
            <a:ext cx="1376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An example of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9A891-4D01-47DA-73D0-83D6CDD8BB3C}"/>
              </a:ext>
            </a:extLst>
          </p:cNvPr>
          <p:cNvSpPr txBox="1"/>
          <p:nvPr/>
        </p:nvSpPr>
        <p:spPr>
          <a:xfrm>
            <a:off x="3882374" y="5905023"/>
            <a:ext cx="678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6DC05A-9719-4AEE-0B05-2DB427F1EF72}"/>
                  </a:ext>
                </a:extLst>
              </p:cNvPr>
              <p:cNvSpPr txBox="1"/>
              <p:nvPr/>
            </p:nvSpPr>
            <p:spPr>
              <a:xfrm>
                <a:off x="7487180" y="5349113"/>
                <a:ext cx="4139505" cy="830997"/>
              </a:xfrm>
              <a:prstGeom prst="rect">
                <a:avLst/>
              </a:prstGeom>
              <a:solidFill>
                <a:srgbClr val="7A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+mj-lt"/>
                  </a:rPr>
                  <a:t>Due to these intertemporal constraints, the optimization problem size becomes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+mj-lt"/>
                  </a:rPr>
                  <a:t> times larger, becoming more difficult to solve.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6DC05A-9719-4AEE-0B05-2DB427F1E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180" y="5349113"/>
                <a:ext cx="4139505" cy="830997"/>
              </a:xfrm>
              <a:prstGeom prst="rect">
                <a:avLst/>
              </a:prstGeom>
              <a:blipFill>
                <a:blip r:embed="rId4"/>
                <a:stretch>
                  <a:fillRect l="-736" t="-2190" b="-80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DCDD437D-0F64-F155-5DD3-2E6F38481AA6}"/>
              </a:ext>
            </a:extLst>
          </p:cNvPr>
          <p:cNvSpPr/>
          <p:nvPr/>
        </p:nvSpPr>
        <p:spPr>
          <a:xfrm>
            <a:off x="10420270" y="3499381"/>
            <a:ext cx="1973871" cy="1272756"/>
          </a:xfrm>
          <a:prstGeom prst="rightArrow">
            <a:avLst/>
          </a:prstGeom>
          <a:solidFill>
            <a:srgbClr val="7F6A3A">
              <a:alpha val="6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Intertemporal Constraints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CF5D4D1-2EFD-6646-F454-C94A3821882B}"/>
              </a:ext>
            </a:extLst>
          </p:cNvPr>
          <p:cNvGrpSpPr/>
          <p:nvPr/>
        </p:nvGrpSpPr>
        <p:grpSpPr>
          <a:xfrm>
            <a:off x="506792" y="1671131"/>
            <a:ext cx="3084874" cy="1877778"/>
            <a:chOff x="691703" y="3623528"/>
            <a:chExt cx="3237200" cy="214546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DC67FF6-ECCF-A387-9976-9C9C3B0265F8}"/>
                    </a:ext>
                  </a:extLst>
                </p:cNvPr>
                <p:cNvSpPr txBox="1"/>
                <p:nvPr/>
              </p:nvSpPr>
              <p:spPr>
                <a:xfrm>
                  <a:off x="691703" y="3992860"/>
                  <a:ext cx="3237200" cy="386817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𝑠𝑢𝑏𝑗𝑒𝑐𝑡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𝑡𝑜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DC67FF6-ECCF-A387-9976-9C9C3B026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703" y="3992860"/>
                  <a:ext cx="3237200" cy="386817"/>
                </a:xfrm>
                <a:prstGeom prst="rect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744985B-255E-27F5-D15C-842C45773AD1}"/>
                    </a:ext>
                  </a:extLst>
                </p:cNvPr>
                <p:cNvSpPr txBox="1"/>
                <p:nvPr/>
              </p:nvSpPr>
              <p:spPr>
                <a:xfrm>
                  <a:off x="691703" y="3623528"/>
                  <a:ext cx="3237200" cy="386817"/>
                </a:xfrm>
                <a:prstGeom prst="rect">
                  <a:avLst/>
                </a:prstGeom>
                <a:solidFill>
                  <a:srgbClr val="B7A57A"/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𝑚𝑖𝑛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 </m:t>
                      </m:r>
                    </m:oMath>
                  </a14:m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Desired Objective Function</a:t>
                  </a:r>
                  <a:endPara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744985B-255E-27F5-D15C-842C45773A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703" y="3623528"/>
                  <a:ext cx="3237200" cy="386817"/>
                </a:xfrm>
                <a:prstGeom prst="rect">
                  <a:avLst/>
                </a:prstGeom>
                <a:blipFill>
                  <a:blip r:embed="rId6"/>
                  <a:stretch>
                    <a:fillRect t="-3390" b="-16949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7DDD79-5911-5017-1651-DB8E8ADA2153}"/>
                </a:ext>
              </a:extLst>
            </p:cNvPr>
            <p:cNvSpPr txBox="1"/>
            <p:nvPr/>
          </p:nvSpPr>
          <p:spPr>
            <a:xfrm>
              <a:off x="691703" y="4362192"/>
              <a:ext cx="3237200" cy="386817"/>
            </a:xfrm>
            <a:prstGeom prst="rect">
              <a:avLst/>
            </a:prstGeom>
            <a:solidFill>
              <a:srgbClr val="B7A57A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  <a:cs typeface="+mn-cs"/>
                </a:rPr>
                <a:t>Network Constraints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D5636D-5CE1-E5FB-4803-C346A87A4659}"/>
                </a:ext>
              </a:extLst>
            </p:cNvPr>
            <p:cNvSpPr txBox="1"/>
            <p:nvPr/>
          </p:nvSpPr>
          <p:spPr>
            <a:xfrm>
              <a:off x="691703" y="4731523"/>
              <a:ext cx="3237200" cy="38681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  <a:cs typeface="+mn-cs"/>
                </a:rPr>
                <a:t>Engineering Constraints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70DE9FE-8D02-9439-EF10-8B54B58A0A42}"/>
                </a:ext>
              </a:extLst>
            </p:cNvPr>
            <p:cNvSpPr txBox="1"/>
            <p:nvPr/>
          </p:nvSpPr>
          <p:spPr>
            <a:xfrm>
              <a:off x="691703" y="5100857"/>
              <a:ext cx="3237200" cy="668138"/>
            </a:xfrm>
            <a:prstGeom prst="rect">
              <a:avLst/>
            </a:prstGeom>
            <a:solidFill>
              <a:srgbClr val="B7A57A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  <a:cs typeface="+mn-cs"/>
                </a:rPr>
                <a:t>Component Constraints (DERs, Batteries)</a:t>
              </a:r>
            </a:p>
          </p:txBody>
        </p:sp>
      </p:grpSp>
      <p:pic>
        <p:nvPicPr>
          <p:cNvPr id="24" name="Picture 23" descr="A diagram of a network&#10;&#10;AI-generated content may be incorrect.">
            <a:extLst>
              <a:ext uri="{FF2B5EF4-FFF2-40B4-BE49-F238E27FC236}">
                <a16:creationId xmlns:a16="http://schemas.microsoft.com/office/drawing/2014/main" id="{6CB6920B-7FF0-B2FE-16C0-CFD31D204F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374" y="1671688"/>
            <a:ext cx="3084874" cy="164150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BA0849A-9F15-E3E6-E4D3-6777B3A9D837}"/>
              </a:ext>
            </a:extLst>
          </p:cNvPr>
          <p:cNvSpPr/>
          <p:nvPr/>
        </p:nvSpPr>
        <p:spPr>
          <a:xfrm>
            <a:off x="7402360" y="1717617"/>
            <a:ext cx="3883839" cy="1631063"/>
          </a:xfrm>
          <a:prstGeom prst="rect">
            <a:avLst/>
          </a:prstGeom>
          <a:solidFill>
            <a:srgbClr val="AB85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Controllable Components: Grid Edge Devices (GEDs) like Batteries and PVs spread throughout whose real and reactive dispatch may be set every time-period</a:t>
            </a:r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8CEBBD-F206-5554-F7EA-125A235C8C9A}"/>
              </a:ext>
            </a:extLst>
          </p:cNvPr>
          <p:cNvCxnSpPr>
            <a:cxnSpLocks/>
            <a:stCxn id="8" idx="1"/>
            <a:endCxn id="12" idx="0"/>
          </p:cNvCxnSpPr>
          <p:nvPr/>
        </p:nvCxnSpPr>
        <p:spPr>
          <a:xfrm flipH="1">
            <a:off x="5587869" y="4088577"/>
            <a:ext cx="862910" cy="1248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DA70D93-2B39-BBE2-B8CE-7958C3455F1C}"/>
              </a:ext>
            </a:extLst>
          </p:cNvPr>
          <p:cNvSpPr/>
          <p:nvPr/>
        </p:nvSpPr>
        <p:spPr>
          <a:xfrm rot="18638784">
            <a:off x="7999188" y="4663609"/>
            <a:ext cx="767359" cy="345495"/>
          </a:xfrm>
          <a:prstGeom prst="rightArrow">
            <a:avLst/>
          </a:prstGeom>
          <a:solidFill>
            <a:srgbClr val="AB852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dirty="0"/>
              <a:t>Set Points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435F83B-83B5-E95F-817F-15D6EA7553B3}"/>
              </a:ext>
            </a:extLst>
          </p:cNvPr>
          <p:cNvSpPr/>
          <p:nvPr/>
        </p:nvSpPr>
        <p:spPr>
          <a:xfrm rot="18638784">
            <a:off x="-114221" y="4669684"/>
            <a:ext cx="767359" cy="345495"/>
          </a:xfrm>
          <a:prstGeom prst="rightArrow">
            <a:avLst/>
          </a:prstGeom>
          <a:solidFill>
            <a:srgbClr val="AB852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dirty="0"/>
              <a:t>Set Points</a:t>
            </a:r>
          </a:p>
        </p:txBody>
      </p:sp>
    </p:spTree>
    <p:extLst>
      <p:ext uri="{BB962C8B-B14F-4D97-AF65-F5344CB8AC3E}">
        <p14:creationId xmlns:p14="http://schemas.microsoft.com/office/powerpoint/2010/main" val="189915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963E-F974-2647-0F5A-6CC9412A5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2B92-4049-BA28-B51A-60B97C1F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Motivation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EF7F0-175E-7829-B225-A7217D4E492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Real-world benefit does research on MPOPF provide?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7E6504-405A-0C65-B5F6-29C36B6857C6}"/>
              </a:ext>
            </a:extLst>
          </p:cNvPr>
          <p:cNvSpPr txBox="1"/>
          <p:nvPr/>
        </p:nvSpPr>
        <p:spPr>
          <a:xfrm>
            <a:off x="155986" y="5756652"/>
            <a:ext cx="1376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An example of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F52D6-C8EB-E720-50E5-86CB12ED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686" y="2248664"/>
            <a:ext cx="10063163" cy="428653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MPOPF problem </a:t>
            </a:r>
            <a:r>
              <a:rPr lang="en-US" dirty="0"/>
              <a:t>is to be </a:t>
            </a:r>
            <a:r>
              <a:rPr lang="en-US" b="1" dirty="0"/>
              <a:t>solved routinely </a:t>
            </a:r>
            <a:r>
              <a:rPr lang="en-US" dirty="0"/>
              <a:t>(daily, hourly, 15-minutely) </a:t>
            </a:r>
            <a:r>
              <a:rPr lang="en-US" b="1" dirty="0"/>
              <a:t>by</a:t>
            </a:r>
            <a:r>
              <a:rPr lang="en-US" dirty="0"/>
              <a:t> Distribution System Operators (</a:t>
            </a:r>
            <a:r>
              <a:rPr lang="en-US" b="1" dirty="0"/>
              <a:t>DSOs</a:t>
            </a:r>
            <a:r>
              <a:rPr lang="en-US" dirty="0"/>
              <a:t>), Transmission System Operators (</a:t>
            </a:r>
            <a:r>
              <a:rPr lang="en-US" b="1" dirty="0"/>
              <a:t>TSOs</a:t>
            </a:r>
            <a:r>
              <a:rPr lang="en-US" dirty="0"/>
              <a:t>) to </a:t>
            </a:r>
            <a:r>
              <a:rPr lang="en-US" b="1" dirty="0"/>
              <a:t>schedule dispatch</a:t>
            </a:r>
          </a:p>
          <a:p>
            <a:r>
              <a:rPr lang="en-US" dirty="0"/>
              <a:t>While generally they may rely on approximated forms of the MPOPF problem, say Economic Dispatch or DC Power Flow, </a:t>
            </a:r>
            <a:r>
              <a:rPr lang="en-US" b="1" dirty="0"/>
              <a:t>increasing complexity and number of grid edge devices </a:t>
            </a:r>
            <a:r>
              <a:rPr lang="en-US" dirty="0"/>
              <a:t>can put </a:t>
            </a:r>
          </a:p>
          <a:p>
            <a:pPr marL="640080" lvl="1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obeyance of operational constraints at risk </a:t>
            </a:r>
          </a:p>
          <a:p>
            <a:pPr marL="640080" lvl="1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incur a lot of opportunity cost due to missed profits of operating at a suboptimal control point</a:t>
            </a:r>
          </a:p>
          <a:p>
            <a:r>
              <a:rPr lang="en-IN" b="1" dirty="0"/>
              <a:t>Solving</a:t>
            </a:r>
            <a:r>
              <a:rPr lang="en-IN" dirty="0"/>
              <a:t> the </a:t>
            </a:r>
            <a:r>
              <a:rPr lang="en-IN" b="1" dirty="0"/>
              <a:t>true</a:t>
            </a:r>
            <a:r>
              <a:rPr lang="en-IN" dirty="0"/>
              <a:t> </a:t>
            </a:r>
            <a:r>
              <a:rPr lang="en-IN" b="1" dirty="0"/>
              <a:t>MP(AC-)OPF</a:t>
            </a:r>
            <a:r>
              <a:rPr lang="en-IN" dirty="0"/>
              <a:t> problem – </a:t>
            </a:r>
            <a:r>
              <a:rPr lang="en-IN" b="1" dirty="0"/>
              <a:t>if</a:t>
            </a:r>
            <a:r>
              <a:rPr lang="en-IN" dirty="0"/>
              <a:t> possible </a:t>
            </a:r>
            <a:r>
              <a:rPr lang="en-IN" b="1" dirty="0"/>
              <a:t>in</a:t>
            </a:r>
            <a:r>
              <a:rPr lang="en-IN" dirty="0"/>
              <a:t> a </a:t>
            </a:r>
            <a:r>
              <a:rPr lang="en-IN" b="1" dirty="0"/>
              <a:t>competitive time</a:t>
            </a:r>
            <a:r>
              <a:rPr lang="en-IN" dirty="0"/>
              <a:t> would both be the </a:t>
            </a:r>
            <a:r>
              <a:rPr lang="en-IN" b="1" dirty="0"/>
              <a:t>safest</a:t>
            </a:r>
            <a:r>
              <a:rPr lang="en-IN" dirty="0"/>
              <a:t> and </a:t>
            </a:r>
            <a:r>
              <a:rPr lang="en-IN" b="1" dirty="0"/>
              <a:t>most profitable </a:t>
            </a:r>
            <a:r>
              <a:rPr lang="en-IN" dirty="0"/>
              <a:t>way to schedule dispatch for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88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D400-D04D-C634-1F74-C6046609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C96DF-300E-70E0-D91D-721EB22F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Motivation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1CA68-037A-52E3-0351-E834A8CDDF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Is the MPOPF problem hard enough to warrant a PhD?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84ABF-2D32-8A64-1127-924C6339922A}"/>
              </a:ext>
            </a:extLst>
          </p:cNvPr>
          <p:cNvSpPr txBox="1"/>
          <p:nvPr/>
        </p:nvSpPr>
        <p:spPr>
          <a:xfrm>
            <a:off x="155986" y="5756652"/>
            <a:ext cx="1376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An example of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273286-B566-0D81-33B8-2B759406F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7686" y="2248664"/>
                <a:ext cx="10063163" cy="4286531"/>
              </a:xfrm>
            </p:spPr>
            <p:txBody>
              <a:bodyPr/>
              <a:lstStyle/>
              <a:p>
                <a:r>
                  <a:rPr lang="en-US" dirty="0"/>
                  <a:t>Yes, the MP(AC-)OPF problem is inherently </a:t>
                </a:r>
                <a:r>
                  <a:rPr lang="en-US" dirty="0">
                    <a:solidFill>
                      <a:srgbClr val="C00000"/>
                    </a:solidFill>
                  </a:rPr>
                  <a:t>nonlinear and nonconvex </a:t>
                </a:r>
                <a:r>
                  <a:rPr lang="en-US" dirty="0"/>
                  <a:t>– hard to solve for by optimization solvers unless the modeler can employ high quality approximation and/or relaxation techniques</a:t>
                </a:r>
              </a:p>
              <a:p>
                <a:r>
                  <a:rPr lang="en-US" dirty="0"/>
                  <a:t>Still the MPOPF problem, as it </a:t>
                </a:r>
                <a:r>
                  <a:rPr lang="en-US" dirty="0">
                    <a:solidFill>
                      <a:srgbClr val="C00000"/>
                    </a:solidFill>
                  </a:rPr>
                  <a:t>expands in time-horizon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can be very </a:t>
                </a:r>
                <a:r>
                  <a:rPr lang="en-US" dirty="0">
                    <a:solidFill>
                      <a:srgbClr val="C00000"/>
                    </a:solidFill>
                  </a:rPr>
                  <a:t>challenging to solve </a:t>
                </a:r>
                <a:r>
                  <a:rPr lang="en-US" dirty="0"/>
                  <a:t>for </a:t>
                </a:r>
                <a:r>
                  <a:rPr lang="en-US" dirty="0">
                    <a:solidFill>
                      <a:srgbClr val="C00000"/>
                    </a:solidFill>
                  </a:rPr>
                  <a:t>due to </a:t>
                </a:r>
                <a:r>
                  <a:rPr lang="en-US" dirty="0"/>
                  <a:t>its sheer </a:t>
                </a:r>
                <a:r>
                  <a:rPr lang="en-US" dirty="0">
                    <a:solidFill>
                      <a:srgbClr val="C00000"/>
                    </a:solidFill>
                  </a:rPr>
                  <a:t>size</a:t>
                </a:r>
              </a:p>
              <a:p>
                <a:r>
                  <a:rPr lang="en-US" dirty="0"/>
                  <a:t>In such cases, </a:t>
                </a:r>
                <a:r>
                  <a:rPr lang="en-US" b="1" dirty="0"/>
                  <a:t>decomposition algorithms </a:t>
                </a:r>
                <a:r>
                  <a:rPr lang="en-US" dirty="0"/>
                  <a:t>may be employed exploit the weak coupling of individual time-step problems</a:t>
                </a:r>
              </a:p>
              <a:p>
                <a:r>
                  <a:rPr lang="en-US" dirty="0"/>
                  <a:t>Putting out an algorithm isn’t enough – engineers need strong convergence guarantees and competitive computational performance</a:t>
                </a:r>
              </a:p>
              <a:p>
                <a:r>
                  <a:rPr lang="en-US" dirty="0"/>
                  <a:t>End-users need an easy-to-use framework to test the algorithm whose output in turn needs to be tested against trusted software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273286-B566-0D81-33B8-2B759406F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686" y="2248664"/>
                <a:ext cx="10063163" cy="4286531"/>
              </a:xfrm>
              <a:blipFill>
                <a:blip r:embed="rId2"/>
                <a:stretch>
                  <a:fillRect l="-1757" t="-31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24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66653-0D78-CF93-B721-A9D1C5BD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2E58-D924-9DFB-6946-432E6DCF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Motivation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DF521-7230-F721-2E77-CBA168C9BDD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Intended Contributions of my PhD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8AD2A3-062C-2685-D2AA-AB6F1C317FBF}"/>
              </a:ext>
            </a:extLst>
          </p:cNvPr>
          <p:cNvSpPr txBox="1"/>
          <p:nvPr/>
        </p:nvSpPr>
        <p:spPr>
          <a:xfrm>
            <a:off x="155986" y="5756652"/>
            <a:ext cx="1376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An example of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7A1B-B4B9-2B60-C437-ABACC19AC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686" y="2248664"/>
            <a:ext cx="10063163" cy="4286531"/>
          </a:xfrm>
        </p:spPr>
        <p:txBody>
          <a:bodyPr/>
          <a:lstStyle/>
          <a:p>
            <a:r>
              <a:rPr lang="en-US" dirty="0"/>
              <a:t>A framework for solving the MPOPF problem…</a:t>
            </a:r>
          </a:p>
          <a:p>
            <a:pPr lvl="1"/>
            <a:r>
              <a:rPr lang="en-US" dirty="0"/>
              <a:t>Which has a systematic procedure to model components of power distribution system in a manner faithful to their </a:t>
            </a:r>
            <a:r>
              <a:rPr lang="en-US" dirty="0" err="1"/>
              <a:t>behaviour</a:t>
            </a:r>
            <a:r>
              <a:rPr lang="en-US" dirty="0"/>
              <a:t> yet computationally efficient to solve for</a:t>
            </a:r>
          </a:p>
          <a:p>
            <a:pPr lvl="1"/>
            <a:r>
              <a:rPr lang="en-US" dirty="0"/>
              <a:t>That employs tailored algorithms which can exploit model’s properties to come up with an even faster solution</a:t>
            </a:r>
          </a:p>
          <a:p>
            <a:pPr lvl="1"/>
            <a:r>
              <a:rPr lang="en-US" dirty="0"/>
              <a:t>Which has provision for comparison of output solution with those of trusted </a:t>
            </a:r>
            <a:r>
              <a:rPr lang="en-US" dirty="0" err="1"/>
              <a:t>softwares</a:t>
            </a:r>
            <a:r>
              <a:rPr lang="en-US" dirty="0"/>
              <a:t>, say OpenDSS</a:t>
            </a:r>
          </a:p>
          <a:p>
            <a:pPr lvl="1"/>
            <a:r>
              <a:rPr lang="en-US" dirty="0"/>
              <a:t>Whose procedure may be theoretically justified</a:t>
            </a:r>
          </a:p>
        </p:txBody>
      </p:sp>
    </p:spTree>
    <p:extLst>
      <p:ext uri="{BB962C8B-B14F-4D97-AF65-F5344CB8AC3E}">
        <p14:creationId xmlns:p14="http://schemas.microsoft.com/office/powerpoint/2010/main" val="365761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E190-C119-FAAB-0784-63D4FD9C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B711E-11A9-B115-9B45-D4969C17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PhD Execution Pipeline at a Glance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3EAA-CFA8-7B73-5D4C-BB0DBD88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Courses (Program of Study)</a:t>
            </a:r>
          </a:p>
          <a:p>
            <a:r>
              <a:rPr lang="en-US" dirty="0"/>
              <a:t>Current Publications and intended future publication</a:t>
            </a:r>
          </a:p>
          <a:p>
            <a:r>
              <a:rPr lang="en-US" dirty="0"/>
              <a:t>High level timeline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280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386A-2F0B-22DF-D45B-DB3B5147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PhD Execution Pipeline at a Glance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976B6-CAC3-C5E7-D8F7-9B732A4520F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Courses (Program of Study)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FB696-338E-B555-439A-CA685E078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86" y="2057338"/>
            <a:ext cx="10238509" cy="2511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89298C-3AA5-BAF1-E860-F17E0F017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6" y="6206978"/>
            <a:ext cx="3568395" cy="295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924346-9B15-766B-5FB6-721AB66EB15D}"/>
              </a:ext>
            </a:extLst>
          </p:cNvPr>
          <p:cNvSpPr txBox="1"/>
          <p:nvPr/>
        </p:nvSpPr>
        <p:spPr>
          <a:xfrm>
            <a:off x="2697480" y="5004097"/>
            <a:ext cx="6291072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track to be fulfilled by end of current semester (Fall 2025)</a:t>
            </a:r>
          </a:p>
        </p:txBody>
      </p:sp>
    </p:spTree>
    <p:extLst>
      <p:ext uri="{BB962C8B-B14F-4D97-AF65-F5344CB8AC3E}">
        <p14:creationId xmlns:p14="http://schemas.microsoft.com/office/powerpoint/2010/main" val="176846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A57B-41DB-4645-5708-80D96BED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PhD Execution Pipeline at a Glance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17036-7147-A9E6-EA6A-D0C76FCB9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686" y="4087092"/>
            <a:ext cx="10063163" cy="2448104"/>
          </a:xfrm>
        </p:spPr>
        <p:txBody>
          <a:bodyPr/>
          <a:lstStyle/>
          <a:p>
            <a:r>
              <a:rPr lang="en-US" dirty="0"/>
              <a:t>Very recently I’ve been able to solve the MPOPF problem using one of my decomposition techniques which I’m aiming to submit as extension to the IAS paper by December 2025.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0684B-40AC-528D-006B-D783ABB307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Current Publications and intended future publication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E4179-B6CA-6054-3C12-1C1AABCE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182" y="1735754"/>
            <a:ext cx="8250382" cy="18910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3D5748-5522-3D9E-99AF-03DB594ACDBB}"/>
              </a:ext>
            </a:extLst>
          </p:cNvPr>
          <p:cNvSpPr/>
          <p:nvPr/>
        </p:nvSpPr>
        <p:spPr>
          <a:xfrm>
            <a:off x="10045430" y="1833159"/>
            <a:ext cx="1926077" cy="3176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NAPS Paper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0BF445-B1F8-944F-1016-A69E937CB935}"/>
              </a:ext>
            </a:extLst>
          </p:cNvPr>
          <p:cNvSpPr/>
          <p:nvPr/>
        </p:nvSpPr>
        <p:spPr>
          <a:xfrm>
            <a:off x="10045430" y="2347764"/>
            <a:ext cx="1926077" cy="1165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IAS Paper which can be extended to an IAS journal</a:t>
            </a:r>
            <a:endParaRPr lang="en-IN" dirty="0"/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E2BB398-1F1B-5583-1961-7656AA2A6147}"/>
              </a:ext>
            </a:extLst>
          </p:cNvPr>
          <p:cNvSpPr/>
          <p:nvPr/>
        </p:nvSpPr>
        <p:spPr>
          <a:xfrm rot="7704479">
            <a:off x="10830587" y="3738093"/>
            <a:ext cx="940037" cy="269803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5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F79B-F917-0A3D-3176-0806637FA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3C9D-80F7-8CE3-64F8-D914AC75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DC8E5-36EA-0DCA-625A-C98D1493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036" y="2248664"/>
            <a:ext cx="10063163" cy="4286531"/>
          </a:xfrm>
        </p:spPr>
        <p:txBody>
          <a:bodyPr numCol="1"/>
          <a:lstStyle/>
          <a:p>
            <a:pPr marL="0" indent="354013">
              <a:buFont typeface="+mj-lt"/>
              <a:buAutoNum type="arabicPeriod"/>
              <a:tabLst>
                <a:tab pos="357188" algn="l"/>
              </a:tabLst>
            </a:pPr>
            <a:r>
              <a:rPr lang="en-US" dirty="0"/>
              <a:t>Foundational Studies</a:t>
            </a:r>
          </a:p>
          <a:p>
            <a:pPr marL="0" indent="354013">
              <a:buFont typeface="+mj-lt"/>
              <a:buAutoNum type="arabicPeriod"/>
              <a:tabLst>
                <a:tab pos="357188" algn="l"/>
              </a:tabLst>
            </a:pPr>
            <a:r>
              <a:rPr lang="en-US" b="1" dirty="0"/>
              <a:t>Modelling</a:t>
            </a:r>
            <a:r>
              <a:rPr lang="en-US" dirty="0"/>
              <a:t> Tradeoff Analysis</a:t>
            </a:r>
          </a:p>
          <a:p>
            <a:pPr marL="0" indent="354013">
              <a:buFont typeface="+mj-lt"/>
              <a:buAutoNum type="arabicPeriod"/>
              <a:tabLst>
                <a:tab pos="357188" algn="l"/>
              </a:tabLst>
            </a:pPr>
            <a:r>
              <a:rPr lang="en-US" b="1" dirty="0"/>
              <a:t>Spatial</a:t>
            </a:r>
            <a:r>
              <a:rPr lang="en-US" dirty="0"/>
              <a:t> </a:t>
            </a:r>
            <a:r>
              <a:rPr lang="en-US" b="1" dirty="0"/>
              <a:t>Decomposition</a:t>
            </a:r>
            <a:r>
              <a:rPr lang="en-US" dirty="0"/>
              <a:t> Algorithm</a:t>
            </a:r>
          </a:p>
          <a:p>
            <a:pPr marL="0" indent="354013">
              <a:buFont typeface="+mj-lt"/>
              <a:buAutoNum type="arabicPeriod"/>
              <a:tabLst>
                <a:tab pos="357188" algn="l"/>
              </a:tabLst>
            </a:pPr>
            <a:r>
              <a:rPr lang="en-US" b="1" dirty="0"/>
              <a:t>Temporal</a:t>
            </a:r>
            <a:r>
              <a:rPr lang="en-US" dirty="0"/>
              <a:t> </a:t>
            </a:r>
            <a:r>
              <a:rPr lang="en-US" b="1" dirty="0"/>
              <a:t>Decomposition</a:t>
            </a:r>
            <a:r>
              <a:rPr lang="en-US" dirty="0"/>
              <a:t> Algorithms</a:t>
            </a:r>
          </a:p>
          <a:p>
            <a:pPr marL="0" indent="354013">
              <a:buFont typeface="+mj-lt"/>
              <a:buAutoNum type="arabicPeriod"/>
              <a:tabLst>
                <a:tab pos="357188" algn="l"/>
              </a:tabLst>
            </a:pPr>
            <a:r>
              <a:rPr lang="en-US" dirty="0"/>
              <a:t>Extension to Three-Phase</a:t>
            </a:r>
          </a:p>
          <a:p>
            <a:pPr marL="0" indent="354013">
              <a:buFont typeface="+mj-lt"/>
              <a:buAutoNum type="arabicPeriod"/>
              <a:tabLst>
                <a:tab pos="357188" algn="l"/>
              </a:tabLst>
            </a:pPr>
            <a:r>
              <a:rPr lang="en-US" dirty="0"/>
              <a:t>Multiple-Source Optimal Power Flow (MS-OPF) Exploration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015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D7D2-EFF5-458D-BCAA-795C83F64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8B95-7EEF-82D9-C0B7-A6AD4BDD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Tradeoff Analysis – Linear vs Nonlinear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89D52-1242-DD21-4C8C-886978A2E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21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F45B-104D-D06E-05D7-F3F9D555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MPDOPF - Spatial Decomposition of the MPOPF problem using </a:t>
            </a:r>
            <a:r>
              <a:rPr lang="en-US" dirty="0" err="1"/>
              <a:t>ENApp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2FFAC-354E-865F-2A2B-5FE87776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Intuition for Algorithm</a:t>
            </a:r>
          </a:p>
          <a:p>
            <a:r>
              <a:rPr lang="en-US" dirty="0"/>
              <a:t>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07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AB32-9D82-CBE4-A8D8-0CB310BC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MPDOPF - Spatially Decomposition MPOPF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25E20-7922-CED2-932C-5FBD0F9BC5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Intuition for Spatial Decomposition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CB44EC-5C52-B35F-0860-CCEDFF09E8AE}"/>
                  </a:ext>
                </a:extLst>
              </p14:cNvPr>
              <p14:cNvContentPartPr/>
              <p14:nvPr/>
            </p14:nvContentPartPr>
            <p14:xfrm>
              <a:off x="850708" y="1830503"/>
              <a:ext cx="4015930" cy="453583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CB44EC-5C52-B35F-0860-CCEDFF09E8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48" y="1821143"/>
                <a:ext cx="4034651" cy="4554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3A8446C6-E2AF-8577-AF22-C504C98B93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3621" y="1906245"/>
                <a:ext cx="4341162" cy="3982232"/>
              </a:xfrm>
              <a:prstGeom prst="rect">
                <a:avLst/>
              </a:prstGeom>
              <a:solidFill>
                <a:srgbClr val="AB852F"/>
              </a:solidFill>
            </p:spPr>
            <p:txBody>
              <a:bodyPr vert="horz" lIns="0" tIns="0" rIns="0" bIns="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1" kern="1200">
                    <a:solidFill>
                      <a:schemeClr val="bg1"/>
                    </a:solidFill>
                    <a:latin typeface="Corbel" panose="020B0503020204020204" pitchFamily="34" charset="0"/>
                    <a:ea typeface="+mj-ea"/>
                    <a:cs typeface="+mj-cs"/>
                  </a:defRPr>
                </a:lvl1pPr>
              </a:lstStyle>
              <a:p>
                <a:r>
                  <a:rPr lang="en-US" sz="2800" b="0" dirty="0">
                    <a:latin typeface="+mj-lt"/>
                  </a:rPr>
                  <a:t>Imagine we have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800" b="0" dirty="0">
                    <a:latin typeface="+mj-lt"/>
                  </a:rPr>
                  <a:t> bus distribution system. Substation bus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>
                    <a:latin typeface="+mj-lt"/>
                  </a:rPr>
                  <a:t>.</a:t>
                </a:r>
              </a:p>
              <a:p>
                <a:r>
                  <a:rPr lang="en-US" sz="2800" b="0" dirty="0">
                    <a:latin typeface="+mj-lt"/>
                  </a:rPr>
                  <a:t>We wish to solve for its OPF, but would like to avoid solving the whole system in one go.</a:t>
                </a:r>
              </a:p>
              <a:p>
                <a:br>
                  <a:rPr lang="en-US" sz="2800" b="0" dirty="0">
                    <a:latin typeface="+mj-lt"/>
                  </a:rPr>
                </a:br>
                <a:r>
                  <a:rPr lang="en-US" sz="2800" b="0" dirty="0">
                    <a:latin typeface="+mj-lt"/>
                  </a:rPr>
                  <a:t>Let us focus on bus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800" b="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3A8446C6-E2AF-8577-AF22-C504C98B9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621" y="1906245"/>
                <a:ext cx="4341162" cy="3982232"/>
              </a:xfrm>
              <a:prstGeom prst="rect">
                <a:avLst/>
              </a:prstGeom>
              <a:blipFill>
                <a:blip r:embed="rId4"/>
                <a:stretch>
                  <a:fillRect l="-5056" r="-1685" b="-5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6363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69C32-E839-B8D5-5CE1-DB778913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A873-7446-950E-CF79-FBBE215F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MPDOPF - Spatially Decomposition MPOPF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CF975-5065-C10E-0295-F717FF556E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Intuition for Spatial Decomposition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CC4E8B-3922-7E57-3DD3-9C668C145626}"/>
                  </a:ext>
                </a:extLst>
              </p14:cNvPr>
              <p14:cNvContentPartPr/>
              <p14:nvPr/>
            </p14:nvContentPartPr>
            <p14:xfrm>
              <a:off x="1438045" y="1919592"/>
              <a:ext cx="4657955" cy="465427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CC4E8B-3922-7E57-3DD3-9C668C1456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8684" y="1910232"/>
                <a:ext cx="4676676" cy="4672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04F604D-A503-BB23-AE6E-DEC4DDC185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660" y="4902740"/>
                <a:ext cx="2430412" cy="1671122"/>
              </a:xfrm>
              <a:prstGeom prst="rect">
                <a:avLst/>
              </a:prstGeom>
              <a:solidFill>
                <a:srgbClr val="AB852F">
                  <a:alpha val="80000"/>
                </a:srgbClr>
              </a:solidFill>
            </p:spPr>
            <p:txBody>
              <a:bodyPr vert="horz" lIns="0" tIns="0" rIns="0" bIns="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1" kern="1200">
                    <a:solidFill>
                      <a:schemeClr val="bg1"/>
                    </a:solidFill>
                    <a:latin typeface="Corbel" panose="020B0503020204020204" pitchFamily="34" charset="0"/>
                    <a:ea typeface="+mj-ea"/>
                    <a:cs typeface="+mj-cs"/>
                  </a:defRPr>
                </a:lvl1pPr>
              </a:lstStyle>
              <a:p>
                <a:r>
                  <a:rPr lang="en-US" sz="1800" b="0" dirty="0">
                    <a:latin typeface="+mj-lt"/>
                  </a:rPr>
                  <a:t>Let us focus on bus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800" b="0" dirty="0">
                    <a:latin typeface="+mj-lt"/>
                  </a:rPr>
                  <a:t>.</a:t>
                </a:r>
              </a:p>
              <a:p>
                <a:r>
                  <a:rPr lang="en-US" sz="1800" b="0" dirty="0">
                    <a:latin typeface="+mj-lt"/>
                  </a:rPr>
                  <a:t>We can see that it is one of the </a:t>
                </a:r>
                <a:r>
                  <a:rPr lang="en-US" sz="1800" b="0" i="1" dirty="0">
                    <a:latin typeface="+mj-lt"/>
                  </a:rPr>
                  <a:t>gateway </a:t>
                </a:r>
                <a:r>
                  <a:rPr lang="en-US" sz="1800" b="0" dirty="0">
                    <a:latin typeface="+mj-lt"/>
                  </a:rPr>
                  <a:t>buses between the two </a:t>
                </a:r>
                <a:r>
                  <a:rPr lang="en-US" sz="1800" b="0" i="1" dirty="0">
                    <a:latin typeface="+mj-lt"/>
                  </a:rPr>
                  <a:t>areas</a:t>
                </a:r>
                <a:r>
                  <a:rPr lang="en-US" sz="1800" b="0" dirty="0">
                    <a:latin typeface="+mj-lt"/>
                  </a:rPr>
                  <a:t> demarcated by the dashed lines.</a:t>
                </a: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04F604D-A503-BB23-AE6E-DEC4DDC18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0" y="4902740"/>
                <a:ext cx="2430412" cy="1671122"/>
              </a:xfrm>
              <a:prstGeom prst="rect">
                <a:avLst/>
              </a:prstGeom>
              <a:blipFill>
                <a:blip r:embed="rId4"/>
                <a:stretch>
                  <a:fillRect l="-6030" r="-5025" b="-87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DB51C7E-427B-A91F-39AC-F889853EFB53}"/>
                  </a:ext>
                </a:extLst>
              </p14:cNvPr>
              <p14:cNvContentPartPr/>
              <p14:nvPr/>
            </p14:nvContentPartPr>
            <p14:xfrm>
              <a:off x="6267770" y="1774407"/>
              <a:ext cx="4803556" cy="465427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DB51C7E-427B-A91F-39AC-F889853EFB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58411" y="1765047"/>
                <a:ext cx="4822275" cy="4672989"/>
              </a:xfrm>
              <a:prstGeom prst="rect">
                <a:avLst/>
              </a:prstGeom>
            </p:spPr>
          </p:pic>
        </mc:Fallback>
      </mc:AlternateContent>
      <p:sp>
        <p:nvSpPr>
          <p:cNvPr id="9" name="Arrow: Right 8">
            <a:extLst>
              <a:ext uri="{FF2B5EF4-FFF2-40B4-BE49-F238E27FC236}">
                <a16:creationId xmlns:a16="http://schemas.microsoft.com/office/drawing/2014/main" id="{C5A02113-6356-1A07-1109-F8080AE9089F}"/>
              </a:ext>
            </a:extLst>
          </p:cNvPr>
          <p:cNvSpPr/>
          <p:nvPr/>
        </p:nvSpPr>
        <p:spPr>
          <a:xfrm>
            <a:off x="5058398" y="3507915"/>
            <a:ext cx="810623" cy="6684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77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8FD60-563A-CD6D-6E26-7FFF6CCC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AB71-31A1-E43C-9AD5-0858BB5E2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MPDOPF - Spatially Decomposition MPOPF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D5A3D-B82A-EF3D-9FF6-85D397CC6F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Intuition for Spatial Decomposition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C7873EBE-A985-1600-35A4-42B332DAD9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0314" y="5051423"/>
                <a:ext cx="2632221" cy="1579598"/>
              </a:xfrm>
              <a:prstGeom prst="rect">
                <a:avLst/>
              </a:prstGeom>
              <a:solidFill>
                <a:srgbClr val="AB852F">
                  <a:alpha val="40000"/>
                </a:srgbClr>
              </a:solidFill>
            </p:spPr>
            <p:txBody>
              <a:bodyPr vert="horz" lIns="0" tIns="0" rIns="0" bIns="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1" kern="1200">
                    <a:solidFill>
                      <a:schemeClr val="bg1"/>
                    </a:solidFill>
                    <a:latin typeface="Corbel" panose="020B0503020204020204" pitchFamily="34" charset="0"/>
                    <a:ea typeface="+mj-ea"/>
                    <a:cs typeface="+mj-cs"/>
                  </a:defRPr>
                </a:lvl1pPr>
              </a:lstStyle>
              <a:p>
                <a:r>
                  <a:rPr lang="en-US" sz="1600" b="0" dirty="0">
                    <a:solidFill>
                      <a:schemeClr val="bg1">
                        <a:lumMod val="10000"/>
                      </a:schemeClr>
                    </a:solidFill>
                  </a:rPr>
                  <a:t>We can divide the system into two </a:t>
                </a:r>
                <a:r>
                  <a:rPr lang="en-US" sz="1600" b="0" i="1" dirty="0">
                    <a:solidFill>
                      <a:schemeClr val="bg1">
                        <a:lumMod val="10000"/>
                      </a:schemeClr>
                    </a:solidFill>
                  </a:rPr>
                  <a:t>areas</a:t>
                </a:r>
                <a:r>
                  <a:rPr lang="en-US" sz="1600" b="0" dirty="0">
                    <a:solidFill>
                      <a:schemeClr val="bg1">
                        <a:lumMod val="10000"/>
                      </a:schemeClr>
                    </a:solidFill>
                  </a:rPr>
                  <a:t>, one where bus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600" b="0" dirty="0">
                    <a:solidFill>
                      <a:schemeClr val="bg1">
                        <a:lumMod val="10000"/>
                      </a:schemeClr>
                    </a:solidFill>
                  </a:rPr>
                  <a:t> behaves like a load node (whose load we don’t know) and one where bus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600" b="0" dirty="0">
                    <a:solidFill>
                      <a:schemeClr val="bg1">
                        <a:lumMod val="10000"/>
                      </a:schemeClr>
                    </a:solidFill>
                  </a:rPr>
                  <a:t> behaves as a </a:t>
                </a:r>
                <a:r>
                  <a:rPr lang="en-US" sz="1600" b="0" i="1" dirty="0">
                    <a:solidFill>
                      <a:schemeClr val="bg1">
                        <a:lumMod val="10000"/>
                      </a:schemeClr>
                    </a:solidFill>
                  </a:rPr>
                  <a:t>substation</a:t>
                </a:r>
                <a:r>
                  <a:rPr lang="en-US" sz="1600" b="0" dirty="0">
                    <a:solidFill>
                      <a:schemeClr val="bg1">
                        <a:lumMod val="10000"/>
                      </a:schemeClr>
                    </a:solidFill>
                  </a:rPr>
                  <a:t> node (whose voltage we do don’t know).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C7873EBE-A985-1600-35A4-42B332DA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14" y="5051423"/>
                <a:ext cx="2632221" cy="1579598"/>
              </a:xfrm>
              <a:prstGeom prst="rect">
                <a:avLst/>
              </a:prstGeom>
              <a:blipFill>
                <a:blip r:embed="rId2"/>
                <a:stretch>
                  <a:fillRect l="-4630" t="-3089" r="-4630" b="-77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D2AFFE94-18CE-B014-9E90-6349810BBA59}"/>
              </a:ext>
            </a:extLst>
          </p:cNvPr>
          <p:cNvSpPr/>
          <p:nvPr/>
        </p:nvSpPr>
        <p:spPr>
          <a:xfrm>
            <a:off x="5219921" y="3130617"/>
            <a:ext cx="781486" cy="8253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8F9CB39-E2CF-09B5-6DEE-B277C46370BB}"/>
                  </a:ext>
                </a:extLst>
              </p14:cNvPr>
              <p14:cNvContentPartPr/>
              <p14:nvPr/>
            </p14:nvContentPartPr>
            <p14:xfrm>
              <a:off x="8967891" y="3955999"/>
              <a:ext cx="1850944" cy="2540189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8F9CB39-E2CF-09B5-6DEE-B277C46370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8530" y="3946640"/>
                <a:ext cx="1869666" cy="25589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AF8B166-25A4-E86E-522E-2AC92D2240E0}"/>
                  </a:ext>
                </a:extLst>
              </p14:cNvPr>
              <p14:cNvContentPartPr/>
              <p14:nvPr/>
            </p14:nvContentPartPr>
            <p14:xfrm>
              <a:off x="6437439" y="1750582"/>
              <a:ext cx="2053670" cy="2140425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AF8B166-25A4-E86E-522E-2AC92D2240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28080" y="1741226"/>
                <a:ext cx="2072389" cy="2159138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A26CEED3-2765-B0EA-3C9E-EEDF96387EB0}"/>
              </a:ext>
            </a:extLst>
          </p:cNvPr>
          <p:cNvSpPr txBox="1">
            <a:spLocks/>
          </p:cNvSpPr>
          <p:nvPr/>
        </p:nvSpPr>
        <p:spPr>
          <a:xfrm>
            <a:off x="6001407" y="4922196"/>
            <a:ext cx="2632221" cy="1418010"/>
          </a:xfrm>
          <a:prstGeom prst="rect">
            <a:avLst/>
          </a:prstGeom>
          <a:solidFill>
            <a:srgbClr val="AB852F">
              <a:alpha val="40000"/>
            </a:srgbClr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US" sz="1800" b="0" dirty="0">
                <a:solidFill>
                  <a:schemeClr val="bg1">
                    <a:lumMod val="10000"/>
                  </a:schemeClr>
                </a:solidFill>
              </a:rPr>
              <a:t>Now we have two OPF problems, each of half the size (and 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less than half</a:t>
            </a:r>
            <a:r>
              <a:rPr lang="en-US" sz="1800" b="0" i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0" dirty="0">
                <a:solidFill>
                  <a:schemeClr val="bg1">
                    <a:lumMod val="10000"/>
                  </a:schemeClr>
                </a:solidFill>
              </a:rPr>
              <a:t>the computation time) of the original problem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21CBEA1-8A96-7386-A4AA-9A6CF56905FE}"/>
                  </a:ext>
                </a:extLst>
              </p14:cNvPr>
              <p14:cNvContentPartPr/>
              <p14:nvPr/>
            </p14:nvContentPartPr>
            <p14:xfrm>
              <a:off x="1556425" y="1757667"/>
              <a:ext cx="3227464" cy="3706689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21CBEA1-8A96-7386-A4AA-9A6CF56905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47066" y="1748308"/>
                <a:ext cx="3246182" cy="37254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6262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205B-1511-3183-923C-B1081D43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B1E3-CDF0-EB89-E313-DABDFCD6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MPDOPF - Spatially Decomposition MPOPF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13147-5804-1765-7C5C-51006485E7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Intuition for Spatial Decomposition via OPF (single period)</a:t>
            </a:r>
            <a:endParaRPr lang="en-IN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CB316E-E021-A698-A8B6-105A7B716B51}"/>
              </a:ext>
            </a:extLst>
          </p:cNvPr>
          <p:cNvGrpSpPr/>
          <p:nvPr/>
        </p:nvGrpSpPr>
        <p:grpSpPr>
          <a:xfrm>
            <a:off x="428890" y="2345401"/>
            <a:ext cx="2887956" cy="2966965"/>
            <a:chOff x="-496652" y="1502590"/>
            <a:chExt cx="3500904" cy="365822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4A27C92-BD60-10DC-E942-1EF8012C3C2F}"/>
                </a:ext>
              </a:extLst>
            </p:cNvPr>
            <p:cNvGrpSpPr/>
            <p:nvPr/>
          </p:nvGrpSpPr>
          <p:grpSpPr>
            <a:xfrm>
              <a:off x="1369894" y="3304474"/>
              <a:ext cx="1634358" cy="1856340"/>
              <a:chOff x="3476960" y="2878806"/>
              <a:chExt cx="1634358" cy="185634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CB3162E-E973-8251-F597-3E81262AC5A3}"/>
                  </a:ext>
                </a:extLst>
              </p:cNvPr>
              <p:cNvSpPr/>
              <p:nvPr/>
            </p:nvSpPr>
            <p:spPr>
              <a:xfrm>
                <a:off x="3476960" y="2878806"/>
                <a:ext cx="1634358" cy="185634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p14="http://schemas.microsoft.com/office/powerpoint/2010/main" Requires="p14">
              <p:contentPart p14:bwMode="auto" r:id="rId2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8B4DC22B-53DD-C39B-6F10-9FC0F4619AAF}"/>
                      </a:ext>
                    </a:extLst>
                  </p14:cNvPr>
                  <p14:cNvContentPartPr/>
                  <p14:nvPr/>
                </p14:nvContentPartPr>
                <p14:xfrm>
                  <a:off x="3623702" y="2929553"/>
                  <a:ext cx="1340873" cy="1754847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8B4DC22B-53DD-C39B-6F10-9FC0F4619AAF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612357" y="2918460"/>
                    <a:ext cx="1363563" cy="17779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1BFEB67-331E-1BD5-6979-0E1141A0780E}"/>
                </a:ext>
              </a:extLst>
            </p:cNvPr>
            <p:cNvGrpSpPr/>
            <p:nvPr/>
          </p:nvGrpSpPr>
          <p:grpSpPr>
            <a:xfrm>
              <a:off x="-496652" y="1502590"/>
              <a:ext cx="1634358" cy="1856340"/>
              <a:chOff x="1610414" y="1527601"/>
              <a:chExt cx="1634358" cy="185634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D5FC466-826C-F653-39D2-D7D298CF2252}"/>
                  </a:ext>
                </a:extLst>
              </p:cNvPr>
              <p:cNvSpPr/>
              <p:nvPr/>
            </p:nvSpPr>
            <p:spPr>
              <a:xfrm>
                <a:off x="1610414" y="1527601"/>
                <a:ext cx="1634358" cy="185634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p14="http://schemas.microsoft.com/office/powerpoint/2010/main" Requires="p14">
              <p:contentPart p14:bwMode="auto" r:id="rId4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3E660686-AF88-D8E6-69ED-AE94ECCD26AF}"/>
                      </a:ext>
                    </a:extLst>
                  </p14:cNvPr>
                  <p14:cNvContentPartPr/>
                  <p14:nvPr/>
                </p14:nvContentPartPr>
                <p14:xfrm>
                  <a:off x="1683726" y="1676390"/>
                  <a:ext cx="1487734" cy="1478676"/>
                </p14:xfrm>
              </p:contentPart>
            </mc:Choice>
            <mc:Fallback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3E660686-AF88-D8E6-69ED-AE94ECCD26AF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672383" y="1664855"/>
                    <a:ext cx="1510421" cy="1501746"/>
                  </a:xfrm>
                  <a:prstGeom prst="rect">
                    <a:avLst/>
                  </a:prstGeom>
                </p:spPr>
              </p:pic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4074B3E-4FD2-50D7-D4A0-31DB7411FB44}"/>
                </a:ext>
              </a:extLst>
            </p:cNvPr>
            <p:cNvCxnSpPr>
              <a:cxnSpLocks/>
            </p:cNvCxnSpPr>
            <p:nvPr/>
          </p:nvCxnSpPr>
          <p:spPr>
            <a:xfrm>
              <a:off x="735849" y="3429963"/>
              <a:ext cx="508350" cy="34981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A712BFF-F4CB-9265-F953-364D4926AF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0132" y="2987750"/>
              <a:ext cx="498575" cy="284610"/>
            </a:xfrm>
            <a:prstGeom prst="straightConnector1">
              <a:avLst/>
            </a:prstGeom>
            <a:ln w="38100">
              <a:solidFill>
                <a:srgbClr val="CA12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736AFB0-BA23-018D-F44E-E95C4068EF26}"/>
                  </a:ext>
                </a:extLst>
              </p:cNvPr>
              <p:cNvSpPr/>
              <p:nvPr/>
            </p:nvSpPr>
            <p:spPr>
              <a:xfrm rot="2061507">
                <a:off x="1478958" y="3031014"/>
                <a:ext cx="1614732" cy="392967"/>
              </a:xfrm>
              <a:prstGeom prst="rect">
                <a:avLst/>
              </a:prstGeom>
              <a:solidFill>
                <a:srgbClr val="CA123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Solve OPF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algn="ctr"/>
                <a:r>
                  <a:rPr lang="en-US" sz="12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736AFB0-BA23-018D-F44E-E95C4068E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1507">
                <a:off x="1478958" y="3031014"/>
                <a:ext cx="1614732" cy="392967"/>
              </a:xfrm>
              <a:prstGeom prst="rect">
                <a:avLst/>
              </a:prstGeom>
              <a:blipFill>
                <a:blip r:embed="rId6"/>
                <a:stretch>
                  <a:fillRect t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079E675-7A73-27AE-80BA-2B186EA9CCFC}"/>
                  </a:ext>
                </a:extLst>
              </p:cNvPr>
              <p:cNvSpPr/>
              <p:nvPr/>
            </p:nvSpPr>
            <p:spPr>
              <a:xfrm rot="1983873">
                <a:off x="469497" y="4160935"/>
                <a:ext cx="1640754" cy="388959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Solve OPF to get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endParaRPr lang="en-US" sz="1100" dirty="0"/>
              </a:p>
              <a:p>
                <a:pPr algn="ctr"/>
                <a:r>
                  <a:rPr lang="en-US" sz="11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𝑆𝑢𝑏𝑠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endParaRPr lang="en-US" sz="1100" dirty="0"/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079E675-7A73-27AE-80BA-2B186EA9CC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3873">
                <a:off x="469497" y="4160935"/>
                <a:ext cx="1640754" cy="388959"/>
              </a:xfrm>
              <a:prstGeom prst="rect">
                <a:avLst/>
              </a:prstGeom>
              <a:blipFill>
                <a:blip r:embed="rId7"/>
                <a:stretch>
                  <a:fillRect t="-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C0B3D6E-BD5E-4B77-C570-4B60A5F243D9}"/>
                  </a:ext>
                </a:extLst>
              </p:cNvPr>
              <p:cNvSpPr/>
              <p:nvPr/>
            </p:nvSpPr>
            <p:spPr>
              <a:xfrm>
                <a:off x="1261527" y="2192339"/>
                <a:ext cx="723829" cy="289734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Area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C0B3D6E-BD5E-4B77-C570-4B60A5F24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527" y="2192339"/>
                <a:ext cx="723829" cy="289734"/>
              </a:xfrm>
              <a:prstGeom prst="rect">
                <a:avLst/>
              </a:prstGeom>
              <a:blipFill>
                <a:blip r:embed="rId8"/>
                <a:stretch>
                  <a:fillRect t="-4082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F6FD7CF-8072-2F97-27A8-7B2ADEF93BFE}"/>
                  </a:ext>
                </a:extLst>
              </p:cNvPr>
              <p:cNvSpPr/>
              <p:nvPr/>
            </p:nvSpPr>
            <p:spPr>
              <a:xfrm>
                <a:off x="2965677" y="3732784"/>
                <a:ext cx="706949" cy="302132"/>
              </a:xfrm>
              <a:prstGeom prst="rect">
                <a:avLst/>
              </a:prstGeom>
              <a:solidFill>
                <a:srgbClr val="CA123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Area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F6FD7CF-8072-2F97-27A8-7B2ADEF93B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677" y="3732784"/>
                <a:ext cx="706949" cy="302132"/>
              </a:xfrm>
              <a:prstGeom prst="rect">
                <a:avLst/>
              </a:prstGeom>
              <a:blipFill>
                <a:blip r:embed="rId9"/>
                <a:stretch>
                  <a:fillRect t="-1923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0CE3ED6-05E7-04B9-3365-8431414ED01D}"/>
                  </a:ext>
                </a:extLst>
              </p:cNvPr>
              <p:cNvSpPr/>
              <p:nvPr/>
            </p:nvSpPr>
            <p:spPr>
              <a:xfrm>
                <a:off x="1912833" y="1922831"/>
                <a:ext cx="1923290" cy="236712"/>
              </a:xfrm>
              <a:prstGeom prst="rect">
                <a:avLst/>
              </a:prstGeom>
              <a:solidFill>
                <a:srgbClr val="7F6A3A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Each </a:t>
                </a:r>
                <a:r>
                  <a:rPr lang="en-US" sz="1200" i="1" dirty="0"/>
                  <a:t>macro-iteration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i="1" dirty="0"/>
                  <a:t>:</a:t>
                </a:r>
                <a:endParaRPr lang="en-US" sz="1200" dirty="0"/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0CE3ED6-05E7-04B9-3365-8431414ED0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833" y="1922831"/>
                <a:ext cx="1923290" cy="236712"/>
              </a:xfrm>
              <a:prstGeom prst="rect">
                <a:avLst/>
              </a:prstGeom>
              <a:blipFill>
                <a:blip r:embed="rId10"/>
                <a:stretch>
                  <a:fillRect t="-7317" b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Diamond 52">
            <a:extLst>
              <a:ext uri="{FF2B5EF4-FFF2-40B4-BE49-F238E27FC236}">
                <a16:creationId xmlns:a16="http://schemas.microsoft.com/office/drawing/2014/main" id="{B3C874D2-5F35-8D6A-5F1C-A754FF852AB0}"/>
              </a:ext>
            </a:extLst>
          </p:cNvPr>
          <p:cNvSpPr/>
          <p:nvPr/>
        </p:nvSpPr>
        <p:spPr>
          <a:xfrm>
            <a:off x="1187096" y="5536108"/>
            <a:ext cx="3374762" cy="749674"/>
          </a:xfrm>
          <a:prstGeom prst="diamond">
            <a:avLst/>
          </a:prstGeom>
          <a:solidFill>
            <a:srgbClr val="7F6A3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Are boundary variables</a:t>
            </a:r>
          </a:p>
          <a:p>
            <a:pPr algn="ctr"/>
            <a:r>
              <a:rPr lang="en-US" sz="1200" dirty="0"/>
              <a:t> </a:t>
            </a:r>
            <a:r>
              <a:rPr lang="en-US" sz="1200" i="1" dirty="0"/>
              <a:t>converged</a:t>
            </a:r>
            <a:r>
              <a:rPr lang="en-US" sz="1200" dirty="0"/>
              <a:t>? </a:t>
            </a:r>
          </a:p>
        </p:txBody>
      </p:sp>
      <p:sp>
        <p:nvSpPr>
          <p:cNvPr id="54" name="Parallelogram 53">
            <a:extLst>
              <a:ext uri="{FF2B5EF4-FFF2-40B4-BE49-F238E27FC236}">
                <a16:creationId xmlns:a16="http://schemas.microsoft.com/office/drawing/2014/main" id="{D0E4E265-2F9F-D686-E1C3-0F9C1698BB82}"/>
              </a:ext>
            </a:extLst>
          </p:cNvPr>
          <p:cNvSpPr/>
          <p:nvPr/>
        </p:nvSpPr>
        <p:spPr>
          <a:xfrm>
            <a:off x="6321157" y="3461515"/>
            <a:ext cx="2463710" cy="748298"/>
          </a:xfrm>
          <a:prstGeom prst="parallelogram">
            <a:avLst/>
          </a:prstGeom>
          <a:solidFill>
            <a:srgbClr val="7F6A3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Exchange boundary variables, and continue.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CCC635-B8D9-5A34-123B-6B703909AE2A}"/>
              </a:ext>
            </a:extLst>
          </p:cNvPr>
          <p:cNvSpPr/>
          <p:nvPr/>
        </p:nvSpPr>
        <p:spPr>
          <a:xfrm>
            <a:off x="2436998" y="6502921"/>
            <a:ext cx="874958" cy="282439"/>
          </a:xfrm>
          <a:prstGeom prst="rect">
            <a:avLst/>
          </a:prstGeom>
          <a:solidFill>
            <a:srgbClr val="7F6A3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B3B60B-525A-2912-47EB-668F19861E95}"/>
              </a:ext>
            </a:extLst>
          </p:cNvPr>
          <p:cNvSpPr/>
          <p:nvPr/>
        </p:nvSpPr>
        <p:spPr>
          <a:xfrm>
            <a:off x="2461047" y="1642510"/>
            <a:ext cx="826861" cy="245104"/>
          </a:xfrm>
          <a:prstGeom prst="rect">
            <a:avLst/>
          </a:prstGeom>
          <a:solidFill>
            <a:srgbClr val="7F6A3A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7FA7AF6-B0AC-C541-EF34-4218AA7D73BF}"/>
              </a:ext>
            </a:extLst>
          </p:cNvPr>
          <p:cNvCxnSpPr>
            <a:cxnSpLocks/>
            <a:stCxn id="53" idx="3"/>
            <a:endCxn id="10" idx="1"/>
          </p:cNvCxnSpPr>
          <p:nvPr/>
        </p:nvCxnSpPr>
        <p:spPr>
          <a:xfrm flipV="1">
            <a:off x="4561858" y="5908049"/>
            <a:ext cx="2860553" cy="2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5F45442-2619-49A5-3434-F219AEE243E7}"/>
              </a:ext>
            </a:extLst>
          </p:cNvPr>
          <p:cNvCxnSpPr>
            <a:cxnSpLocks/>
            <a:stCxn id="5" idx="1"/>
            <a:endCxn id="52" idx="3"/>
          </p:cNvCxnSpPr>
          <p:nvPr/>
        </p:nvCxnSpPr>
        <p:spPr>
          <a:xfrm flipH="1">
            <a:off x="3836123" y="2030611"/>
            <a:ext cx="3587293" cy="105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4710E5-2880-A8A9-CE4F-DFE781761591}"/>
              </a:ext>
            </a:extLst>
          </p:cNvPr>
          <p:cNvGrpSpPr/>
          <p:nvPr/>
        </p:nvGrpSpPr>
        <p:grpSpPr>
          <a:xfrm flipH="1">
            <a:off x="2874477" y="4508643"/>
            <a:ext cx="1547748" cy="1994277"/>
            <a:chOff x="6096000" y="6463236"/>
            <a:chExt cx="3285790" cy="2530157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2A69127-C906-5E38-42D3-1C3F3A4624B8}"/>
                </a:ext>
              </a:extLst>
            </p:cNvPr>
            <p:cNvCxnSpPr>
              <a:cxnSpLocks/>
              <a:stCxn id="53" idx="2"/>
              <a:endCxn id="55" idx="0"/>
            </p:cNvCxnSpPr>
            <p:nvPr/>
          </p:nvCxnSpPr>
          <p:spPr>
            <a:xfrm flipH="1">
              <a:off x="9381790" y="8717907"/>
              <a:ext cx="0" cy="2754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E38534F-06FA-845F-2436-1D4A3382DBB1}"/>
                </a:ext>
              </a:extLst>
            </p:cNvPr>
            <p:cNvSpPr txBox="1"/>
            <p:nvPr/>
          </p:nvSpPr>
          <p:spPr>
            <a:xfrm>
              <a:off x="6096000" y="6463236"/>
              <a:ext cx="1169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4434787-1CB6-04C2-F939-E3EFF718E8B7}"/>
                  </a:ext>
                </a:extLst>
              </p:cNvPr>
              <p:cNvSpPr txBox="1"/>
              <p:nvPr/>
            </p:nvSpPr>
            <p:spPr>
              <a:xfrm>
                <a:off x="5883051" y="2033186"/>
                <a:ext cx="1169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++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4434787-1CB6-04C2-F939-E3EFF718E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051" y="2033186"/>
                <a:ext cx="1169550" cy="369332"/>
              </a:xfrm>
              <a:prstGeom prst="rect">
                <a:avLst/>
              </a:prstGeom>
              <a:blipFill>
                <a:blip r:embed="rId11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4119A0C-AFAD-86DA-AA9D-FE4742B76027}"/>
                  </a:ext>
                </a:extLst>
              </p:cNvPr>
              <p:cNvSpPr/>
              <p:nvPr/>
            </p:nvSpPr>
            <p:spPr>
              <a:xfrm>
                <a:off x="3900350" y="2594951"/>
                <a:ext cx="1982701" cy="799334"/>
              </a:xfrm>
              <a:prstGeom prst="rect">
                <a:avLst/>
              </a:prstGeom>
              <a:solidFill>
                <a:srgbClr val="7F6A3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i="1" dirty="0"/>
                  <a:t>Convergence </a:t>
                </a:r>
                <a:r>
                  <a:rPr lang="en-US" sz="1400" dirty="0"/>
                  <a:t>means: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b="0" i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4119A0C-AFAD-86DA-AA9D-FE4742B7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350" y="2594951"/>
                <a:ext cx="1982701" cy="799334"/>
              </a:xfrm>
              <a:prstGeom prst="rect">
                <a:avLst/>
              </a:prstGeom>
              <a:blipFill>
                <a:blip r:embed="rId12"/>
                <a:stretch>
                  <a:fillRect t="-9774" b="-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2D39452-CADF-DC4D-F05B-C6E9819FFE99}"/>
              </a:ext>
            </a:extLst>
          </p:cNvPr>
          <p:cNvSpPr/>
          <p:nvPr/>
        </p:nvSpPr>
        <p:spPr>
          <a:xfrm>
            <a:off x="7423416" y="1914141"/>
            <a:ext cx="257397" cy="2329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0D61A2-8DF0-CFC9-496F-D6D5B1182D04}"/>
              </a:ext>
            </a:extLst>
          </p:cNvPr>
          <p:cNvCxnSpPr>
            <a:cxnSpLocks/>
            <a:stCxn id="54" idx="0"/>
            <a:endCxn id="5" idx="2"/>
          </p:cNvCxnSpPr>
          <p:nvPr/>
        </p:nvCxnSpPr>
        <p:spPr>
          <a:xfrm flipH="1" flipV="1">
            <a:off x="7552115" y="2147080"/>
            <a:ext cx="897" cy="13144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F691521-AB26-7719-D7C8-585EAC2A8FD1}"/>
              </a:ext>
            </a:extLst>
          </p:cNvPr>
          <p:cNvSpPr/>
          <p:nvPr/>
        </p:nvSpPr>
        <p:spPr>
          <a:xfrm>
            <a:off x="7422411" y="5791579"/>
            <a:ext cx="257397" cy="2329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BBF7B0-5058-21CD-CD10-FDE06252663E}"/>
              </a:ext>
            </a:extLst>
          </p:cNvPr>
          <p:cNvGrpSpPr/>
          <p:nvPr/>
        </p:nvGrpSpPr>
        <p:grpSpPr>
          <a:xfrm>
            <a:off x="7037847" y="4209813"/>
            <a:ext cx="574473" cy="1581766"/>
            <a:chOff x="7037847" y="4209813"/>
            <a:chExt cx="574473" cy="158176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DB3D16F-12F3-6883-305E-00EDDE15B5EC}"/>
                </a:ext>
              </a:extLst>
            </p:cNvPr>
            <p:cNvSpPr txBox="1"/>
            <p:nvPr/>
          </p:nvSpPr>
          <p:spPr>
            <a:xfrm>
              <a:off x="7037847" y="4249143"/>
              <a:ext cx="574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F324277-71BA-5F07-52CA-F61731F0D530}"/>
                </a:ext>
              </a:extLst>
            </p:cNvPr>
            <p:cNvCxnSpPr>
              <a:cxnSpLocks/>
              <a:stCxn id="10" idx="0"/>
              <a:endCxn id="54" idx="4"/>
            </p:cNvCxnSpPr>
            <p:nvPr/>
          </p:nvCxnSpPr>
          <p:spPr>
            <a:xfrm flipV="1">
              <a:off x="7551110" y="4209813"/>
              <a:ext cx="1902" cy="158176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2016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7DBEB-9E37-CB60-8F8F-B6BC54410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0D1B-639F-E0A7-FC3C-9FB71AB5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 – Differential Dynamic Programming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0508A-E0D7-CB10-9BD9-45810D2C1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460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43C5A-2BB1-5BE4-A088-94790FE17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4644-0EFD-D27D-7D80-26F6BA83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tADMM – temporal ADMM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A6160-58CD-344C-027C-ACF5198B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011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4D78-63AE-708E-7D06-037F54A8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tADMM – temporal ADMM</a:t>
            </a:r>
            <a:endParaRPr lang="en-IN" dirty="0"/>
          </a:p>
        </p:txBody>
      </p:sp>
      <p:pic>
        <p:nvPicPr>
          <p:cNvPr id="10" name="Content Placeholder 9" descr="A graph of a graph&#10;&#10;AI-generated content may be incorrect.">
            <a:extLst>
              <a:ext uri="{FF2B5EF4-FFF2-40B4-BE49-F238E27FC236}">
                <a16:creationId xmlns:a16="http://schemas.microsoft.com/office/drawing/2014/main" id="{2D35384B-9B0E-51E0-0727-8FC22C7CE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54" y="1835521"/>
            <a:ext cx="3287408" cy="474847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40455-6B51-1BA4-7D8C-6B58F7CA0E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temporal decomposition algorithm for MPOPF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E4D6DACD-D5C4-9BE9-C663-ADD8B256FD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89194" y="1900135"/>
                <a:ext cx="4317579" cy="1009641"/>
              </a:xfrm>
              <a:prstGeom prst="rect">
                <a:avLst/>
              </a:prstGeom>
              <a:solidFill>
                <a:srgbClr val="AB852F">
                  <a:alpha val="80000"/>
                </a:srgbClr>
              </a:solidFill>
            </p:spPr>
            <p:txBody>
              <a:bodyPr vert="horz" lIns="0" tIns="0" rIns="0" bIns="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1" kern="1200">
                    <a:solidFill>
                      <a:schemeClr val="bg1"/>
                    </a:solidFill>
                    <a:latin typeface="Corbel" panose="020B0503020204020204" pitchFamily="34" charset="0"/>
                    <a:ea typeface="+mj-ea"/>
                    <a:cs typeface="+mj-cs"/>
                  </a:defRPr>
                </a:lvl1pPr>
              </a:lstStyle>
              <a:p>
                <a:r>
                  <a:rPr lang="en-US" sz="1800" b="0" dirty="0">
                    <a:latin typeface="+mj-lt"/>
                  </a:rPr>
                  <a:t>IEEE 123 Balanced Three-Phase System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sz="1800" b="0" dirty="0">
                    <a:latin typeface="+mj-lt"/>
                  </a:rPr>
                  <a:t> PVs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sz="1800" b="0" dirty="0">
                    <a:latin typeface="+mj-lt"/>
                  </a:rPr>
                  <a:t> Batteries solved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=96</m:t>
                    </m:r>
                  </m:oMath>
                </a14:m>
                <a:r>
                  <a:rPr lang="en-US" sz="1800" b="0" dirty="0">
                    <a:latin typeface="+mj-lt"/>
                  </a:rPr>
                  <a:t> timesteps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800" b="0" dirty="0">
                    <a:latin typeface="+mj-lt"/>
                  </a:rPr>
                  <a:t> @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1800" b="0" dirty="0">
                    <a:latin typeface="+mj-lt"/>
                  </a:rPr>
                  <a:t> minute time intervals)</a:t>
                </a:r>
              </a:p>
            </p:txBody>
          </p:sp>
        </mc:Choice>
        <mc:Fallback xmlns="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E4D6DACD-D5C4-9BE9-C663-ADD8B256F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194" y="1900135"/>
                <a:ext cx="4317579" cy="1009641"/>
              </a:xfrm>
              <a:prstGeom prst="rect">
                <a:avLst/>
              </a:prstGeom>
              <a:blipFill>
                <a:blip r:embed="rId3"/>
                <a:stretch>
                  <a:fillRect l="-3244" t="-9091" b="-1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842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A02B5-6283-E3E2-49B9-9AFCDCC8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7E7F-C3D0-F99C-7910-07467F54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tADMM – temporal ADMM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E2CF24A-C3B8-2498-F082-13970A7E3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54" y="1835521"/>
            <a:ext cx="3287408" cy="474847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2C82E-658D-618C-45CB-DD4CD8E6D4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temporal decomposition algorithm for MPOPF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6F89A43B-01A5-D23D-3E00-812CB0AD0B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89194" y="1900135"/>
                <a:ext cx="4317579" cy="1009641"/>
              </a:xfrm>
              <a:prstGeom prst="rect">
                <a:avLst/>
              </a:prstGeom>
              <a:solidFill>
                <a:srgbClr val="AB852F">
                  <a:alpha val="80000"/>
                </a:srgbClr>
              </a:solidFill>
            </p:spPr>
            <p:txBody>
              <a:bodyPr vert="horz" lIns="0" tIns="0" rIns="0" bIns="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1" kern="1200">
                    <a:solidFill>
                      <a:schemeClr val="bg1"/>
                    </a:solidFill>
                    <a:latin typeface="Corbel" panose="020B0503020204020204" pitchFamily="34" charset="0"/>
                    <a:ea typeface="+mj-ea"/>
                    <a:cs typeface="+mj-cs"/>
                  </a:defRPr>
                </a:lvl1pPr>
              </a:lstStyle>
              <a:p>
                <a:r>
                  <a:rPr lang="en-US" sz="1800" b="0" dirty="0">
                    <a:latin typeface="+mj-lt"/>
                  </a:rPr>
                  <a:t>IEEE 123 Balanced Three-Phase System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sz="1800" b="0" dirty="0">
                    <a:latin typeface="+mj-lt"/>
                  </a:rPr>
                  <a:t> PVs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sz="1800" b="0" dirty="0">
                    <a:latin typeface="+mj-lt"/>
                  </a:rPr>
                  <a:t> Batteries solved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=96</m:t>
                    </m:r>
                  </m:oMath>
                </a14:m>
                <a:r>
                  <a:rPr lang="en-US" sz="1800" b="0" dirty="0">
                    <a:latin typeface="+mj-lt"/>
                  </a:rPr>
                  <a:t> timesteps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800" b="0" dirty="0">
                    <a:latin typeface="+mj-lt"/>
                  </a:rPr>
                  <a:t> @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1800" b="0" dirty="0">
                    <a:latin typeface="+mj-lt"/>
                  </a:rPr>
                  <a:t> minute time intervals)</a:t>
                </a:r>
              </a:p>
            </p:txBody>
          </p:sp>
        </mc:Choice>
        <mc:Fallback xmlns="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6F89A43B-01A5-D23D-3E00-812CB0AD0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194" y="1900135"/>
                <a:ext cx="4317579" cy="1009641"/>
              </a:xfrm>
              <a:prstGeom prst="rect">
                <a:avLst/>
              </a:prstGeom>
              <a:blipFill>
                <a:blip r:embed="rId3"/>
                <a:stretch>
                  <a:fillRect l="-3244" t="-9091" b="-1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33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6CAC-B509-C913-BD49-C8600E07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EB2A-4239-AFB3-2CA4-8EFC1230F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and Timeline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C27D-A4D7-B2C5-2CAD-192551031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Perfecting Temporal Decomposition for Medium Sized Balanced Three-Phase Systems</a:t>
            </a:r>
          </a:p>
          <a:p>
            <a:r>
              <a:rPr lang="en-US" dirty="0"/>
              <a:t>Temporal Decomposition for Large Sized Unbalanced Three-Phase Systems</a:t>
            </a:r>
          </a:p>
          <a:p>
            <a:r>
              <a:rPr lang="en-US" dirty="0"/>
              <a:t>Concluding Research and Dissertation</a:t>
            </a:r>
          </a:p>
          <a:p>
            <a:r>
              <a:rPr lang="en-US" dirty="0"/>
              <a:t>Timeline Gantt 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137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1105-A626-9209-EF39-BC41DD0D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and Timeline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55892-4758-21BF-CD23-7A1E7BB816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>
                    <a:solidFill>
                      <a:srgbClr val="6B8E23"/>
                    </a:solidFill>
                  </a:rPr>
                  <a:t>Already successfully achieved</a:t>
                </a:r>
                <a:r>
                  <a:rPr lang="en-US" sz="2000" dirty="0"/>
                  <a:t>: IEEE 123 Balanced-Three Phase Network +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sz="2000" dirty="0"/>
                  <a:t> PVs +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sz="2000" dirty="0"/>
                  <a:t> Batteries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=96</m:t>
                    </m:r>
                  </m:oMath>
                </a14:m>
                <a:r>
                  <a:rPr lang="en-US" sz="2000" dirty="0"/>
                  <a:t> timesteps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=15</m:t>
                    </m:r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sz="2000" dirty="0"/>
                  <a:t>) solved to optimality using </a:t>
                </a:r>
                <a:r>
                  <a:rPr lang="en-US" sz="2000" dirty="0" err="1"/>
                  <a:t>tADMM</a:t>
                </a:r>
                <a:endParaRPr lang="en-US" sz="2000" dirty="0"/>
              </a:p>
              <a:p>
                <a:r>
                  <a:rPr lang="en-US" sz="2000" dirty="0">
                    <a:solidFill>
                      <a:srgbClr val="A44A3F"/>
                    </a:solidFill>
                  </a:rPr>
                  <a:t>But current implementation is somehow slower</a:t>
                </a:r>
                <a:r>
                  <a:rPr lang="en-US" sz="2000" dirty="0">
                    <a:solidFill>
                      <a:srgbClr val="C2785A"/>
                    </a:solidFill>
                  </a:rPr>
                  <a:t> </a:t>
                </a:r>
                <a:r>
                  <a:rPr lang="en-US" sz="2000" dirty="0"/>
                  <a:t>in time compared to brute force solution, perhaps due to poorly optimized code or other reasons – </a:t>
                </a:r>
                <a:r>
                  <a:rPr lang="en-US" sz="2000" dirty="0">
                    <a:solidFill>
                      <a:srgbClr val="6E7F80"/>
                    </a:solidFill>
                  </a:rPr>
                  <a:t>currently in investigation</a:t>
                </a:r>
              </a:p>
              <a:p>
                <a:pPr lvl="1"/>
                <a:endParaRPr lang="en-US" sz="2000" dirty="0">
                  <a:solidFill>
                    <a:srgbClr val="6E7F80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rgbClr val="6E7F80"/>
                    </a:solidFill>
                  </a:rPr>
                  <a:t>Now to December 2025</a:t>
                </a:r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marL="365760" lvl="2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55892-4758-21BF-CD23-7A1E7BB816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4" t="-2560" r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40600-7B70-2F6B-4828-84957C176E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Task 1: Temporal Decomposition for Medium 1ph Systems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F6C8E5D4-048B-EB1D-42F9-94F50C745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94976" y="4015131"/>
            <a:ext cx="1624714" cy="2346809"/>
          </a:xfrm>
          <a:prstGeom prst="rect">
            <a:avLst/>
          </a:prstGeom>
          <a:ln>
            <a:solidFill>
              <a:srgbClr val="A44A3F"/>
            </a:solidFill>
          </a:ln>
        </p:spPr>
      </p:pic>
      <p:pic>
        <p:nvPicPr>
          <p:cNvPr id="6" name="Content Placeholder 9" descr="A graph of a graph&#10;&#10;AI-generated content may be incorrect.">
            <a:extLst>
              <a:ext uri="{FF2B5EF4-FFF2-40B4-BE49-F238E27FC236}">
                <a16:creationId xmlns:a16="http://schemas.microsoft.com/office/drawing/2014/main" id="{EE9C04F4-20D9-FB36-4619-C3BBE5F42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589" y="4015131"/>
            <a:ext cx="1624714" cy="2346809"/>
          </a:xfrm>
          <a:prstGeom prst="rect">
            <a:avLst/>
          </a:prstGeom>
          <a:ln>
            <a:solidFill>
              <a:srgbClr val="6B8E23"/>
            </a:solidFill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D2782DE-576A-FFEE-487C-5ED1D97933F5}"/>
              </a:ext>
            </a:extLst>
          </p:cNvPr>
          <p:cNvSpPr txBox="1">
            <a:spLocks/>
          </p:cNvSpPr>
          <p:nvPr/>
        </p:nvSpPr>
        <p:spPr>
          <a:xfrm>
            <a:off x="8170402" y="6481868"/>
            <a:ext cx="1546901" cy="298894"/>
          </a:xfrm>
          <a:prstGeom prst="rect">
            <a:avLst/>
          </a:prstGeom>
          <a:solidFill>
            <a:srgbClr val="6B8E23">
              <a:alpha val="80000"/>
            </a:srgbClr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400" b="0" dirty="0">
                <a:latin typeface="+mj-lt"/>
              </a:rPr>
              <a:t>Good convergence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B090A0-80C9-B5A6-DFD4-7AEEE04E395E}"/>
              </a:ext>
            </a:extLst>
          </p:cNvPr>
          <p:cNvSpPr txBox="1">
            <a:spLocks/>
          </p:cNvSpPr>
          <p:nvPr/>
        </p:nvSpPr>
        <p:spPr>
          <a:xfrm>
            <a:off x="10133882" y="6460815"/>
            <a:ext cx="1546901" cy="298894"/>
          </a:xfrm>
          <a:prstGeom prst="rect">
            <a:avLst/>
          </a:prstGeom>
          <a:solidFill>
            <a:srgbClr val="A44A3F">
              <a:alpha val="80000"/>
            </a:srgbClr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400" b="0" dirty="0">
                <a:latin typeface="+mj-lt"/>
              </a:rPr>
              <a:t>Slow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9C6408-618F-AA37-5C65-7F00E1C9B869}"/>
              </a:ext>
            </a:extLst>
          </p:cNvPr>
          <p:cNvSpPr txBox="1"/>
          <p:nvPr/>
        </p:nvSpPr>
        <p:spPr>
          <a:xfrm rot="1899372">
            <a:off x="11287079" y="3773671"/>
            <a:ext cx="865223" cy="384048"/>
          </a:xfrm>
          <a:prstGeom prst="rect">
            <a:avLst/>
          </a:prstGeom>
          <a:solidFill>
            <a:srgbClr val="6E7F8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fix!</a:t>
            </a:r>
          </a:p>
        </p:txBody>
      </p:sp>
    </p:spTree>
    <p:extLst>
      <p:ext uri="{BB962C8B-B14F-4D97-AF65-F5344CB8AC3E}">
        <p14:creationId xmlns:p14="http://schemas.microsoft.com/office/powerpoint/2010/main" val="3192659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1D57-5B49-48C1-B232-C8771AF8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765D-3949-101F-C828-BE8D0280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and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5852A-168D-EF6A-D832-42E513D3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Formulate and implement </a:t>
            </a:r>
            <a:r>
              <a:rPr lang="en-US" sz="2000" dirty="0" err="1">
                <a:solidFill>
                  <a:schemeClr val="tx1"/>
                </a:solidFill>
              </a:rPr>
              <a:t>tADMM</a:t>
            </a:r>
            <a:r>
              <a:rPr lang="en-US" sz="2000" dirty="0">
                <a:solidFill>
                  <a:schemeClr val="tx1"/>
                </a:solidFill>
              </a:rPr>
              <a:t> for larger test systems like IEEE8500 3ph and 9500 3ph systems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First start with LinDistFlow3ph implementation, and if successful attempt to extend to nonlinear 3ph formulation</a:t>
            </a:r>
          </a:p>
          <a:p>
            <a:pPr lvl="1"/>
            <a:endParaRPr lang="en-US" dirty="0">
              <a:solidFill>
                <a:srgbClr val="6E7F8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6E7F80"/>
                </a:solidFill>
              </a:rPr>
              <a:t>Jan 2026 to March 2026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365760" lvl="2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534FB-E4C4-ED1A-834D-5578344451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Task 2: Temporal Decomposition for Large Unbalanced 3ph Systems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1BA33C-B321-8335-C3AD-D40FA3A4F169}"/>
              </a:ext>
            </a:extLst>
          </p:cNvPr>
          <p:cNvSpPr txBox="1">
            <a:spLocks/>
          </p:cNvSpPr>
          <p:nvPr/>
        </p:nvSpPr>
        <p:spPr>
          <a:xfrm>
            <a:off x="8948542" y="6211216"/>
            <a:ext cx="2500373" cy="275378"/>
          </a:xfrm>
          <a:prstGeom prst="rect">
            <a:avLst/>
          </a:prstGeom>
          <a:solidFill>
            <a:srgbClr val="AB852F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400" b="0" dirty="0">
                <a:latin typeface="+mj-lt"/>
              </a:rPr>
              <a:t>9500 3ph System [9500Test]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ECACDB-AD6B-160C-CD2C-9A705B10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543" y="3927332"/>
            <a:ext cx="2500373" cy="2132671"/>
          </a:xfrm>
          <a:prstGeom prst="rect">
            <a:avLst/>
          </a:prstGeom>
          <a:ln>
            <a:solidFill>
              <a:srgbClr val="AB852F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806449-ACC6-DC2C-677C-A2B183B49574}"/>
              </a:ext>
            </a:extLst>
          </p:cNvPr>
          <p:cNvSpPr txBox="1"/>
          <p:nvPr/>
        </p:nvSpPr>
        <p:spPr>
          <a:xfrm rot="1899372">
            <a:off x="10883590" y="3740641"/>
            <a:ext cx="1267603" cy="373380"/>
          </a:xfrm>
          <a:prstGeom prst="rect">
            <a:avLst/>
          </a:prstGeom>
          <a:solidFill>
            <a:srgbClr val="6E7F8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Implement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87F006-CFB6-CF49-BD72-0060800BE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5828" y="3927332"/>
            <a:ext cx="2346172" cy="2132671"/>
          </a:xfrm>
          <a:prstGeom prst="rect">
            <a:avLst/>
          </a:prstGeom>
          <a:ln>
            <a:solidFill>
              <a:srgbClr val="AB852F"/>
            </a:solidFill>
          </a:ln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1DA873B4-E507-93F7-566D-918DE91B2033}"/>
              </a:ext>
            </a:extLst>
          </p:cNvPr>
          <p:cNvSpPr txBox="1">
            <a:spLocks/>
          </p:cNvSpPr>
          <p:nvPr/>
        </p:nvSpPr>
        <p:spPr>
          <a:xfrm>
            <a:off x="6178202" y="6211216"/>
            <a:ext cx="2500373" cy="399134"/>
          </a:xfrm>
          <a:prstGeom prst="rect">
            <a:avLst/>
          </a:prstGeom>
          <a:solidFill>
            <a:srgbClr val="AB852F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400" b="0" dirty="0">
                <a:latin typeface="+mj-lt"/>
              </a:rPr>
              <a:t>IEEE 8500 3ph System [ieee8500]</a:t>
            </a:r>
          </a:p>
        </p:txBody>
      </p:sp>
    </p:spTree>
    <p:extLst>
      <p:ext uri="{BB962C8B-B14F-4D97-AF65-F5344CB8AC3E}">
        <p14:creationId xmlns:p14="http://schemas.microsoft.com/office/powerpoint/2010/main" val="2541309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94D8-B055-3942-0A32-9637C007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D44-CEAF-D8F3-F8B9-386B13AF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and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0A3E1-1B24-CCB5-A6AC-FC698568C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Complete investigating DDP and document its performance in a paper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Conduct a final comprehensive literature review on novel temporal decomposition methods for MPOPF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Complete any remaining implementations or case studies</a:t>
            </a:r>
            <a:endParaRPr lang="en-US" dirty="0">
              <a:solidFill>
                <a:srgbClr val="6E7F8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6E7F80"/>
                </a:solidFill>
              </a:rPr>
              <a:t>Feb 2026 to May 2026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365760" lvl="2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56093-0D00-4784-D8C8-CD4BD2D0CC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Task 3: Concluding Research and Dissertation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DDE1BA-ECE7-1794-176D-09FCA28AF112}"/>
              </a:ext>
            </a:extLst>
          </p:cNvPr>
          <p:cNvSpPr txBox="1">
            <a:spLocks/>
          </p:cNvSpPr>
          <p:nvPr/>
        </p:nvSpPr>
        <p:spPr>
          <a:xfrm>
            <a:off x="7429732" y="6027578"/>
            <a:ext cx="2500373" cy="457269"/>
          </a:xfrm>
          <a:prstGeom prst="rect">
            <a:avLst/>
          </a:prstGeom>
          <a:solidFill>
            <a:srgbClr val="6E7F80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400" b="0" dirty="0">
                <a:latin typeface="+mj-lt"/>
              </a:rPr>
              <a:t>Try to finalize conclusion about DDP performance for MPOPF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30362F-87C8-82E5-AD48-D70C2DDE2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96408" y="4439365"/>
            <a:ext cx="2500373" cy="1386462"/>
          </a:xfrm>
          <a:prstGeom prst="rect">
            <a:avLst/>
          </a:prstGeom>
          <a:ln>
            <a:solidFill>
              <a:srgbClr val="A44A3F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C070D8-4124-D4A3-0947-49E4BC70C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728" y="3282576"/>
            <a:ext cx="1373635" cy="2507476"/>
          </a:xfrm>
          <a:prstGeom prst="rect">
            <a:avLst/>
          </a:prstGeom>
          <a:solidFill>
            <a:srgbClr val="6E7F80"/>
          </a:solidFill>
          <a:ln w="19050">
            <a:solidFill>
              <a:srgbClr val="6E7F80"/>
            </a:solidFill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914810C-4C11-E589-0752-EF3F7524D949}"/>
              </a:ext>
            </a:extLst>
          </p:cNvPr>
          <p:cNvSpPr txBox="1">
            <a:spLocks/>
          </p:cNvSpPr>
          <p:nvPr/>
        </p:nvSpPr>
        <p:spPr>
          <a:xfrm>
            <a:off x="10170420" y="6045652"/>
            <a:ext cx="1707255" cy="439195"/>
          </a:xfrm>
          <a:prstGeom prst="rect">
            <a:avLst/>
          </a:prstGeom>
          <a:solidFill>
            <a:srgbClr val="6E7F80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400" b="0" dirty="0">
                <a:latin typeface="+mj-lt"/>
              </a:rPr>
              <a:t>Finish writing dissertation</a:t>
            </a:r>
          </a:p>
        </p:txBody>
      </p:sp>
    </p:spTree>
    <p:extLst>
      <p:ext uri="{BB962C8B-B14F-4D97-AF65-F5344CB8AC3E}">
        <p14:creationId xmlns:p14="http://schemas.microsoft.com/office/powerpoint/2010/main" val="2752404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B68AD-9246-3AAA-1FD6-37A7F483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3785-71C7-BAA5-9087-E4EB4F6C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and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7983-E9F4-7BDA-3C78-CBEDE955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365760" lvl="2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CDC1C-4DFE-F9C9-B2D3-F17DEC74B4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Timeline as Gantt 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327230-AB98-1414-6C99-174286830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16" y="1734059"/>
            <a:ext cx="7320668" cy="4408960"/>
          </a:xfrm>
          <a:prstGeom prst="rect">
            <a:avLst/>
          </a:prstGeom>
          <a:ln>
            <a:solidFill>
              <a:srgbClr val="AB852F"/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D263778-5C03-3FC1-361C-1EDD4A01A8B6}"/>
              </a:ext>
            </a:extLst>
          </p:cNvPr>
          <p:cNvSpPr txBox="1">
            <a:spLocks/>
          </p:cNvSpPr>
          <p:nvPr/>
        </p:nvSpPr>
        <p:spPr>
          <a:xfrm>
            <a:off x="3410183" y="6297740"/>
            <a:ext cx="4828942" cy="237456"/>
          </a:xfrm>
          <a:prstGeom prst="rect">
            <a:avLst/>
          </a:prstGeom>
          <a:solidFill>
            <a:srgbClr val="AB852F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600" b="0" dirty="0">
                <a:latin typeface="+mj-lt"/>
              </a:rPr>
              <a:t>Gantt chart showing execution plan for future works</a:t>
            </a:r>
          </a:p>
        </p:txBody>
      </p:sp>
    </p:spTree>
    <p:extLst>
      <p:ext uri="{BB962C8B-B14F-4D97-AF65-F5344CB8AC3E}">
        <p14:creationId xmlns:p14="http://schemas.microsoft.com/office/powerpoint/2010/main" val="3561240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B79E-321E-6975-3DC9-E518928C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449C3-BBBB-870C-C695-685B78DB5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72018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743C-F167-7B3E-EF93-4228DB76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2324-2A6D-FB50-FB74-E2494991A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0975" indent="-180975">
              <a:buFont typeface="+mj-lt"/>
              <a:buAutoNum type="arabicPeriod"/>
            </a:pPr>
            <a:r>
              <a:rPr lang="en-US" sz="1400" dirty="0"/>
              <a:t>[9500Test] Introducing the 9500 Node Distribution Test System to Support Advanced Power Applications. (2023, February 03). Retrieved from </a:t>
            </a:r>
            <a:r>
              <a:rPr lang="en-US" sz="1400" dirty="0">
                <a:hlinkClick r:id="rId2"/>
              </a:rPr>
              <a:t>https://www.pnnl.gov/publications/introducing-9500-node-distribution-test-system-support-advanced-power-applications</a:t>
            </a:r>
            <a:r>
              <a:rPr lang="en-US" sz="1400" dirty="0"/>
              <a:t> 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400" dirty="0"/>
              <a:t>[ieee8500] Arritt, R. F., &amp; Dugan, R. C. . The IEEE 8500-node test feeder. IEEE PES T&amp;D 2010. IEEE. </a:t>
            </a:r>
            <a:r>
              <a:rPr lang="en-US" sz="1400" dirty="0" err="1"/>
              <a:t>doi</a:t>
            </a:r>
            <a:r>
              <a:rPr lang="en-US" sz="1400" dirty="0"/>
              <a:t>: 10.1109/TDC.2010.5484381</a:t>
            </a:r>
          </a:p>
          <a:p>
            <a:pPr marL="180975" indent="-180975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8D7F1-D98E-9143-C329-C292B32F73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6937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wsu-prelims">
      <a:dk1>
        <a:srgbClr val="222222"/>
      </a:dk1>
      <a:lt1>
        <a:srgbClr val="F8F6F4"/>
      </a:lt1>
      <a:dk2>
        <a:srgbClr val="444444"/>
      </a:dk2>
      <a:lt2>
        <a:srgbClr val="E6D7B9"/>
      </a:lt2>
      <a:accent1>
        <a:srgbClr val="660000"/>
      </a:accent1>
      <a:accent2>
        <a:srgbClr val="C5B783"/>
      </a:accent2>
      <a:accent3>
        <a:srgbClr val="AFA77A"/>
      </a:accent3>
      <a:accent4>
        <a:srgbClr val="888888"/>
      </a:accent4>
      <a:accent5>
        <a:srgbClr val="FAFAFA"/>
      </a:accent5>
      <a:accent6>
        <a:srgbClr val="520000"/>
      </a:accent6>
      <a:hlink>
        <a:srgbClr val="4472C4"/>
      </a:hlink>
      <a:folHlink>
        <a:srgbClr val="A52A2A"/>
      </a:folHlink>
    </a:clrScheme>
    <a:fontScheme name="wsu-prelims">
      <a:majorFont>
        <a:latin typeface="Lato"/>
        <a:ea typeface=""/>
        <a:cs typeface="Lato"/>
      </a:majorFont>
      <a:minorFont>
        <a:latin typeface="Lato"/>
        <a:ea typeface=""/>
        <a:cs typeface="Lato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1006</TotalTime>
  <Words>1271</Words>
  <Application>Microsoft Office PowerPoint</Application>
  <PresentationFormat>Widescreen</PresentationFormat>
  <Paragraphs>163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Cambria Math</vt:lpstr>
      <vt:lpstr>Corbel</vt:lpstr>
      <vt:lpstr>Lato</vt:lpstr>
      <vt:lpstr>Wingdings</vt:lpstr>
      <vt:lpstr>1_Office Theme</vt:lpstr>
      <vt:lpstr>Preliminary Exam Presentation</vt:lpstr>
      <vt:lpstr>Introduction and Motivation</vt:lpstr>
      <vt:lpstr>Introduction and Motivation</vt:lpstr>
      <vt:lpstr>Introduction and Motivation</vt:lpstr>
      <vt:lpstr>Introduction and Motivation</vt:lpstr>
      <vt:lpstr>Introduction and Motivation</vt:lpstr>
      <vt:lpstr>PhD Execution Pipeline at a Glance</vt:lpstr>
      <vt:lpstr>PhD Execution Pipeline at a Glance</vt:lpstr>
      <vt:lpstr>PhD Execution Pipeline at a Glance</vt:lpstr>
      <vt:lpstr>Task List</vt:lpstr>
      <vt:lpstr>Modelling Tradeoff Analysis – Linear vs Nonlinear</vt:lpstr>
      <vt:lpstr>MPDOPF - Spatial Decomposition of the MPOPF problem using ENApp</vt:lpstr>
      <vt:lpstr>MPDOPF - Spatially Decomposition MPOPF</vt:lpstr>
      <vt:lpstr>MPDOPF - Spatially Decomposition MPOPF</vt:lpstr>
      <vt:lpstr>MPDOPF - Spatially Decomposition MPOPF</vt:lpstr>
      <vt:lpstr>MPDOPF - Spatially Decomposition MPOPF</vt:lpstr>
      <vt:lpstr>DDP – Differential Dynamic Programming</vt:lpstr>
      <vt:lpstr>tADMM – temporal ADMM</vt:lpstr>
      <vt:lpstr>tADMM – temporal ADMM</vt:lpstr>
      <vt:lpstr>tADMM – temporal ADMM</vt:lpstr>
      <vt:lpstr>Future Work and Timeline</vt:lpstr>
      <vt:lpstr>Future Work and Timeline</vt:lpstr>
      <vt:lpstr>Future Work and Timeline</vt:lpstr>
      <vt:lpstr>Future Work and Timeline</vt:lpstr>
      <vt:lpstr>Future Work and Timeline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Jha, Aryan Ritwajeet</dc:creator>
  <cp:lastModifiedBy>Jha, Aryan Ritwajeet</cp:lastModifiedBy>
  <cp:revision>2</cp:revision>
  <dcterms:created xsi:type="dcterms:W3CDTF">2025-09-09T10:18:42Z</dcterms:created>
  <dcterms:modified xsi:type="dcterms:W3CDTF">2025-11-04T02:40:11Z</dcterms:modified>
</cp:coreProperties>
</file>