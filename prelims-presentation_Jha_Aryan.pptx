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65" r:id="rId2"/>
    <p:sldId id="266" r:id="rId3"/>
    <p:sldId id="268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B852F"/>
    <a:srgbClr val="7F6A3A"/>
    <a:srgbClr val="7A0000"/>
    <a:srgbClr val="8C0000"/>
    <a:srgbClr val="B59A4C"/>
    <a:srgbClr val="C5B783"/>
    <a:srgbClr val="660000"/>
    <a:srgbClr val="222222"/>
    <a:srgbClr val="FAFAFA"/>
    <a:srgbClr val="52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76A772-0880-4206-A8FC-850878786F26}" v="442" dt="2025-11-03T10:51:05.5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15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ha, Aryan Ritwajeet" userId="2aad577e-539b-449b-83a6-8d411f484b4d" providerId="ADAL" clId="{668F3AC5-37B3-4971-8FAF-596261E67C9E}"/>
    <pc:docChg chg="undo custSel addSld delSld modSld sldOrd modMainMaster">
      <pc:chgData name="Jha, Aryan Ritwajeet" userId="2aad577e-539b-449b-83a6-8d411f484b4d" providerId="ADAL" clId="{668F3AC5-37B3-4971-8FAF-596261E67C9E}" dt="2025-11-03T10:54:32.960" v="987"/>
      <pc:docMkLst>
        <pc:docMk/>
      </pc:docMkLst>
      <pc:sldChg chg="addSp delSp modSp del mod setBg modClrScheme chgLayout">
        <pc:chgData name="Jha, Aryan Ritwajeet" userId="2aad577e-539b-449b-83a6-8d411f484b4d" providerId="ADAL" clId="{668F3AC5-37B3-4971-8FAF-596261E67C9E}" dt="2025-11-03T09:19:08.452" v="300" actId="47"/>
        <pc:sldMkLst>
          <pc:docMk/>
          <pc:sldMk cId="3211284466" sldId="257"/>
        </pc:sldMkLst>
        <pc:spChg chg="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3211284466" sldId="257"/>
            <ac:spMk id="2" creationId="{7E8EB730-B0DA-4A8F-A335-22B9758D3046}"/>
          </ac:spMkLst>
        </pc:spChg>
        <pc:spChg chg="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3211284466" sldId="257"/>
            <ac:spMk id="3" creationId="{2BE68964-B8D8-4EBC-B9D3-CCA6FA2AC332}"/>
          </ac:spMkLst>
        </pc:spChg>
        <pc:spChg chg="add del mo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3211284466" sldId="257"/>
            <ac:spMk id="4" creationId="{5A2D40A2-4BA5-A2DE-0BCC-4173D8E6007A}"/>
          </ac:spMkLst>
        </pc:spChg>
        <pc:spChg chg="add del mo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3211284466" sldId="257"/>
            <ac:spMk id="5" creationId="{6B06F74B-2380-7717-FE19-8031D2DCB524}"/>
          </ac:spMkLst>
        </pc:spChg>
        <pc:spChg chg="add del mo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3211284466" sldId="257"/>
            <ac:spMk id="6" creationId="{92035CEF-9C1A-4B89-C0DB-46F714B6D379}"/>
          </ac:spMkLst>
        </pc:spChg>
        <pc:spChg chg="add del mo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3211284466" sldId="257"/>
            <ac:spMk id="7" creationId="{FBDCF657-A461-B323-D950-9E24504B9AA3}"/>
          </ac:spMkLst>
        </pc:spChg>
      </pc:sldChg>
      <pc:sldChg chg="addSp delSp modSp del mod modClrScheme delDesignElem chgLayout">
        <pc:chgData name="Jha, Aryan Ritwajeet" userId="2aad577e-539b-449b-83a6-8d411f484b4d" providerId="ADAL" clId="{668F3AC5-37B3-4971-8FAF-596261E67C9E}" dt="2025-11-03T09:19:13.548" v="303" actId="47"/>
        <pc:sldMkLst>
          <pc:docMk/>
          <pc:sldMk cId="1250088654" sldId="263"/>
        </pc:sldMkLst>
        <pc:spChg chg="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1250088654" sldId="263"/>
            <ac:spMk id="2" creationId="{786EFD78-9464-2D37-C53B-28E5A1A2A48E}"/>
          </ac:spMkLst>
        </pc:spChg>
        <pc:spChg chg="add del mod ord">
          <ac:chgData name="Jha, Aryan Ritwajeet" userId="2aad577e-539b-449b-83a6-8d411f484b4d" providerId="ADAL" clId="{668F3AC5-37B3-4971-8FAF-596261E67C9E}" dt="2025-11-03T09:17:24.554" v="286" actId="700"/>
          <ac:spMkLst>
            <pc:docMk/>
            <pc:sldMk cId="1250088654" sldId="263"/>
            <ac:spMk id="3" creationId="{B557FB95-7183-52B5-E782-511B11203F6E}"/>
          </ac:spMkLst>
        </pc:spChg>
        <pc:spChg chg="add del mod ord">
          <ac:chgData name="Jha, Aryan Ritwajeet" userId="2aad577e-539b-449b-83a6-8d411f484b4d" providerId="ADAL" clId="{668F3AC5-37B3-4971-8FAF-596261E67C9E}" dt="2025-11-03T09:17:27.794" v="287" actId="700"/>
          <ac:spMkLst>
            <pc:docMk/>
            <pc:sldMk cId="1250088654" sldId="263"/>
            <ac:spMk id="4" creationId="{A447E42D-5377-A4DB-6D85-E1C855D17353}"/>
          </ac:spMkLst>
        </pc:spChg>
        <pc:spChg chg="add del mod ord">
          <ac:chgData name="Jha, Aryan Ritwajeet" userId="2aad577e-539b-449b-83a6-8d411f484b4d" providerId="ADAL" clId="{668F3AC5-37B3-4971-8FAF-596261E67C9E}" dt="2025-11-03T09:17:29.649" v="288" actId="700"/>
          <ac:spMkLst>
            <pc:docMk/>
            <pc:sldMk cId="1250088654" sldId="263"/>
            <ac:spMk id="5" creationId="{37C7609A-C57C-F327-28A6-EC23142850A7}"/>
          </ac:spMkLst>
        </pc:spChg>
        <pc:spChg chg="add del mod ord">
          <ac:chgData name="Jha, Aryan Ritwajeet" userId="2aad577e-539b-449b-83a6-8d411f484b4d" providerId="ADAL" clId="{668F3AC5-37B3-4971-8FAF-596261E67C9E}" dt="2025-11-03T09:17:32.039" v="289" actId="700"/>
          <ac:spMkLst>
            <pc:docMk/>
            <pc:sldMk cId="1250088654" sldId="263"/>
            <ac:spMk id="6" creationId="{7EB95905-521E-C9B9-B986-7DC08020EBAC}"/>
          </ac:spMkLst>
        </pc:spChg>
        <pc:spChg chg="add del mod ord">
          <ac:chgData name="Jha, Aryan Ritwajeet" userId="2aad577e-539b-449b-83a6-8d411f484b4d" providerId="ADAL" clId="{668F3AC5-37B3-4971-8FAF-596261E67C9E}" dt="2025-11-03T09:17:34.451" v="290" actId="700"/>
          <ac:spMkLst>
            <pc:docMk/>
            <pc:sldMk cId="1250088654" sldId="263"/>
            <ac:spMk id="7" creationId="{CDDC5533-66C2-E64F-7EA5-D32B39795FE2}"/>
          </ac:spMkLst>
        </pc:spChg>
        <pc:spChg chg="add del mod ord">
          <ac:chgData name="Jha, Aryan Ritwajeet" userId="2aad577e-539b-449b-83a6-8d411f484b4d" providerId="ADAL" clId="{668F3AC5-37B3-4971-8FAF-596261E67C9E}" dt="2025-11-03T09:17:35.783" v="291" actId="700"/>
          <ac:spMkLst>
            <pc:docMk/>
            <pc:sldMk cId="1250088654" sldId="263"/>
            <ac:spMk id="8" creationId="{2F350C89-B195-1C85-0E5F-22500BC31E51}"/>
          </ac:spMkLst>
        </pc:spChg>
        <pc:spChg chg="add del mod ord">
          <ac:chgData name="Jha, Aryan Ritwajeet" userId="2aad577e-539b-449b-83a6-8d411f484b4d" providerId="ADAL" clId="{668F3AC5-37B3-4971-8FAF-596261E67C9E}" dt="2025-11-03T09:17:36.829" v="292" actId="700"/>
          <ac:spMkLst>
            <pc:docMk/>
            <pc:sldMk cId="1250088654" sldId="263"/>
            <ac:spMk id="9" creationId="{9332BE6E-5431-4C1A-5B20-165BE71C702D}"/>
          </ac:spMkLst>
        </pc:spChg>
        <pc:spChg chg="add del mod ord">
          <ac:chgData name="Jha, Aryan Ritwajeet" userId="2aad577e-539b-449b-83a6-8d411f484b4d" providerId="ADAL" clId="{668F3AC5-37B3-4971-8FAF-596261E67C9E}" dt="2025-11-03T09:17:38.624" v="293" actId="700"/>
          <ac:spMkLst>
            <pc:docMk/>
            <pc:sldMk cId="1250088654" sldId="263"/>
            <ac:spMk id="10" creationId="{F691E5AC-003F-CB57-893E-C649F279C748}"/>
          </ac:spMkLst>
        </pc:spChg>
        <pc:spChg chg="add del mod or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1250088654" sldId="263"/>
            <ac:spMk id="11" creationId="{63DC4BA5-DBC3-3F0B-2892-FB54CA74B9D5}"/>
          </ac:spMkLst>
        </pc:spChg>
        <pc:spChg chg="add del mo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1250088654" sldId="263"/>
            <ac:spMk id="12" creationId="{040F0F56-3EDC-6946-F14C-AB212137FFBD}"/>
          </ac:spMkLst>
        </pc:spChg>
        <pc:spChg chg="add del mod or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1250088654" sldId="263"/>
            <ac:spMk id="13" creationId="{218B0748-678E-D74F-85FC-4253AB7657C0}"/>
          </ac:spMkLst>
        </pc:spChg>
        <pc:spChg chg="add del mo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1250088654" sldId="263"/>
            <ac:spMk id="14" creationId="{77088511-B360-C218-A5D0-EC94898CA14E}"/>
          </ac:spMkLst>
        </pc:spChg>
        <pc:spChg chg="add 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1250088654" sldId="263"/>
            <ac:spMk id="15" creationId="{BAC973B0-1F2A-431B-CDE6-DA991D47A10B}"/>
          </ac:spMkLst>
        </pc:spChg>
        <pc:spChg chg="add del">
          <ac:chgData name="Jha, Aryan Ritwajeet" userId="2aad577e-539b-449b-83a6-8d411f484b4d" providerId="ADAL" clId="{668F3AC5-37B3-4971-8FAF-596261E67C9E}" dt="2025-11-03T09:04:45.186" v="267"/>
          <ac:spMkLst>
            <pc:docMk/>
            <pc:sldMk cId="1250088654" sldId="263"/>
            <ac:spMk id="41" creationId="{65219498-D544-41AC-98FE-8F956EF66A62}"/>
          </ac:spMkLst>
        </pc:spChg>
        <pc:spChg chg="add del">
          <ac:chgData name="Jha, Aryan Ritwajeet" userId="2aad577e-539b-449b-83a6-8d411f484b4d" providerId="ADAL" clId="{668F3AC5-37B3-4971-8FAF-596261E67C9E}" dt="2025-11-03T09:04:45.186" v="267"/>
          <ac:spMkLst>
            <pc:docMk/>
            <pc:sldMk cId="1250088654" sldId="263"/>
            <ac:spMk id="42" creationId="{F500DBFC-17A9-4E0A-AEE2-A49F9AEEF0FD}"/>
          </ac:spMkLst>
        </pc:spChg>
        <pc:grpChg chg="add del">
          <ac:chgData name="Jha, Aryan Ritwajeet" userId="2aad577e-539b-449b-83a6-8d411f484b4d" providerId="ADAL" clId="{668F3AC5-37B3-4971-8FAF-596261E67C9E}" dt="2025-11-03T09:04:45.186" v="267"/>
          <ac:grpSpMkLst>
            <pc:docMk/>
            <pc:sldMk cId="1250088654" sldId="263"/>
            <ac:grpSpMk id="43" creationId="{D74613BB-817C-4C4F-8A24-4936F2F064C0}"/>
          </ac:grpSpMkLst>
        </pc:grpChg>
      </pc:sldChg>
      <pc:sldChg chg="addSp delSp modSp new del mod modClrScheme chgLayout">
        <pc:chgData name="Jha, Aryan Ritwajeet" userId="2aad577e-539b-449b-83a6-8d411f484b4d" providerId="ADAL" clId="{668F3AC5-37B3-4971-8FAF-596261E67C9E}" dt="2025-11-03T09:19:10.248" v="301" actId="47"/>
        <pc:sldMkLst>
          <pc:docMk/>
          <pc:sldMk cId="2335304693" sldId="264"/>
        </pc:sldMkLst>
        <pc:spChg chg="del">
          <ac:chgData name="Jha, Aryan Ritwajeet" userId="2aad577e-539b-449b-83a6-8d411f484b4d" providerId="ADAL" clId="{668F3AC5-37B3-4971-8FAF-596261E67C9E}" dt="2025-11-03T09:17:20.686" v="284" actId="700"/>
          <ac:spMkLst>
            <pc:docMk/>
            <pc:sldMk cId="2335304693" sldId="264"/>
            <ac:spMk id="2" creationId="{B6141736-DA2C-3C00-ADEB-E712A8CF9601}"/>
          </ac:spMkLst>
        </pc:spChg>
        <pc:spChg chg="del">
          <ac:chgData name="Jha, Aryan Ritwajeet" userId="2aad577e-539b-449b-83a6-8d411f484b4d" providerId="ADAL" clId="{668F3AC5-37B3-4971-8FAF-596261E67C9E}" dt="2025-11-03T09:17:20.686" v="284" actId="700"/>
          <ac:spMkLst>
            <pc:docMk/>
            <pc:sldMk cId="2335304693" sldId="264"/>
            <ac:spMk id="3" creationId="{83819050-9A03-1554-3B44-0EF63BECC89C}"/>
          </ac:spMkLst>
        </pc:spChg>
        <pc:spChg chg="add del mod ord">
          <ac:chgData name="Jha, Aryan Ritwajeet" userId="2aad577e-539b-449b-83a6-8d411f484b4d" providerId="ADAL" clId="{668F3AC5-37B3-4971-8FAF-596261E67C9E}" dt="2025-11-03T09:17:24.554" v="286" actId="700"/>
          <ac:spMkLst>
            <pc:docMk/>
            <pc:sldMk cId="2335304693" sldId="264"/>
            <ac:spMk id="4" creationId="{71797A39-4A4B-F34E-2A4D-4F3977BD03D6}"/>
          </ac:spMkLst>
        </pc:spChg>
        <pc:spChg chg="add del mod ord">
          <ac:chgData name="Jha, Aryan Ritwajeet" userId="2aad577e-539b-449b-83a6-8d411f484b4d" providerId="ADAL" clId="{668F3AC5-37B3-4971-8FAF-596261E67C9E}" dt="2025-11-03T09:17:24.554" v="286" actId="700"/>
          <ac:spMkLst>
            <pc:docMk/>
            <pc:sldMk cId="2335304693" sldId="264"/>
            <ac:spMk id="5" creationId="{98519286-D0F6-15EC-C289-CCB060494B47}"/>
          </ac:spMkLst>
        </pc:spChg>
        <pc:spChg chg="add del mod ord">
          <ac:chgData name="Jha, Aryan Ritwajeet" userId="2aad577e-539b-449b-83a6-8d411f484b4d" providerId="ADAL" clId="{668F3AC5-37B3-4971-8FAF-596261E67C9E}" dt="2025-11-03T09:17:27.794" v="287" actId="700"/>
          <ac:spMkLst>
            <pc:docMk/>
            <pc:sldMk cId="2335304693" sldId="264"/>
            <ac:spMk id="6" creationId="{98BE3A33-C56B-1922-E286-6E05BDD35383}"/>
          </ac:spMkLst>
        </pc:spChg>
        <pc:spChg chg="add del mod ord">
          <ac:chgData name="Jha, Aryan Ritwajeet" userId="2aad577e-539b-449b-83a6-8d411f484b4d" providerId="ADAL" clId="{668F3AC5-37B3-4971-8FAF-596261E67C9E}" dt="2025-11-03T09:17:27.794" v="287" actId="700"/>
          <ac:spMkLst>
            <pc:docMk/>
            <pc:sldMk cId="2335304693" sldId="264"/>
            <ac:spMk id="7" creationId="{E0AF66E4-C42F-C161-7AAE-F7210D91C401}"/>
          </ac:spMkLst>
        </pc:spChg>
        <pc:spChg chg="add del mod ord">
          <ac:chgData name="Jha, Aryan Ritwajeet" userId="2aad577e-539b-449b-83a6-8d411f484b4d" providerId="ADAL" clId="{668F3AC5-37B3-4971-8FAF-596261E67C9E}" dt="2025-11-03T09:17:29.649" v="288" actId="700"/>
          <ac:spMkLst>
            <pc:docMk/>
            <pc:sldMk cId="2335304693" sldId="264"/>
            <ac:spMk id="8" creationId="{7E21956F-AF1A-364F-415A-2D82AE39ABAE}"/>
          </ac:spMkLst>
        </pc:spChg>
        <pc:spChg chg="add del mod ord">
          <ac:chgData name="Jha, Aryan Ritwajeet" userId="2aad577e-539b-449b-83a6-8d411f484b4d" providerId="ADAL" clId="{668F3AC5-37B3-4971-8FAF-596261E67C9E}" dt="2025-11-03T09:17:29.649" v="288" actId="700"/>
          <ac:spMkLst>
            <pc:docMk/>
            <pc:sldMk cId="2335304693" sldId="264"/>
            <ac:spMk id="9" creationId="{3752E65E-740D-8492-C0B8-A38D915107D7}"/>
          </ac:spMkLst>
        </pc:spChg>
        <pc:spChg chg="add del mod ord">
          <ac:chgData name="Jha, Aryan Ritwajeet" userId="2aad577e-539b-449b-83a6-8d411f484b4d" providerId="ADAL" clId="{668F3AC5-37B3-4971-8FAF-596261E67C9E}" dt="2025-11-03T09:17:32.039" v="289" actId="700"/>
          <ac:spMkLst>
            <pc:docMk/>
            <pc:sldMk cId="2335304693" sldId="264"/>
            <ac:spMk id="10" creationId="{D3A04193-2A90-4D30-56BC-B45F687B85E4}"/>
          </ac:spMkLst>
        </pc:spChg>
        <pc:spChg chg="add del mod ord">
          <ac:chgData name="Jha, Aryan Ritwajeet" userId="2aad577e-539b-449b-83a6-8d411f484b4d" providerId="ADAL" clId="{668F3AC5-37B3-4971-8FAF-596261E67C9E}" dt="2025-11-03T09:17:32.039" v="289" actId="700"/>
          <ac:spMkLst>
            <pc:docMk/>
            <pc:sldMk cId="2335304693" sldId="264"/>
            <ac:spMk id="11" creationId="{A0B52964-F3F9-761B-C934-D36BD761DC28}"/>
          </ac:spMkLst>
        </pc:spChg>
        <pc:spChg chg="add del mod ord">
          <ac:chgData name="Jha, Aryan Ritwajeet" userId="2aad577e-539b-449b-83a6-8d411f484b4d" providerId="ADAL" clId="{668F3AC5-37B3-4971-8FAF-596261E67C9E}" dt="2025-11-03T09:17:34.451" v="290" actId="700"/>
          <ac:spMkLst>
            <pc:docMk/>
            <pc:sldMk cId="2335304693" sldId="264"/>
            <ac:spMk id="12" creationId="{15946619-4B8B-34BA-A77F-CD5643E5C5D3}"/>
          </ac:spMkLst>
        </pc:spChg>
        <pc:spChg chg="add del mod ord">
          <ac:chgData name="Jha, Aryan Ritwajeet" userId="2aad577e-539b-449b-83a6-8d411f484b4d" providerId="ADAL" clId="{668F3AC5-37B3-4971-8FAF-596261E67C9E}" dt="2025-11-03T09:17:34.451" v="290" actId="700"/>
          <ac:spMkLst>
            <pc:docMk/>
            <pc:sldMk cId="2335304693" sldId="264"/>
            <ac:spMk id="13" creationId="{86290078-DFEF-6283-8232-D8D044E589F0}"/>
          </ac:spMkLst>
        </pc:spChg>
        <pc:spChg chg="add del mod ord">
          <ac:chgData name="Jha, Aryan Ritwajeet" userId="2aad577e-539b-449b-83a6-8d411f484b4d" providerId="ADAL" clId="{668F3AC5-37B3-4971-8FAF-596261E67C9E}" dt="2025-11-03T09:17:35.783" v="291" actId="700"/>
          <ac:spMkLst>
            <pc:docMk/>
            <pc:sldMk cId="2335304693" sldId="264"/>
            <ac:spMk id="14" creationId="{C3EBA0B3-0B84-A24A-FFD7-8FCB3240D56C}"/>
          </ac:spMkLst>
        </pc:spChg>
        <pc:spChg chg="add del mod ord">
          <ac:chgData name="Jha, Aryan Ritwajeet" userId="2aad577e-539b-449b-83a6-8d411f484b4d" providerId="ADAL" clId="{668F3AC5-37B3-4971-8FAF-596261E67C9E}" dt="2025-11-03T09:17:35.783" v="291" actId="700"/>
          <ac:spMkLst>
            <pc:docMk/>
            <pc:sldMk cId="2335304693" sldId="264"/>
            <ac:spMk id="15" creationId="{EDD87508-2CE9-D926-A916-A868C792AB58}"/>
          </ac:spMkLst>
        </pc:spChg>
        <pc:spChg chg="add del mod ord">
          <ac:chgData name="Jha, Aryan Ritwajeet" userId="2aad577e-539b-449b-83a6-8d411f484b4d" providerId="ADAL" clId="{668F3AC5-37B3-4971-8FAF-596261E67C9E}" dt="2025-11-03T09:17:36.829" v="292" actId="700"/>
          <ac:spMkLst>
            <pc:docMk/>
            <pc:sldMk cId="2335304693" sldId="264"/>
            <ac:spMk id="16" creationId="{D309A769-D023-EB02-A1C7-B4E261A57256}"/>
          </ac:spMkLst>
        </pc:spChg>
        <pc:spChg chg="add del mod ord">
          <ac:chgData name="Jha, Aryan Ritwajeet" userId="2aad577e-539b-449b-83a6-8d411f484b4d" providerId="ADAL" clId="{668F3AC5-37B3-4971-8FAF-596261E67C9E}" dt="2025-11-03T09:17:36.829" v="292" actId="700"/>
          <ac:spMkLst>
            <pc:docMk/>
            <pc:sldMk cId="2335304693" sldId="264"/>
            <ac:spMk id="17" creationId="{11FB2003-7023-EBBE-DBC4-8C167AAF3A6F}"/>
          </ac:spMkLst>
        </pc:spChg>
        <pc:spChg chg="add del mod ord">
          <ac:chgData name="Jha, Aryan Ritwajeet" userId="2aad577e-539b-449b-83a6-8d411f484b4d" providerId="ADAL" clId="{668F3AC5-37B3-4971-8FAF-596261E67C9E}" dt="2025-11-03T09:17:38.624" v="293" actId="700"/>
          <ac:spMkLst>
            <pc:docMk/>
            <pc:sldMk cId="2335304693" sldId="264"/>
            <ac:spMk id="18" creationId="{5D80D840-74CD-0683-22BD-0698CB25DFEF}"/>
          </ac:spMkLst>
        </pc:spChg>
        <pc:spChg chg="add del mod ord">
          <ac:chgData name="Jha, Aryan Ritwajeet" userId="2aad577e-539b-449b-83a6-8d411f484b4d" providerId="ADAL" clId="{668F3AC5-37B3-4971-8FAF-596261E67C9E}" dt="2025-11-03T09:17:38.624" v="293" actId="700"/>
          <ac:spMkLst>
            <pc:docMk/>
            <pc:sldMk cId="2335304693" sldId="264"/>
            <ac:spMk id="19" creationId="{88C540A2-DC10-D635-5E62-AFF78605EB51}"/>
          </ac:spMkLst>
        </pc:spChg>
        <pc:spChg chg="add del mod or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2335304693" sldId="264"/>
            <ac:spMk id="20" creationId="{89BFD762-0549-769C-EAC2-B7FCE8958079}"/>
          </ac:spMkLst>
        </pc:spChg>
        <pc:spChg chg="add del mod or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2335304693" sldId="264"/>
            <ac:spMk id="21" creationId="{1CC1194F-624C-9E0F-3DBB-1E7B756CD529}"/>
          </ac:spMkLst>
        </pc:spChg>
        <pc:spChg chg="add del mod or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2335304693" sldId="264"/>
            <ac:spMk id="22" creationId="{C97B5283-1A28-75DF-0098-614DB20C5008}"/>
          </ac:spMkLst>
        </pc:spChg>
        <pc:spChg chg="add del mod or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2335304693" sldId="264"/>
            <ac:spMk id="23" creationId="{987A10B0-4D89-7641-B748-67D5DDB79460}"/>
          </ac:spMkLst>
        </pc:spChg>
        <pc:spChg chg="add 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2335304693" sldId="264"/>
            <ac:spMk id="24" creationId="{D50BFD73-8432-E78A-D1BC-1E85352C1580}"/>
          </ac:spMkLst>
        </pc:spChg>
        <pc:spChg chg="add 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2335304693" sldId="264"/>
            <ac:spMk id="25" creationId="{754C9110-5258-70B9-5C97-C69235790298}"/>
          </ac:spMkLst>
        </pc:spChg>
      </pc:sldChg>
      <pc:sldChg chg="modSp new mod">
        <pc:chgData name="Jha, Aryan Ritwajeet" userId="2aad577e-539b-449b-83a6-8d411f484b4d" providerId="ADAL" clId="{668F3AC5-37B3-4971-8FAF-596261E67C9E}" dt="2025-11-03T09:39:56.438" v="470" actId="20577"/>
        <pc:sldMkLst>
          <pc:docMk/>
          <pc:sldMk cId="346375874" sldId="265"/>
        </pc:sldMkLst>
        <pc:spChg chg="mod">
          <ac:chgData name="Jha, Aryan Ritwajeet" userId="2aad577e-539b-449b-83a6-8d411f484b4d" providerId="ADAL" clId="{668F3AC5-37B3-4971-8FAF-596261E67C9E}" dt="2025-11-03T09:20:23.153" v="410" actId="20577"/>
          <ac:spMkLst>
            <pc:docMk/>
            <pc:sldMk cId="346375874" sldId="265"/>
            <ac:spMk id="2" creationId="{E893B4A4-FE97-6A41-AB26-DC82C4BBCF08}"/>
          </ac:spMkLst>
        </pc:spChg>
        <pc:spChg chg="mod">
          <ac:chgData name="Jha, Aryan Ritwajeet" userId="2aad577e-539b-449b-83a6-8d411f484b4d" providerId="ADAL" clId="{668F3AC5-37B3-4971-8FAF-596261E67C9E}" dt="2025-11-03T09:39:56.438" v="470" actId="20577"/>
          <ac:spMkLst>
            <pc:docMk/>
            <pc:sldMk cId="346375874" sldId="265"/>
            <ac:spMk id="3" creationId="{D007896E-81FD-8E40-C29A-89F0F6F4F3CE}"/>
          </ac:spMkLst>
        </pc:spChg>
      </pc:sldChg>
      <pc:sldChg chg="modSp new mod">
        <pc:chgData name="Jha, Aryan Ritwajeet" userId="2aad577e-539b-449b-83a6-8d411f484b4d" providerId="ADAL" clId="{668F3AC5-37B3-4971-8FAF-596261E67C9E}" dt="2025-11-03T10:52:25.799" v="937" actId="20577"/>
        <pc:sldMkLst>
          <pc:docMk/>
          <pc:sldMk cId="2967862668" sldId="266"/>
        </pc:sldMkLst>
        <pc:spChg chg="mod">
          <ac:chgData name="Jha, Aryan Ritwajeet" userId="2aad577e-539b-449b-83a6-8d411f484b4d" providerId="ADAL" clId="{668F3AC5-37B3-4971-8FAF-596261E67C9E}" dt="2025-11-03T09:44:12.923" v="506" actId="122"/>
          <ac:spMkLst>
            <pc:docMk/>
            <pc:sldMk cId="2967862668" sldId="266"/>
            <ac:spMk id="2" creationId="{94F01146-8AD3-CB7F-56A3-6AFAAE533FDC}"/>
          </ac:spMkLst>
        </pc:spChg>
        <pc:spChg chg="mod">
          <ac:chgData name="Jha, Aryan Ritwajeet" userId="2aad577e-539b-449b-83a6-8d411f484b4d" providerId="ADAL" clId="{668F3AC5-37B3-4971-8FAF-596261E67C9E}" dt="2025-11-03T10:52:25.799" v="937" actId="20577"/>
          <ac:spMkLst>
            <pc:docMk/>
            <pc:sldMk cId="2967862668" sldId="266"/>
            <ac:spMk id="3" creationId="{86D3C253-147B-B7E8-A853-54828CF7FFA5}"/>
          </ac:spMkLst>
        </pc:spChg>
      </pc:sldChg>
      <pc:sldChg chg="new del">
        <pc:chgData name="Jha, Aryan Ritwajeet" userId="2aad577e-539b-449b-83a6-8d411f484b4d" providerId="ADAL" clId="{668F3AC5-37B3-4971-8FAF-596261E67C9E}" dt="2025-11-03T09:19:11.978" v="302" actId="47"/>
        <pc:sldMkLst>
          <pc:docMk/>
          <pc:sldMk cId="3161166719" sldId="266"/>
        </pc:sldMkLst>
      </pc:sldChg>
      <pc:sldChg chg="modSp new del mod">
        <pc:chgData name="Jha, Aryan Ritwajeet" userId="2aad577e-539b-449b-83a6-8d411f484b4d" providerId="ADAL" clId="{668F3AC5-37B3-4971-8FAF-596261E67C9E}" dt="2025-11-03T10:49:52.881" v="737" actId="47"/>
        <pc:sldMkLst>
          <pc:docMk/>
          <pc:sldMk cId="2367540333" sldId="267"/>
        </pc:sldMkLst>
        <pc:spChg chg="mod">
          <ac:chgData name="Jha, Aryan Ritwajeet" userId="2aad577e-539b-449b-83a6-8d411f484b4d" providerId="ADAL" clId="{668F3AC5-37B3-4971-8FAF-596261E67C9E}" dt="2025-11-03T10:43:01.993" v="679"/>
          <ac:spMkLst>
            <pc:docMk/>
            <pc:sldMk cId="2367540333" sldId="267"/>
            <ac:spMk id="2" creationId="{BA0516CE-A108-158E-E6D3-D0402A0EC763}"/>
          </ac:spMkLst>
        </pc:spChg>
      </pc:sldChg>
      <pc:sldChg chg="modSp new mod">
        <pc:chgData name="Jha, Aryan Ritwajeet" userId="2aad577e-539b-449b-83a6-8d411f484b4d" providerId="ADAL" clId="{668F3AC5-37B3-4971-8FAF-596261E67C9E}" dt="2025-11-03T10:52:50.270" v="984" actId="20577"/>
        <pc:sldMkLst>
          <pc:docMk/>
          <pc:sldMk cId="1899154506" sldId="268"/>
        </pc:sldMkLst>
        <pc:spChg chg="mod">
          <ac:chgData name="Jha, Aryan Ritwajeet" userId="2aad577e-539b-449b-83a6-8d411f484b4d" providerId="ADAL" clId="{668F3AC5-37B3-4971-8FAF-596261E67C9E}" dt="2025-11-03T10:52:46.309" v="970" actId="20577"/>
          <ac:spMkLst>
            <pc:docMk/>
            <pc:sldMk cId="1899154506" sldId="268"/>
            <ac:spMk id="2" creationId="{73632913-2E6C-A0C8-871C-1FE158E71B11}"/>
          </ac:spMkLst>
        </pc:spChg>
        <pc:spChg chg="mod">
          <ac:chgData name="Jha, Aryan Ritwajeet" userId="2aad577e-539b-449b-83a6-8d411f484b4d" providerId="ADAL" clId="{668F3AC5-37B3-4971-8FAF-596261E67C9E}" dt="2025-11-03T10:52:50.270" v="984" actId="20577"/>
          <ac:spMkLst>
            <pc:docMk/>
            <pc:sldMk cId="1899154506" sldId="268"/>
            <ac:spMk id="4" creationId="{E60CC5AA-6BAE-1E5D-75F9-BC45CEF29067}"/>
          </ac:spMkLst>
        </pc:spChg>
      </pc:sldChg>
      <pc:sldChg chg="add ord">
        <pc:chgData name="Jha, Aryan Ritwajeet" userId="2aad577e-539b-449b-83a6-8d411f484b4d" providerId="ADAL" clId="{668F3AC5-37B3-4971-8FAF-596261E67C9E}" dt="2025-11-03T10:54:32.960" v="987"/>
        <pc:sldMkLst>
          <pc:docMk/>
          <pc:sldMk cId="1991280987" sldId="269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2596443258" sldId="727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810812140" sldId="728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113209233" sldId="729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2833867635" sldId="730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682246142" sldId="731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4127699989" sldId="732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2162991628" sldId="733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3922702435" sldId="734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2990798642" sldId="735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1773117544" sldId="736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3269729622" sldId="737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491263313" sldId="738"/>
        </pc:sldMkLst>
      </pc:sldChg>
      <pc:sldMasterChg chg="addSp delSp modSp mod setBg modSldLayout">
        <pc:chgData name="Jha, Aryan Ritwajeet" userId="2aad577e-539b-449b-83a6-8d411f484b4d" providerId="ADAL" clId="{668F3AC5-37B3-4971-8FAF-596261E67C9E}" dt="2025-11-03T10:49:29.142" v="735" actId="20577"/>
        <pc:sldMasterMkLst>
          <pc:docMk/>
          <pc:sldMasterMk cId="4138725842" sldId="2147483660"/>
        </pc:sldMasterMkLst>
        <pc:spChg chg="mod">
          <ac:chgData name="Jha, Aryan Ritwajeet" userId="2aad577e-539b-449b-83a6-8d411f484b4d" providerId="ADAL" clId="{668F3AC5-37B3-4971-8FAF-596261E67C9E}" dt="2025-11-03T09:27:45.254" v="421" actId="2085"/>
          <ac:spMkLst>
            <pc:docMk/>
            <pc:sldMasterMk cId="4138725842" sldId="2147483660"/>
            <ac:spMk id="2" creationId="{00000000-0000-0000-0000-000000000000}"/>
          </ac:spMkLst>
        </pc:spChg>
        <pc:spChg chg="add del mod">
          <ac:chgData name="Jha, Aryan Ritwajeet" userId="2aad577e-539b-449b-83a6-8d411f484b4d" providerId="ADAL" clId="{668F3AC5-37B3-4971-8FAF-596261E67C9E}" dt="2025-11-03T09:27:41.748" v="420" actId="2085"/>
          <ac:spMkLst>
            <pc:docMk/>
            <pc:sldMasterMk cId="4138725842" sldId="2147483660"/>
            <ac:spMk id="3" creationId="{00000000-0000-0000-0000-000000000000}"/>
          </ac:spMkLst>
        </pc:spChg>
        <pc:cxnChg chg="add del mod">
          <ac:chgData name="Jha, Aryan Ritwajeet" userId="2aad577e-539b-449b-83a6-8d411f484b4d" providerId="ADAL" clId="{668F3AC5-37B3-4971-8FAF-596261E67C9E}" dt="2025-11-03T09:29:26.883" v="429" actId="21"/>
          <ac:cxnSpMkLst>
            <pc:docMk/>
            <pc:sldMasterMk cId="4138725842" sldId="2147483660"/>
            <ac:cxnSpMk id="5" creationId="{5A3E86D9-4044-44B6-9D44-217F776AD08F}"/>
          </ac:cxnSpMkLst>
        </pc:cxnChg>
        <pc:cxnChg chg="add del mod">
          <ac:chgData name="Jha, Aryan Ritwajeet" userId="2aad577e-539b-449b-83a6-8d411f484b4d" providerId="ADAL" clId="{668F3AC5-37B3-4971-8FAF-596261E67C9E}" dt="2025-11-03T09:29:26.883" v="429" actId="21"/>
          <ac:cxnSpMkLst>
            <pc:docMk/>
            <pc:sldMasterMk cId="4138725842" sldId="2147483660"/>
            <ac:cxnSpMk id="6" creationId="{316E3903-D423-C8D8-4B92-24E61104ACA6}"/>
          </ac:cxnSpMkLst>
        </pc:cxnChg>
        <pc:sldLayoutChg chg="modSp mod setBg">
          <pc:chgData name="Jha, Aryan Ritwajeet" userId="2aad577e-539b-449b-83a6-8d411f484b4d" providerId="ADAL" clId="{668F3AC5-37B3-4971-8FAF-596261E67C9E}" dt="2025-11-03T09:23:35.600" v="415" actId="208"/>
          <pc:sldLayoutMkLst>
            <pc:docMk/>
            <pc:sldMasterMk cId="4138725842" sldId="2147483660"/>
            <pc:sldLayoutMk cId="2463026504" sldId="2147483661"/>
          </pc:sldLayoutMkLst>
          <pc:spChg chg="mod">
            <ac:chgData name="Jha, Aryan Ritwajeet" userId="2aad577e-539b-449b-83a6-8d411f484b4d" providerId="ADAL" clId="{668F3AC5-37B3-4971-8FAF-596261E67C9E}" dt="2025-11-03T09:23:32.396" v="414" actId="208"/>
            <ac:spMkLst>
              <pc:docMk/>
              <pc:sldMasterMk cId="4138725842" sldId="2147483660"/>
              <pc:sldLayoutMk cId="2463026504" sldId="2147483661"/>
              <ac:spMk id="2" creationId="{55D0655B-5834-474B-BC1F-9C661A5AD1A4}"/>
            </ac:spMkLst>
          </pc:spChg>
          <pc:spChg chg="mod">
            <ac:chgData name="Jha, Aryan Ritwajeet" userId="2aad577e-539b-449b-83a6-8d411f484b4d" providerId="ADAL" clId="{668F3AC5-37B3-4971-8FAF-596261E67C9E}" dt="2025-11-03T09:23:35.600" v="415" actId="208"/>
            <ac:spMkLst>
              <pc:docMk/>
              <pc:sldMasterMk cId="4138725842" sldId="2147483660"/>
              <pc:sldLayoutMk cId="2463026504" sldId="2147483661"/>
              <ac:spMk id="3" creationId="{00000000-0000-0000-0000-000000000000}"/>
            </ac:spMkLst>
          </pc:spChg>
        </pc:sldLayoutChg>
        <pc:sldLayoutChg chg="modSp mod setBg">
          <pc:chgData name="Jha, Aryan Ritwajeet" userId="2aad577e-539b-449b-83a6-8d411f484b4d" providerId="ADAL" clId="{668F3AC5-37B3-4971-8FAF-596261E67C9E}" dt="2025-11-03T09:23:27.969" v="413" actId="208"/>
          <pc:sldLayoutMkLst>
            <pc:docMk/>
            <pc:sldMasterMk cId="4138725842" sldId="2147483660"/>
            <pc:sldLayoutMk cId="4045714941" sldId="2147483662"/>
          </pc:sldLayoutMkLst>
          <pc:spChg chg="mod">
            <ac:chgData name="Jha, Aryan Ritwajeet" userId="2aad577e-539b-449b-83a6-8d411f484b4d" providerId="ADAL" clId="{668F3AC5-37B3-4971-8FAF-596261E67C9E}" dt="2025-11-03T09:23:21.464" v="412" actId="208"/>
            <ac:spMkLst>
              <pc:docMk/>
              <pc:sldMasterMk cId="4138725842" sldId="2147483660"/>
              <pc:sldLayoutMk cId="4045714941" sldId="2147483662"/>
              <ac:spMk id="2" creationId="{00000000-0000-0000-0000-000000000000}"/>
            </ac:spMkLst>
          </pc:spChg>
          <pc:spChg chg="mod">
            <ac:chgData name="Jha, Aryan Ritwajeet" userId="2aad577e-539b-449b-83a6-8d411f484b4d" providerId="ADAL" clId="{668F3AC5-37B3-4971-8FAF-596261E67C9E}" dt="2025-11-03T09:23:27.969" v="413" actId="208"/>
            <ac:spMkLst>
              <pc:docMk/>
              <pc:sldMasterMk cId="4138725842" sldId="2147483660"/>
              <pc:sldLayoutMk cId="4045714941" sldId="2147483662"/>
              <ac:spMk id="3" creationId="{00000000-0000-0000-0000-000000000000}"/>
            </ac:spMkLst>
          </pc:spChg>
        </pc:sldLayoutChg>
        <pc:sldLayoutChg chg="addSp delSp modSp mod">
          <pc:chgData name="Jha, Aryan Ritwajeet" userId="2aad577e-539b-449b-83a6-8d411f484b4d" providerId="ADAL" clId="{668F3AC5-37B3-4971-8FAF-596261E67C9E}" dt="2025-11-03T10:49:29.142" v="735" actId="20577"/>
          <pc:sldLayoutMkLst>
            <pc:docMk/>
            <pc:sldMasterMk cId="4138725842" sldId="2147483660"/>
            <pc:sldLayoutMk cId="1001941340" sldId="2147483664"/>
          </pc:sldLayoutMkLst>
          <pc:spChg chg="add del mod">
            <ac:chgData name="Jha, Aryan Ritwajeet" userId="2aad577e-539b-449b-83a6-8d411f484b4d" providerId="ADAL" clId="{668F3AC5-37B3-4971-8FAF-596261E67C9E}" dt="2025-11-03T10:43:01.993" v="679"/>
            <ac:spMkLst>
              <pc:docMk/>
              <pc:sldMasterMk cId="4138725842" sldId="2147483660"/>
              <pc:sldLayoutMk cId="1001941340" sldId="2147483664"/>
              <ac:spMk id="2" creationId="{55D0655B-5834-474B-BC1F-9C661A5AD1A4}"/>
            </ac:spMkLst>
          </pc:spChg>
          <pc:spChg chg="add del mod">
            <ac:chgData name="Jha, Aryan Ritwajeet" userId="2aad577e-539b-449b-83a6-8d411f484b4d" providerId="ADAL" clId="{668F3AC5-37B3-4971-8FAF-596261E67C9E}" dt="2025-11-03T10:22:03.958" v="648" actId="478"/>
            <ac:spMkLst>
              <pc:docMk/>
              <pc:sldMasterMk cId="4138725842" sldId="2147483660"/>
              <pc:sldLayoutMk cId="1001941340" sldId="2147483664"/>
              <ac:spMk id="18" creationId="{EF339AA6-913C-919B-BF24-802A2016FF73}"/>
            </ac:spMkLst>
          </pc:spChg>
          <pc:spChg chg="add del">
            <ac:chgData name="Jha, Aryan Ritwajeet" userId="2aad577e-539b-449b-83a6-8d411f484b4d" providerId="ADAL" clId="{668F3AC5-37B3-4971-8FAF-596261E67C9E}" dt="2025-11-03T10:15:49.836" v="572" actId="11529"/>
            <ac:spMkLst>
              <pc:docMk/>
              <pc:sldMasterMk cId="4138725842" sldId="2147483660"/>
              <pc:sldLayoutMk cId="1001941340" sldId="2147483664"/>
              <ac:spMk id="19" creationId="{36F05616-B29B-EE49-40B5-46547E234D14}"/>
            </ac:spMkLst>
          </pc:spChg>
          <pc:spChg chg="add mod">
            <ac:chgData name="Jha, Aryan Ritwajeet" userId="2aad577e-539b-449b-83a6-8d411f484b4d" providerId="ADAL" clId="{668F3AC5-37B3-4971-8FAF-596261E67C9E}" dt="2025-11-03T10:15:48.236" v="570"/>
            <ac:spMkLst>
              <pc:docMk/>
              <pc:sldMasterMk cId="4138725842" sldId="2147483660"/>
              <pc:sldLayoutMk cId="1001941340" sldId="2147483664"/>
              <ac:spMk id="20" creationId="{6D28D3B2-BFB7-7878-A82D-5B5C6AFDE982}"/>
            </ac:spMkLst>
          </pc:spChg>
          <pc:spChg chg="add del">
            <ac:chgData name="Jha, Aryan Ritwajeet" userId="2aad577e-539b-449b-83a6-8d411f484b4d" providerId="ADAL" clId="{668F3AC5-37B3-4971-8FAF-596261E67C9E}" dt="2025-11-03T10:16:31.285" v="574" actId="11529"/>
            <ac:spMkLst>
              <pc:docMk/>
              <pc:sldMasterMk cId="4138725842" sldId="2147483660"/>
              <pc:sldLayoutMk cId="1001941340" sldId="2147483664"/>
              <ac:spMk id="21" creationId="{74DE5145-C06B-D0F0-452E-294B842A5E0B}"/>
            </ac:spMkLst>
          </pc:spChg>
          <pc:spChg chg="add del mod">
            <ac:chgData name="Jha, Aryan Ritwajeet" userId="2aad577e-539b-449b-83a6-8d411f484b4d" providerId="ADAL" clId="{668F3AC5-37B3-4971-8FAF-596261E67C9E}" dt="2025-11-03T10:20:03.494" v="589" actId="478"/>
            <ac:spMkLst>
              <pc:docMk/>
              <pc:sldMasterMk cId="4138725842" sldId="2147483660"/>
              <pc:sldLayoutMk cId="1001941340" sldId="2147483664"/>
              <ac:spMk id="22" creationId="{953B14E7-D4FE-9564-8CF7-6AA7418FD663}"/>
            </ac:spMkLst>
          </pc:spChg>
          <pc:spChg chg="add del mod">
            <ac:chgData name="Jha, Aryan Ritwajeet" userId="2aad577e-539b-449b-83a6-8d411f484b4d" providerId="ADAL" clId="{668F3AC5-37B3-4971-8FAF-596261E67C9E}" dt="2025-11-03T10:20:51.817" v="629" actId="478"/>
            <ac:spMkLst>
              <pc:docMk/>
              <pc:sldMasterMk cId="4138725842" sldId="2147483660"/>
              <pc:sldLayoutMk cId="1001941340" sldId="2147483664"/>
              <ac:spMk id="23" creationId="{46A8F8A6-1471-0113-1BD7-542D02BF6430}"/>
            </ac:spMkLst>
          </pc:spChg>
          <pc:spChg chg="add del">
            <ac:chgData name="Jha, Aryan Ritwajeet" userId="2aad577e-539b-449b-83a6-8d411f484b4d" providerId="ADAL" clId="{668F3AC5-37B3-4971-8FAF-596261E67C9E}" dt="2025-11-03T10:21:10.877" v="630" actId="11529"/>
            <ac:spMkLst>
              <pc:docMk/>
              <pc:sldMasterMk cId="4138725842" sldId="2147483660"/>
              <pc:sldLayoutMk cId="1001941340" sldId="2147483664"/>
              <ac:spMk id="24" creationId="{B10D66B7-343B-7E8E-C05E-EB5E7BEECCBA}"/>
            </ac:spMkLst>
          </pc:spChg>
          <pc:spChg chg="add del mod">
            <ac:chgData name="Jha, Aryan Ritwajeet" userId="2aad577e-539b-449b-83a6-8d411f484b4d" providerId="ADAL" clId="{668F3AC5-37B3-4971-8FAF-596261E67C9E}" dt="2025-11-03T10:43:45.971" v="686" actId="478"/>
            <ac:spMkLst>
              <pc:docMk/>
              <pc:sldMasterMk cId="4138725842" sldId="2147483660"/>
              <pc:sldLayoutMk cId="1001941340" sldId="2147483664"/>
              <ac:spMk id="25" creationId="{05C5B612-B99F-E886-3878-9CF14AAA3211}"/>
            </ac:spMkLst>
          </pc:spChg>
          <pc:spChg chg="add del mod">
            <ac:chgData name="Jha, Aryan Ritwajeet" userId="2aad577e-539b-449b-83a6-8d411f484b4d" providerId="ADAL" clId="{668F3AC5-37B3-4971-8FAF-596261E67C9E}" dt="2025-11-03T10:42:45.425" v="674" actId="478"/>
            <ac:spMkLst>
              <pc:docMk/>
              <pc:sldMasterMk cId="4138725842" sldId="2147483660"/>
              <pc:sldLayoutMk cId="1001941340" sldId="2147483664"/>
              <ac:spMk id="26" creationId="{3634C851-81A0-F7F2-A338-A256D5752F2A}"/>
            </ac:spMkLst>
          </pc:spChg>
          <pc:spChg chg="add mod">
            <ac:chgData name="Jha, Aryan Ritwajeet" userId="2aad577e-539b-449b-83a6-8d411f484b4d" providerId="ADAL" clId="{668F3AC5-37B3-4971-8FAF-596261E67C9E}" dt="2025-11-03T10:43:00.058" v="678"/>
            <ac:spMkLst>
              <pc:docMk/>
              <pc:sldMasterMk cId="4138725842" sldId="2147483660"/>
              <pc:sldLayoutMk cId="1001941340" sldId="2147483664"/>
              <ac:spMk id="27" creationId="{6D927367-E013-5B6D-0B36-56EE04DAB452}"/>
            </ac:spMkLst>
          </pc:spChg>
          <pc:spChg chg="add del">
            <ac:chgData name="Jha, Aryan Ritwajeet" userId="2aad577e-539b-449b-83a6-8d411f484b4d" providerId="ADAL" clId="{668F3AC5-37B3-4971-8FAF-596261E67C9E}" dt="2025-11-03T10:43:59.221" v="688" actId="11529"/>
            <ac:spMkLst>
              <pc:docMk/>
              <pc:sldMasterMk cId="4138725842" sldId="2147483660"/>
              <pc:sldLayoutMk cId="1001941340" sldId="2147483664"/>
              <ac:spMk id="28" creationId="{B47E3159-C3E6-C9CE-81F9-346EFCDE9287}"/>
            </ac:spMkLst>
          </pc:spChg>
          <pc:spChg chg="add mod">
            <ac:chgData name="Jha, Aryan Ritwajeet" userId="2aad577e-539b-449b-83a6-8d411f484b4d" providerId="ADAL" clId="{668F3AC5-37B3-4971-8FAF-596261E67C9E}" dt="2025-11-03T10:43:58.137" v="687" actId="11529"/>
            <ac:spMkLst>
              <pc:docMk/>
              <pc:sldMasterMk cId="4138725842" sldId="2147483660"/>
              <pc:sldLayoutMk cId="1001941340" sldId="2147483664"/>
              <ac:spMk id="29" creationId="{E4E9D205-8402-637E-CDEB-2CC1BD0D6119}"/>
            </ac:spMkLst>
          </pc:spChg>
          <pc:spChg chg="add del">
            <ac:chgData name="Jha, Aryan Ritwajeet" userId="2aad577e-539b-449b-83a6-8d411f484b4d" providerId="ADAL" clId="{668F3AC5-37B3-4971-8FAF-596261E67C9E}" dt="2025-11-03T10:44:11.004" v="689" actId="11529"/>
            <ac:spMkLst>
              <pc:docMk/>
              <pc:sldMasterMk cId="4138725842" sldId="2147483660"/>
              <pc:sldLayoutMk cId="1001941340" sldId="2147483664"/>
              <ac:spMk id="30" creationId="{C7809408-C6B9-8549-AD25-2FCAF00D6915}"/>
            </ac:spMkLst>
          </pc:spChg>
          <pc:spChg chg="add mod">
            <ac:chgData name="Jha, Aryan Ritwajeet" userId="2aad577e-539b-449b-83a6-8d411f484b4d" providerId="ADAL" clId="{668F3AC5-37B3-4971-8FAF-596261E67C9E}" dt="2025-11-03T10:49:29.142" v="735" actId="20577"/>
            <ac:spMkLst>
              <pc:docMk/>
              <pc:sldMasterMk cId="4138725842" sldId="2147483660"/>
              <pc:sldLayoutMk cId="1001941340" sldId="2147483664"/>
              <ac:spMk id="31" creationId="{3CD1D427-076D-8586-1C2E-99C7028967CA}"/>
            </ac:spMkLst>
          </pc:spChg>
          <pc:cxnChg chg="add mod">
            <ac:chgData name="Jha, Aryan Ritwajeet" userId="2aad577e-539b-449b-83a6-8d411f484b4d" providerId="ADAL" clId="{668F3AC5-37B3-4971-8FAF-596261E67C9E}" dt="2025-11-03T10:49:08.151" v="723" actId="14100"/>
            <ac:cxnSpMkLst>
              <pc:docMk/>
              <pc:sldMasterMk cId="4138725842" sldId="2147483660"/>
              <pc:sldLayoutMk cId="1001941340" sldId="2147483664"/>
              <ac:cxnSpMk id="5" creationId="{5A3E86D9-4044-44B6-9D44-217F776AD08F}"/>
            </ac:cxnSpMkLst>
          </pc:cxnChg>
          <pc:cxnChg chg="add del mod">
            <ac:chgData name="Jha, Aryan Ritwajeet" userId="2aad577e-539b-449b-83a6-8d411f484b4d" providerId="ADAL" clId="{668F3AC5-37B3-4971-8FAF-596261E67C9E}" dt="2025-11-03T09:34:44.648" v="450" actId="478"/>
            <ac:cxnSpMkLst>
              <pc:docMk/>
              <pc:sldMasterMk cId="4138725842" sldId="2147483660"/>
              <pc:sldLayoutMk cId="1001941340" sldId="2147483664"/>
              <ac:cxnSpMk id="6" creationId="{316E3903-D423-C8D8-4B92-24E61104ACA6}"/>
            </ac:cxnSpMkLst>
          </pc:cxnChg>
        </pc:sldLayoutChg>
        <pc:sldLayoutChg chg="addSp delSp modSp mod">
          <pc:chgData name="Jha, Aryan Ritwajeet" userId="2aad577e-539b-449b-83a6-8d411f484b4d" providerId="ADAL" clId="{668F3AC5-37B3-4971-8FAF-596261E67C9E}" dt="2025-11-03T10:41:16.712" v="671" actId="11529"/>
          <pc:sldLayoutMkLst>
            <pc:docMk/>
            <pc:sldMasterMk cId="4138725842" sldId="2147483660"/>
            <pc:sldLayoutMk cId="414481511" sldId="2147483665"/>
          </pc:sldLayoutMkLst>
          <pc:spChg chg="add del">
            <ac:chgData name="Jha, Aryan Ritwajeet" userId="2aad577e-539b-449b-83a6-8d411f484b4d" providerId="ADAL" clId="{668F3AC5-37B3-4971-8FAF-596261E67C9E}" dt="2025-11-03T10:41:16.712" v="671" actId="11529"/>
            <ac:spMkLst>
              <pc:docMk/>
              <pc:sldMasterMk cId="4138725842" sldId="2147483660"/>
              <pc:sldLayoutMk cId="414481511" sldId="2147483665"/>
              <ac:spMk id="4" creationId="{4FD45132-AC98-9CF4-E15A-08D25251592B}"/>
            </ac:spMkLst>
          </pc:spChg>
          <pc:spChg chg="add del mod">
            <ac:chgData name="Jha, Aryan Ritwajeet" userId="2aad577e-539b-449b-83a6-8d411f484b4d" providerId="ADAL" clId="{668F3AC5-37B3-4971-8FAF-596261E67C9E}" dt="2025-11-03T10:41:15.749" v="670" actId="1076"/>
            <ac:spMkLst>
              <pc:docMk/>
              <pc:sldMasterMk cId="4138725842" sldId="2147483660"/>
              <pc:sldLayoutMk cId="414481511" sldId="2147483665"/>
              <ac:spMk id="5" creationId="{AF3E700D-8C22-4987-04EF-44D27CAA313C}"/>
            </ac:spMkLst>
          </pc:spChg>
        </pc:sldLayoutChg>
      </pc:sldMasterChg>
      <pc:sldMasterChg chg="modSldLayout sldLayoutOrd">
        <pc:chgData name="Jha, Aryan Ritwajeet" userId="2aad577e-539b-449b-83a6-8d411f484b4d" providerId="ADAL" clId="{668F3AC5-37B3-4971-8FAF-596261E67C9E}" dt="2025-11-03T08:50:17.186" v="254" actId="20578"/>
        <pc:sldMasterMkLst>
          <pc:docMk/>
          <pc:sldMasterMk cId="588110478" sldId="2147483663"/>
        </pc:sldMasterMkLst>
        <pc:sldLayoutChg chg="ord">
          <pc:chgData name="Jha, Aryan Ritwajeet" userId="2aad577e-539b-449b-83a6-8d411f484b4d" providerId="ADAL" clId="{668F3AC5-37B3-4971-8FAF-596261E67C9E}" dt="2025-11-03T08:50:17.186" v="254" actId="20578"/>
          <pc:sldLayoutMkLst>
            <pc:docMk/>
            <pc:sldMasterMk cId="588110478" sldId="2147483663"/>
            <pc:sldLayoutMk cId="1546734485" sldId="2147483665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750DB-2491-4355-9E0E-9DD5B186C843}" type="datetimeFigureOut">
              <a:rPr lang="en-IN" smtClean="0"/>
              <a:t>03-11-2025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2A938C-A6F3-43EB-9BCC-52BC00C4CB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2425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 Title Slide">
    <p:bg>
      <p:bgPr>
        <a:solidFill>
          <a:srgbClr val="66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B6568F7F-F0E0-46D0-960B-58B753B9B0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75" y="2965816"/>
            <a:ext cx="12111050" cy="38233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488845"/>
            <a:ext cx="9144000" cy="1675397"/>
          </a:xfrm>
          <a:ln>
            <a:solidFill>
              <a:srgbClr val="C5B783"/>
            </a:solidFill>
          </a:ln>
        </p:spPr>
        <p:txBody>
          <a:bodyPr anchor="b" anchorCtr="1">
            <a:noAutofit/>
          </a:bodyPr>
          <a:lstStyle>
            <a:lvl1pPr algn="ctr">
              <a:defRPr sz="4800" b="1">
                <a:solidFill>
                  <a:srgbClr val="F8F6F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521121"/>
            <a:ext cx="9144000" cy="1614337"/>
          </a:xfrm>
          <a:prstGeom prst="rect">
            <a:avLst/>
          </a:prstGeom>
          <a:ln>
            <a:solidFill>
              <a:srgbClr val="C5B783"/>
            </a:solidFill>
          </a:ln>
        </p:spPr>
        <p:txBody>
          <a:bodyPr anchor="t" anchorCtr="1">
            <a:noAutofit/>
          </a:bodyPr>
          <a:lstStyle>
            <a:lvl1pPr marL="0" indent="0" algn="l">
              <a:buNone/>
              <a:defRPr sz="3200">
                <a:solidFill>
                  <a:srgbClr val="C5B783"/>
                </a:solidFill>
                <a:latin typeface="+mn-lt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2C8390F-A1CB-4DC5-B007-5E142B78087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38725" y="523835"/>
            <a:ext cx="2114550" cy="1357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7149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Title and Content">
    <p:bg>
      <p:bgPr>
        <a:solidFill>
          <a:srgbClr val="52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0655B-5834-474B-BC1F-9C661A5AD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6" y="355078"/>
            <a:ext cx="10063163" cy="1272756"/>
          </a:xfrm>
          <a:ln>
            <a:solidFill>
              <a:srgbClr val="C5B783"/>
            </a:solidFill>
          </a:ln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7686" y="2248664"/>
            <a:ext cx="10063163" cy="4286531"/>
          </a:xfrm>
          <a:prstGeom prst="rect">
            <a:avLst/>
          </a:prstGeom>
          <a:ln>
            <a:solidFill>
              <a:srgbClr val="C5B783"/>
            </a:solidFill>
          </a:ln>
        </p:spPr>
        <p:txBody>
          <a:bodyPr anchor="t" anchorCtr="0"/>
          <a:lstStyle>
            <a:lvl1pPr>
              <a:defRPr>
                <a:solidFill>
                  <a:schemeClr val="accent3"/>
                </a:solidFill>
              </a:defRPr>
            </a:lvl1pPr>
            <a:lvl2pPr>
              <a:defRPr>
                <a:solidFill>
                  <a:schemeClr val="accent3"/>
                </a:solidFill>
              </a:defRPr>
            </a:lvl2pPr>
            <a:lvl3pPr>
              <a:defRPr>
                <a:solidFill>
                  <a:schemeClr val="accent3"/>
                </a:solidFill>
              </a:defRPr>
            </a:lvl3pPr>
            <a:lvl4pPr>
              <a:defRPr>
                <a:solidFill>
                  <a:schemeClr val="accent3"/>
                </a:solidFill>
              </a:defRPr>
            </a:lvl4pPr>
            <a:lvl5pPr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3026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2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0655B-5834-474B-BC1F-9C661A5AD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6" y="355079"/>
            <a:ext cx="10063163" cy="5792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7686" y="2248664"/>
            <a:ext cx="10063163" cy="4286531"/>
          </a:xfrm>
          <a:prstGeom prst="rect">
            <a:avLst/>
          </a:prstGeom>
        </p:spPr>
        <p:txBody>
          <a:bodyPr anchor="t" anchorCtr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3E86D9-4044-44B6-9D44-217F776AD08F}"/>
              </a:ext>
            </a:extLst>
          </p:cNvPr>
          <p:cNvCxnSpPr>
            <a:cxnSpLocks/>
          </p:cNvCxnSpPr>
          <p:nvPr userDrawn="1"/>
        </p:nvCxnSpPr>
        <p:spPr>
          <a:xfrm>
            <a:off x="1212574" y="1537123"/>
            <a:ext cx="9819861" cy="0"/>
          </a:xfrm>
          <a:prstGeom prst="line">
            <a:avLst/>
          </a:prstGeom>
          <a:ln w="19050">
            <a:solidFill>
              <a:srgbClr val="660000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ontent Placeholder 30">
            <a:extLst>
              <a:ext uri="{FF2B5EF4-FFF2-40B4-BE49-F238E27FC236}">
                <a16:creationId xmlns:a16="http://schemas.microsoft.com/office/drawing/2014/main" id="{3CD1D427-076D-8586-1C2E-99C7028967C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077687" y="1131213"/>
            <a:ext cx="10063162" cy="317671"/>
          </a:xfrm>
        </p:spPr>
        <p:txBody>
          <a:bodyPr/>
          <a:lstStyle>
            <a:lvl1pPr marL="0" indent="0">
              <a:buNone/>
              <a:defRPr sz="2000" b="1">
                <a:solidFill>
                  <a:srgbClr val="AB852F"/>
                </a:solidFill>
                <a:latin typeface="+mn-lt"/>
              </a:defRPr>
            </a:lvl1pPr>
            <a:lvl5pPr>
              <a:defRPr sz="1600"/>
            </a:lvl5pPr>
          </a:lstStyle>
          <a:p>
            <a:pPr lvl="0"/>
            <a:r>
              <a:rPr lang="en-US" dirty="0"/>
              <a:t>Subtitle text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1941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B9AA46-E27C-49B7-B52A-1D2CAB27054F}"/>
              </a:ext>
            </a:extLst>
          </p:cNvPr>
          <p:cNvSpPr/>
          <p:nvPr userDrawn="1"/>
        </p:nvSpPr>
        <p:spPr>
          <a:xfrm>
            <a:off x="-1" y="0"/>
            <a:ext cx="342901" cy="14478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79404" y="355078"/>
            <a:ext cx="10063163" cy="1272756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9404" y="2248664"/>
            <a:ext cx="10063163" cy="3515006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7CF70C8-0AEC-4AD2-AD31-2A6E9D6584B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63241" y="5124324"/>
            <a:ext cx="5299579" cy="167305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70B6714-A342-46BB-9C49-060ABC6EF4F4}"/>
              </a:ext>
            </a:extLst>
          </p:cNvPr>
          <p:cNvSpPr/>
          <p:nvPr userDrawn="1"/>
        </p:nvSpPr>
        <p:spPr>
          <a:xfrm>
            <a:off x="1079404" y="1719274"/>
            <a:ext cx="182880" cy="91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01785D6-202A-8DCC-41EB-A3502256CF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7352FE-6ABF-4B50-BAC8-10C51CF4AA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8725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1" r:id="rId2"/>
    <p:sldLayoutId id="2147483664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660000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400" kern="1200">
          <a:solidFill>
            <a:srgbClr val="222222"/>
          </a:solidFill>
          <a:latin typeface="+mn-lt"/>
          <a:ea typeface="+mn-ea"/>
          <a:cs typeface="+mn-cs"/>
        </a:defRPr>
      </a:lvl1pPr>
      <a:lvl2pPr marL="365760" indent="-182880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2200" kern="1200">
          <a:solidFill>
            <a:srgbClr val="222222"/>
          </a:solidFill>
          <a:latin typeface="+mn-lt"/>
          <a:ea typeface="+mn-ea"/>
          <a:cs typeface="+mn-cs"/>
        </a:defRPr>
      </a:lvl2pPr>
      <a:lvl3pPr marL="548640" indent="-182880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2000" kern="1200">
          <a:solidFill>
            <a:srgbClr val="222222"/>
          </a:solidFill>
          <a:latin typeface="+mn-lt"/>
          <a:ea typeface="+mn-ea"/>
          <a:cs typeface="+mn-cs"/>
        </a:defRPr>
      </a:lvl3pPr>
      <a:lvl4pPr marL="731520" indent="-182880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2000" kern="1200">
          <a:solidFill>
            <a:srgbClr val="222222"/>
          </a:solidFill>
          <a:latin typeface="+mn-lt"/>
          <a:ea typeface="+mn-ea"/>
          <a:cs typeface="+mn-cs"/>
        </a:defRPr>
      </a:lvl4pPr>
      <a:lvl5pPr marL="914400" indent="-182880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2000" kern="1200">
          <a:solidFill>
            <a:srgbClr val="22222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>
          <p15:clr>
            <a:srgbClr val="F26B43"/>
          </p15:clr>
        </p15:guide>
        <p15:guide id="2" pos="7680">
          <p15:clr>
            <a:srgbClr val="F26B43"/>
          </p15:clr>
        </p15:guide>
        <p15:guide id="3" pos="216">
          <p15:clr>
            <a:srgbClr val="F26B43"/>
          </p15:clr>
        </p15:guide>
        <p15:guide id="4" pos="672">
          <p15:clr>
            <a:srgbClr val="F26B43"/>
          </p15:clr>
        </p15:guide>
        <p15:guide id="5" pos="1122">
          <p15:clr>
            <a:srgbClr val="F26B43"/>
          </p15:clr>
        </p15:guide>
        <p15:guide id="6" pos="1575">
          <p15:clr>
            <a:srgbClr val="F26B43"/>
          </p15:clr>
        </p15:guide>
        <p15:guide id="7" pos="2028">
          <p15:clr>
            <a:srgbClr val="F26B43"/>
          </p15:clr>
        </p15:guide>
        <p15:guide id="8" pos="2481">
          <p15:clr>
            <a:srgbClr val="F26B43"/>
          </p15:clr>
        </p15:guide>
        <p15:guide id="9" pos="2934">
          <p15:clr>
            <a:srgbClr val="F26B43"/>
          </p15:clr>
        </p15:guide>
        <p15:guide id="10" pos="3387">
          <p15:clr>
            <a:srgbClr val="F26B43"/>
          </p15:clr>
        </p15:guide>
        <p15:guide id="11" pos="3840">
          <p15:clr>
            <a:srgbClr val="F26B43"/>
          </p15:clr>
        </p15:guide>
        <p15:guide id="12" pos="4293">
          <p15:clr>
            <a:srgbClr val="F26B43"/>
          </p15:clr>
        </p15:guide>
        <p15:guide id="13" pos="4746">
          <p15:clr>
            <a:srgbClr val="F26B43"/>
          </p15:clr>
        </p15:guide>
        <p15:guide id="14" pos="5199">
          <p15:clr>
            <a:srgbClr val="F26B43"/>
          </p15:clr>
        </p15:guide>
        <p15:guide id="15" pos="5652">
          <p15:clr>
            <a:srgbClr val="F26B43"/>
          </p15:clr>
        </p15:guide>
        <p15:guide id="16" pos="6105">
          <p15:clr>
            <a:srgbClr val="F26B43"/>
          </p15:clr>
        </p15:guide>
        <p15:guide id="17" pos="6558">
          <p15:clr>
            <a:srgbClr val="F26B43"/>
          </p15:clr>
        </p15:guide>
        <p15:guide id="18" pos="7011">
          <p15:clr>
            <a:srgbClr val="F26B43"/>
          </p15:clr>
        </p15:guide>
        <p15:guide id="19" pos="7464">
          <p15:clr>
            <a:srgbClr val="F26B43"/>
          </p15:clr>
        </p15:guide>
        <p15:guide id="20" orient="horz">
          <p15:clr>
            <a:srgbClr val="F26B43"/>
          </p15:clr>
        </p15:guide>
        <p15:guide id="21" orient="horz" pos="4320">
          <p15:clr>
            <a:srgbClr val="F26B43"/>
          </p15:clr>
        </p15:guide>
        <p15:guide id="22" orient="horz" pos="216">
          <p15:clr>
            <a:srgbClr val="F26B43"/>
          </p15:clr>
        </p15:guide>
        <p15:guide id="23" orient="horz" pos="696">
          <p15:clr>
            <a:srgbClr val="F26B43"/>
          </p15:clr>
        </p15:guide>
        <p15:guide id="24" orient="horz" pos="1188">
          <p15:clr>
            <a:srgbClr val="F26B43"/>
          </p15:clr>
        </p15:guide>
        <p15:guide id="25" orient="horz" pos="1674">
          <p15:clr>
            <a:srgbClr val="F26B43"/>
          </p15:clr>
        </p15:guide>
        <p15:guide id="26" orient="horz" pos="2160">
          <p15:clr>
            <a:srgbClr val="F26B43"/>
          </p15:clr>
        </p15:guide>
        <p15:guide id="27" orient="horz" pos="2646">
          <p15:clr>
            <a:srgbClr val="F26B43"/>
          </p15:clr>
        </p15:guide>
        <p15:guide id="28" orient="horz" pos="3132">
          <p15:clr>
            <a:srgbClr val="F26B43"/>
          </p15:clr>
        </p15:guide>
        <p15:guide id="29" orient="horz" pos="3618">
          <p15:clr>
            <a:srgbClr val="F26B43"/>
          </p15:clr>
        </p15:guide>
        <p15:guide id="30" orient="horz" pos="410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3B4A4-FE97-6A41-AB26-DC82C4BBCF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Preliminary Exam Presentation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07896E-81FD-8E40-C29A-89F0F6F4F3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1121"/>
            <a:ext cx="9144000" cy="1584023"/>
          </a:xfrm>
        </p:spPr>
        <p:txBody>
          <a:bodyPr wrap="none" anchor="ctr" anchorCtr="1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Aryan Ritwajeet Jha</a:t>
            </a:r>
          </a:p>
          <a:p>
            <a:pPr algn="ctr">
              <a:lnSpc>
                <a:spcPct val="100000"/>
              </a:lnSpc>
            </a:pPr>
            <a:r>
              <a:rPr lang="en-IN" dirty="0"/>
              <a:t>Pursuing PhD (ECE) Power Systems</a:t>
            </a:r>
          </a:p>
        </p:txBody>
      </p:sp>
    </p:spTree>
    <p:extLst>
      <p:ext uri="{BB962C8B-B14F-4D97-AF65-F5344CB8AC3E}">
        <p14:creationId xmlns:p14="http://schemas.microsoft.com/office/powerpoint/2010/main" val="346375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01146-8AD3-CB7F-56A3-6AFAAE533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3C253-147B-B7E8-A853-54828CF7FF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What’s MPOPF?</a:t>
            </a:r>
          </a:p>
          <a:p>
            <a:r>
              <a:rPr lang="en-IN" dirty="0"/>
              <a:t>Real-world benefit?</a:t>
            </a:r>
          </a:p>
          <a:p>
            <a:r>
              <a:rPr lang="en-IN" dirty="0"/>
              <a:t>Why a PhD on it?</a:t>
            </a:r>
          </a:p>
        </p:txBody>
      </p:sp>
    </p:spTree>
    <p:extLst>
      <p:ext uri="{BB962C8B-B14F-4D97-AF65-F5344CB8AC3E}">
        <p14:creationId xmlns:p14="http://schemas.microsoft.com/office/powerpoint/2010/main" val="2967862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32913-2E6C-A0C8-871C-1FE158E71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2041E-7778-83CA-D5BC-A03D97D414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0CC5AA-6BAE-1E5D-75F9-BC45CEF2906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What’s MPOPF?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9154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9E190-C119-FAAB-0784-63D4FD9C3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B711E-11A9-B115-9B45-D4969C177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D3EAA-CFA8-7B73-5D4C-BB0DBD88F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What’s MPOPF?</a:t>
            </a:r>
          </a:p>
          <a:p>
            <a:r>
              <a:rPr lang="en-IN" dirty="0"/>
              <a:t>Real-world benefit?</a:t>
            </a:r>
          </a:p>
          <a:p>
            <a:r>
              <a:rPr lang="en-IN" dirty="0"/>
              <a:t>Why a PhD on it?</a:t>
            </a:r>
          </a:p>
        </p:txBody>
      </p:sp>
    </p:spTree>
    <p:extLst>
      <p:ext uri="{BB962C8B-B14F-4D97-AF65-F5344CB8AC3E}">
        <p14:creationId xmlns:p14="http://schemas.microsoft.com/office/powerpoint/2010/main" val="199128098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wsu-prelims">
      <a:dk1>
        <a:srgbClr val="222222"/>
      </a:dk1>
      <a:lt1>
        <a:srgbClr val="F8F6F4"/>
      </a:lt1>
      <a:dk2>
        <a:srgbClr val="444444"/>
      </a:dk2>
      <a:lt2>
        <a:srgbClr val="E6D7B9"/>
      </a:lt2>
      <a:accent1>
        <a:srgbClr val="660000"/>
      </a:accent1>
      <a:accent2>
        <a:srgbClr val="C5B783"/>
      </a:accent2>
      <a:accent3>
        <a:srgbClr val="AFA77A"/>
      </a:accent3>
      <a:accent4>
        <a:srgbClr val="888888"/>
      </a:accent4>
      <a:accent5>
        <a:srgbClr val="FAFAFA"/>
      </a:accent5>
      <a:accent6>
        <a:srgbClr val="520000"/>
      </a:accent6>
      <a:hlink>
        <a:srgbClr val="4472C4"/>
      </a:hlink>
      <a:folHlink>
        <a:srgbClr val="A52A2A"/>
      </a:folHlink>
    </a:clrScheme>
    <a:fontScheme name="wsu-prelims">
      <a:majorFont>
        <a:latin typeface="Lato"/>
        <a:ea typeface=""/>
        <a:cs typeface="Lato"/>
      </a:majorFont>
      <a:minorFont>
        <a:latin typeface="Lato"/>
        <a:ea typeface=""/>
        <a:cs typeface="Lato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359</TotalTime>
  <Words>49</Words>
  <Application>Microsoft Office PowerPoint</Application>
  <PresentationFormat>Widescreen</PresentationFormat>
  <Paragraphs>13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Lato</vt:lpstr>
      <vt:lpstr>1_Office Theme</vt:lpstr>
      <vt:lpstr>Preliminary Exam Presentation</vt:lpstr>
      <vt:lpstr>Introduction and Motivation</vt:lpstr>
      <vt:lpstr>Introduction and Motivation</vt:lpstr>
      <vt:lpstr>Introduction and Motivation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Jha, Aryan Ritwajeet</dc:creator>
  <cp:lastModifiedBy>Jha, Aryan Ritwajeet</cp:lastModifiedBy>
  <cp:revision>2</cp:revision>
  <dcterms:created xsi:type="dcterms:W3CDTF">2025-09-09T10:18:42Z</dcterms:created>
  <dcterms:modified xsi:type="dcterms:W3CDTF">2025-11-03T10:54:39Z</dcterms:modified>
</cp:coreProperties>
</file>